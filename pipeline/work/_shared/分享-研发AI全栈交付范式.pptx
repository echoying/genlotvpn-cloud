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01" r:id="rId3"/>
    <p:sldId id="298" r:id="rId5"/>
    <p:sldId id="302" r:id="rId6"/>
    <p:sldId id="312" r:id="rId7"/>
    <p:sldId id="313" r:id="rId8"/>
    <p:sldId id="317" r:id="rId9"/>
    <p:sldId id="307" r:id="rId10"/>
    <p:sldId id="318" r:id="rId11"/>
    <p:sldId id="319" r:id="rId12"/>
    <p:sldId id="320" r:id="rId13"/>
    <p:sldId id="308" r:id="rId14"/>
    <p:sldId id="316" r:id="rId15"/>
    <p:sldId id="314" r:id="rId16"/>
    <p:sldId id="315" r:id="rId17"/>
    <p:sldId id="306" r:id="rId18"/>
    <p:sldId id="321" r:id="rId19"/>
    <p:sldId id="322" r:id="rId20"/>
    <p:sldId id="323" r:id="rId21"/>
    <p:sldId id="309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32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69" d="100"/>
          <a:sy n="69" d="100"/>
        </p:scale>
        <p:origin x="67" y="3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3083A3-6679-4717-98E8-F648BBEEBDB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422D4A-9037-4B35-9BF1-89E1187CB42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一句话：后端工程师借助AI，通过结构化协作方法，完成了云端+管理端+桌面客户端的全栈交付，并沉淀出可推广的六阶段工作法。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四段式：问题和决策(10分钟) → 人机协作模式(10分钟) → 工作方法(10分钟) → 验证和推广(8分钟)。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这部分讲清楚两个关键决策：为什么选若依(token成本)、为什么从Web升级到客户端(安全)。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真实经历：一开始想让AI全生成，发现基础框架消耗token大且不是核心价值。这是转向若依的原因。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若依不是「套壳」，而是经过AI对比后的理性决策。核心业务(yianlian模块)是AI辅助实现的。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Web端不是失败，是MVP。安全问题驱动升级到客户端。这是架构演进，不是推倒重来。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人机协作的核心：不是AI说什么就做什么，而是人给约束、AI列方案、人决策、ADR记录。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固定三步是可复用的。后面三个实例分别展开。现场可打开ADR-001/002。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现场演示：打开ADR-001，展示四选一对比表。强调人基于约束否决，不是AI推荐什么就用什么。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协议决策：AI倾向快(HTTP)，人基于安全否决。S0永远只人验，栈配好≠功能自动过。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从实践中提炼出的方法，已沉淀SOP文档，在4个项目验证。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为什么是六阶段：①②保证方向(人主导)·③④加速实现(分流)·⑤⑥控制质量(门禁)。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A64216-7571-4F55-B8A0-A9B09CAD06D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职责边界清晰是关键。三个硬门槛保证质量可控。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三命令可重入、可自动化。--run参数强制记录到当次目录，否则不算过门禁。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方法不是纸上谈兵，已在4个项目验证、部门内推广使用。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每个项目都有pipeline/work目录可核验。不是做了一个项目，而是验证了方法的可推广性。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不写倍数，只报时间戳和编制数。现场可打开08-16当次目录，展示质量门禁.md的时间戳。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主动讲边界：不说无人审、不说已投产、不说全自动、不说一键复制。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三个核心价值：1)每个决策有ADR文档 2)六阶段有SOP文档 3)4个项目有证据。欢迎提问。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2C0D0-8C57-4193-AF6D-982CB36B2C2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98C38-E4DB-4C88-AE43-88316C2A5E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2C0D0-8C57-4193-AF6D-982CB36B2C2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98C38-E4DB-4C88-AE43-88316C2A5E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2C0D0-8C57-4193-AF6D-982CB36B2C2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98C38-E4DB-4C88-AE43-88316C2A5E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2C0D0-8C57-4193-AF6D-982CB36B2C2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98C38-E4DB-4C88-AE43-88316C2A5E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2C0D0-8C57-4193-AF6D-982CB36B2C2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98C38-E4DB-4C88-AE43-88316C2A5E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2C0D0-8C57-4193-AF6D-982CB36B2C2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98C38-E4DB-4C88-AE43-88316C2A5E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2C0D0-8C57-4193-AF6D-982CB36B2C2D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98C38-E4DB-4C88-AE43-88316C2A5E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2C0D0-8C57-4193-AF6D-982CB36B2C2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98C38-E4DB-4C88-AE43-88316C2A5E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2C0D0-8C57-4193-AF6D-982CB36B2C2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98C38-E4DB-4C88-AE43-88316C2A5E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2C0D0-8C57-4193-AF6D-982CB36B2C2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98C38-E4DB-4C88-AE43-88316C2A5E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2C0D0-8C57-4193-AF6D-982CB36B2C2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98C38-E4DB-4C88-AE43-88316C2A5E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12C0D0-8C57-4193-AF6D-982CB36B2C2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C98C38-E4DB-4C88-AE43-88316C2A5EB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3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4.xml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5.xml"/><Relationship Id="rId1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14.xml"/><Relationship Id="rId8" Type="http://schemas.openxmlformats.org/officeDocument/2006/relationships/tags" Target="../tags/tag13.xml"/><Relationship Id="rId7" Type="http://schemas.openxmlformats.org/officeDocument/2006/relationships/tags" Target="../tags/tag12.xml"/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3" Type="http://schemas.openxmlformats.org/officeDocument/2006/relationships/notesSlide" Target="../notesSlides/notesSlide16.xml"/><Relationship Id="rId22" Type="http://schemas.openxmlformats.org/officeDocument/2006/relationships/slideLayout" Target="../slideLayouts/slideLayout6.xml"/><Relationship Id="rId21" Type="http://schemas.openxmlformats.org/officeDocument/2006/relationships/tags" Target="../tags/tag26.xml"/><Relationship Id="rId20" Type="http://schemas.openxmlformats.org/officeDocument/2006/relationships/tags" Target="../tags/tag25.xml"/><Relationship Id="rId2" Type="http://schemas.openxmlformats.org/officeDocument/2006/relationships/tags" Target="../tags/tag7.xml"/><Relationship Id="rId19" Type="http://schemas.openxmlformats.org/officeDocument/2006/relationships/tags" Target="../tags/tag24.xml"/><Relationship Id="rId18" Type="http://schemas.openxmlformats.org/officeDocument/2006/relationships/tags" Target="../tags/tag23.xml"/><Relationship Id="rId17" Type="http://schemas.openxmlformats.org/officeDocument/2006/relationships/tags" Target="../tags/tag22.xml"/><Relationship Id="rId16" Type="http://schemas.openxmlformats.org/officeDocument/2006/relationships/tags" Target="../tags/tag21.xml"/><Relationship Id="rId15" Type="http://schemas.openxmlformats.org/officeDocument/2006/relationships/tags" Target="../tags/tag20.xml"/><Relationship Id="rId14" Type="http://schemas.openxmlformats.org/officeDocument/2006/relationships/tags" Target="../tags/tag19.xml"/><Relationship Id="rId13" Type="http://schemas.openxmlformats.org/officeDocument/2006/relationships/tags" Target="../tags/tag18.xml"/><Relationship Id="rId12" Type="http://schemas.openxmlformats.org/officeDocument/2006/relationships/tags" Target="../tags/tag17.xml"/><Relationship Id="rId11" Type="http://schemas.openxmlformats.org/officeDocument/2006/relationships/tags" Target="../tags/tag16.xml"/><Relationship Id="rId10" Type="http://schemas.openxmlformats.org/officeDocument/2006/relationships/tags" Target="../tags/tag15.xml"/><Relationship Id="rId1" Type="http://schemas.openxmlformats.org/officeDocument/2006/relationships/tags" Target="../tags/tag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35.xml"/><Relationship Id="rId8" Type="http://schemas.openxmlformats.org/officeDocument/2006/relationships/tags" Target="../tags/tag34.xml"/><Relationship Id="rId7" Type="http://schemas.openxmlformats.org/officeDocument/2006/relationships/tags" Target="../tags/tag33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2" Type="http://schemas.openxmlformats.org/officeDocument/2006/relationships/notesSlide" Target="../notesSlides/notesSlide18.xml"/><Relationship Id="rId21" Type="http://schemas.openxmlformats.org/officeDocument/2006/relationships/slideLayout" Target="../slideLayouts/slideLayout2.xml"/><Relationship Id="rId20" Type="http://schemas.openxmlformats.org/officeDocument/2006/relationships/tags" Target="../tags/tag46.xml"/><Relationship Id="rId2" Type="http://schemas.openxmlformats.org/officeDocument/2006/relationships/tags" Target="../tags/tag28.xml"/><Relationship Id="rId19" Type="http://schemas.openxmlformats.org/officeDocument/2006/relationships/tags" Target="../tags/tag45.xml"/><Relationship Id="rId18" Type="http://schemas.openxmlformats.org/officeDocument/2006/relationships/tags" Target="../tags/tag44.xml"/><Relationship Id="rId17" Type="http://schemas.openxmlformats.org/officeDocument/2006/relationships/tags" Target="../tags/tag43.xml"/><Relationship Id="rId16" Type="http://schemas.openxmlformats.org/officeDocument/2006/relationships/tags" Target="../tags/tag42.xml"/><Relationship Id="rId15" Type="http://schemas.openxmlformats.org/officeDocument/2006/relationships/tags" Target="../tags/tag41.xml"/><Relationship Id="rId14" Type="http://schemas.openxmlformats.org/officeDocument/2006/relationships/tags" Target="../tags/tag40.xml"/><Relationship Id="rId13" Type="http://schemas.openxmlformats.org/officeDocument/2006/relationships/tags" Target="../tags/tag39.xml"/><Relationship Id="rId12" Type="http://schemas.openxmlformats.org/officeDocument/2006/relationships/tags" Target="../tags/tag38.xml"/><Relationship Id="rId11" Type="http://schemas.openxmlformats.org/officeDocument/2006/relationships/tags" Target="../tags/tag37.xml"/><Relationship Id="rId10" Type="http://schemas.openxmlformats.org/officeDocument/2006/relationships/tags" Target="../tags/tag36.xml"/><Relationship Id="rId1" Type="http://schemas.openxmlformats.org/officeDocument/2006/relationships/tags" Target="../tags/tag27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47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988" b="111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95000"/>
                  <a:lumOff val="5000"/>
                </a:schemeClr>
              </a:gs>
              <a:gs pos="100000">
                <a:schemeClr val="tx1">
                  <a:lumMod val="95000"/>
                  <a:lumOff val="5000"/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1922965" y="2371761"/>
            <a:ext cx="1439833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b="1" spc="600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技术分享</a:t>
            </a:r>
            <a:endParaRPr lang="zh-CN" altLang="en-US" b="1" spc="6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4" name="半闭框 23"/>
          <p:cNvSpPr/>
          <p:nvPr/>
        </p:nvSpPr>
        <p:spPr>
          <a:xfrm>
            <a:off x="1481629" y="1411032"/>
            <a:ext cx="1005537" cy="4233612"/>
          </a:xfrm>
          <a:prstGeom prst="halfFrame">
            <a:avLst>
              <a:gd name="adj1" fmla="val 0"/>
              <a:gd name="adj2" fmla="val 0"/>
            </a:avLst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5" name="半闭框 24"/>
          <p:cNvSpPr/>
          <p:nvPr/>
        </p:nvSpPr>
        <p:spPr>
          <a:xfrm flipH="1">
            <a:off x="4259158" y="1411032"/>
            <a:ext cx="831880" cy="1738244"/>
          </a:xfrm>
          <a:prstGeom prst="halfFrame">
            <a:avLst>
              <a:gd name="adj1" fmla="val 0"/>
              <a:gd name="adj2" fmla="val 0"/>
            </a:avLst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2073502" y="5952068"/>
            <a:ext cx="259879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4774202" y="3542144"/>
            <a:ext cx="923330" cy="319574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spc="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后端+AI完成全栈交付
架构决策·工作方法·多项目验证</a:t>
            </a:r>
            <a:endParaRPr lang="en-US" altLang="zh-CN" sz="1600" spc="6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sz="1600" spc="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8" name="直接连接符 27"/>
          <p:cNvCxnSpPr/>
          <p:nvPr/>
        </p:nvCxnSpPr>
        <p:spPr>
          <a:xfrm flipH="1">
            <a:off x="4087524" y="3136441"/>
            <a:ext cx="1205329" cy="90307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椭圆 28"/>
          <p:cNvSpPr/>
          <p:nvPr/>
        </p:nvSpPr>
        <p:spPr>
          <a:xfrm>
            <a:off x="3911065" y="4035559"/>
            <a:ext cx="138842" cy="13884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cxnSp>
        <p:nvCxnSpPr>
          <p:cNvPr id="30" name="直接连接符 29"/>
          <p:cNvCxnSpPr/>
          <p:nvPr/>
        </p:nvCxnSpPr>
        <p:spPr>
          <a:xfrm flipV="1">
            <a:off x="903103" y="5274821"/>
            <a:ext cx="1170399" cy="97088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2073502" y="5064640"/>
            <a:ext cx="210180" cy="21018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cxnSp>
        <p:nvCxnSpPr>
          <p:cNvPr id="32" name="直接连接符 31"/>
          <p:cNvCxnSpPr/>
          <p:nvPr/>
        </p:nvCxnSpPr>
        <p:spPr>
          <a:xfrm flipV="1">
            <a:off x="1749883" y="5020176"/>
            <a:ext cx="1170399" cy="97088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1508856" y="1591238"/>
            <a:ext cx="461665" cy="299864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b="1" spc="600" dirty="0" smtClean="0">
                <a:solidFill>
                  <a:schemeClr val="bg1"/>
                </a:solidFill>
              </a:rPr>
              <a:t>GENLOT VPN</a:t>
            </a:r>
            <a:endParaRPr lang="zh-CN" altLang="en-US" b="1" spc="600" dirty="0">
              <a:solidFill>
                <a:schemeClr val="bg1"/>
              </a:solidFill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2535293" y="270457"/>
            <a:ext cx="161684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3800" b="1" dirty="0" smtClean="0">
                <a:solidFill>
                  <a:schemeClr val="bg1"/>
                </a:solidFill>
              </a:rPr>
              <a:t>全</a:t>
            </a:r>
            <a:endParaRPr lang="zh-CN" altLang="en-US" sz="13800" b="1" dirty="0">
              <a:solidFill>
                <a:schemeClr val="bg1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3465551" y="2062249"/>
            <a:ext cx="161684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600" b="1" dirty="0" smtClean="0">
                <a:solidFill>
                  <a:schemeClr val="bg1"/>
                </a:solidFill>
              </a:rPr>
              <a:t>栈</a:t>
            </a:r>
            <a:endParaRPr lang="zh-CN" altLang="en-US" sz="9600" b="1" dirty="0">
              <a:solidFill>
                <a:schemeClr val="bg1"/>
              </a:solidFill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2082290" y="3064709"/>
            <a:ext cx="1616848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500" b="1" dirty="0" smtClean="0">
                <a:solidFill>
                  <a:schemeClr val="bg1"/>
                </a:solidFill>
              </a:rPr>
              <a:t>交</a:t>
            </a:r>
            <a:endParaRPr lang="zh-CN" altLang="en-US" sz="11500" b="1" dirty="0">
              <a:solidFill>
                <a:schemeClr val="bg1"/>
              </a:solidFill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3162385" y="4300687"/>
            <a:ext cx="161684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600" b="1" dirty="0" smtClean="0">
                <a:solidFill>
                  <a:schemeClr val="bg1"/>
                </a:solidFill>
              </a:rPr>
              <a:t>付</a:t>
            </a:r>
            <a:endParaRPr lang="zh-CN" altLang="en-US" sz="9600" b="1" dirty="0">
              <a:solidFill>
                <a:schemeClr val="bg1"/>
              </a:solidFill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2202569" y="2797311"/>
            <a:ext cx="142218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b="1" spc="600" dirty="0" smtClean="0">
                <a:solidFill>
                  <a:schemeClr val="bg1"/>
                </a:solidFill>
                <a:latin typeface="宋体" panose="02010600030101010101" pitchFamily="2" charset="-122"/>
              </a:rPr>
              <a:t>AI协作范式</a:t>
            </a:r>
            <a:endParaRPr lang="zh-CN" altLang="en-US" b="1" spc="600" dirty="0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  <p:sp>
        <p:nvSpPr>
          <p:cNvPr id="39" name="PA_库_矩形 5"/>
          <p:cNvSpPr/>
          <p:nvPr>
            <p:custDataLst>
              <p:tags r:id="rId2"/>
            </p:custDataLst>
          </p:nvPr>
        </p:nvSpPr>
        <p:spPr>
          <a:xfrm>
            <a:off x="207485" y="218308"/>
            <a:ext cx="11777030" cy="6421384"/>
          </a:xfrm>
          <a:prstGeom prst="rect">
            <a:avLst/>
          </a:prstGeom>
          <a:noFill/>
          <a:ln>
            <a:gradFill flip="none" rotWithShape="1">
              <a:gsLst>
                <a:gs pos="0">
                  <a:srgbClr val="AB442C"/>
                </a:gs>
                <a:gs pos="39000">
                  <a:srgbClr val="E5BE8B"/>
                </a:gs>
                <a:gs pos="69000">
                  <a:srgbClr val="90316F"/>
                </a:gs>
                <a:gs pos="100000">
                  <a:srgbClr val="2B8F94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988" b="111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空心弧 43"/>
          <p:cNvSpPr/>
          <p:nvPr/>
        </p:nvSpPr>
        <p:spPr>
          <a:xfrm rot="5400000">
            <a:off x="-1994876" y="-208156"/>
            <a:ext cx="7274312" cy="7274312"/>
          </a:xfrm>
          <a:prstGeom prst="blockArc">
            <a:avLst>
              <a:gd name="adj1" fmla="val 11942068"/>
              <a:gd name="adj2" fmla="val 20438934"/>
              <a:gd name="adj3" fmla="val 0"/>
            </a:avLst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931546" y="1922947"/>
            <a:ext cx="3188378" cy="3188378"/>
          </a:xfrm>
          <a:prstGeom prst="ellipse">
            <a:avLst/>
          </a:prstGeom>
          <a:solidFill>
            <a:schemeClr val="bg1">
              <a:alpha val="11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762872" y="1758029"/>
            <a:ext cx="3518211" cy="3518211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453163" y="2242350"/>
            <a:ext cx="1015663" cy="246496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zh-CN" altLang="en-US" sz="5400" spc="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 录</a:t>
            </a:r>
            <a:endParaRPr lang="zh-CN" altLang="en-US" sz="5400" spc="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169091" y="0"/>
            <a:ext cx="1538883" cy="694966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CN" sz="8800" spc="600" dirty="0">
                <a:solidFill>
                  <a:schemeClr val="bg1">
                    <a:alpha val="19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sz="8800" spc="600" dirty="0">
              <a:solidFill>
                <a:schemeClr val="bg1">
                  <a:alpha val="19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4981698" y="2505903"/>
            <a:ext cx="554166" cy="55416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911682" y="2541744"/>
            <a:ext cx="705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标题 1"/>
          <p:cNvSpPr txBox="1"/>
          <p:nvPr/>
        </p:nvSpPr>
        <p:spPr>
          <a:xfrm>
            <a:off x="5910228" y="2394923"/>
            <a:ext cx="3214550" cy="65420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 共创决策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标题 1"/>
          <p:cNvSpPr txBox="1"/>
          <p:nvPr/>
        </p:nvSpPr>
        <p:spPr>
          <a:xfrm>
            <a:off x="5938442" y="2922081"/>
            <a:ext cx="4142498" cy="33520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人给约束·AI列方案·四选一对比</a:t>
            </a:r>
            <a:endParaRPr lang="zh-CN" altLang="en-US" sz="10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10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椭圆 31"/>
          <p:cNvSpPr/>
          <p:nvPr/>
        </p:nvSpPr>
        <p:spPr>
          <a:xfrm>
            <a:off x="4999429" y="4026928"/>
            <a:ext cx="554166" cy="55416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4929413" y="4062769"/>
            <a:ext cx="705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标题 1"/>
          <p:cNvSpPr txBox="1"/>
          <p:nvPr/>
        </p:nvSpPr>
        <p:spPr>
          <a:xfrm>
            <a:off x="5927959" y="3915948"/>
            <a:ext cx="3214550" cy="65420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 工作方法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标题 1"/>
          <p:cNvSpPr txBox="1"/>
          <p:nvPr/>
        </p:nvSpPr>
        <p:spPr>
          <a:xfrm>
            <a:off x="5956173" y="4443106"/>
            <a:ext cx="4142498" cy="33520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六阶段·质量门禁·可复用流程</a:t>
            </a:r>
            <a:endParaRPr lang="zh-CN" altLang="en-US" sz="10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10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椭圆 35"/>
          <p:cNvSpPr/>
          <p:nvPr/>
        </p:nvSpPr>
        <p:spPr>
          <a:xfrm>
            <a:off x="4288598" y="5547952"/>
            <a:ext cx="554166" cy="55416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4218582" y="5583793"/>
            <a:ext cx="705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标题 1"/>
          <p:cNvSpPr txBox="1"/>
          <p:nvPr/>
        </p:nvSpPr>
        <p:spPr>
          <a:xfrm>
            <a:off x="5217128" y="5436972"/>
            <a:ext cx="3214550" cy="65420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 多项目验证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标题 1"/>
          <p:cNvSpPr txBox="1"/>
          <p:nvPr/>
        </p:nvSpPr>
        <p:spPr>
          <a:xfrm>
            <a:off x="5245342" y="5964130"/>
            <a:ext cx="4142498" cy="33520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4个系统·部门推广·证据可核验</a:t>
            </a:r>
            <a:endParaRPr lang="zh-CN" altLang="en-US" sz="10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10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椭圆 39"/>
          <p:cNvSpPr/>
          <p:nvPr/>
        </p:nvSpPr>
        <p:spPr>
          <a:xfrm>
            <a:off x="4288598" y="984878"/>
            <a:ext cx="554166" cy="55416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4218582" y="1020719"/>
            <a:ext cx="705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标题 1"/>
          <p:cNvSpPr txBox="1"/>
          <p:nvPr/>
        </p:nvSpPr>
        <p:spPr>
          <a:xfrm>
            <a:off x="5217128" y="873898"/>
            <a:ext cx="3214550" cy="65420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 架构演进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标题 1"/>
          <p:cNvSpPr txBox="1"/>
          <p:nvPr/>
        </p:nvSpPr>
        <p:spPr>
          <a:xfrm>
            <a:off x="5245342" y="1401056"/>
            <a:ext cx="4142498" cy="33520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token成本·从0到若依·Web到客户端</a:t>
            </a:r>
            <a:endParaRPr lang="zh-CN" altLang="en-US" sz="10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10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988" b="111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169091" y="0"/>
            <a:ext cx="1538883" cy="694966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CN" sz="8800" spc="600" dirty="0">
                <a:solidFill>
                  <a:schemeClr val="bg1">
                    <a:alpha val="19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sz="8800" spc="600" dirty="0">
              <a:solidFill>
                <a:schemeClr val="bg1">
                  <a:alpha val="19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6"/>
          <p:cNvSpPr/>
          <p:nvPr/>
        </p:nvSpPr>
        <p:spPr>
          <a:xfrm>
            <a:off x="3242260" y="2087880"/>
            <a:ext cx="5707480" cy="1880324"/>
          </a:xfrm>
          <a:custGeom>
            <a:avLst/>
            <a:gdLst>
              <a:gd name="connsiteX0" fmla="*/ 0 w 5138768"/>
              <a:gd name="connsiteY0" fmla="*/ 0 h 1211357"/>
              <a:gd name="connsiteX1" fmla="*/ 5138768 w 5138768"/>
              <a:gd name="connsiteY1" fmla="*/ 0 h 1211357"/>
              <a:gd name="connsiteX2" fmla="*/ 5138768 w 5138768"/>
              <a:gd name="connsiteY2" fmla="*/ 1211357 h 1211357"/>
              <a:gd name="connsiteX3" fmla="*/ 0 w 5138768"/>
              <a:gd name="connsiteY3" fmla="*/ 1211357 h 1211357"/>
              <a:gd name="connsiteX4" fmla="*/ 0 w 5138768"/>
              <a:gd name="connsiteY4" fmla="*/ 0 h 1211357"/>
              <a:gd name="connsiteX0-1" fmla="*/ 0 w 5350641"/>
              <a:gd name="connsiteY0-2" fmla="*/ 345688 h 1557045"/>
              <a:gd name="connsiteX1-3" fmla="*/ 5350641 w 5350641"/>
              <a:gd name="connsiteY1-4" fmla="*/ 0 h 1557045"/>
              <a:gd name="connsiteX2-5" fmla="*/ 5138768 w 5350641"/>
              <a:gd name="connsiteY2-6" fmla="*/ 1557045 h 1557045"/>
              <a:gd name="connsiteX3-7" fmla="*/ 0 w 5350641"/>
              <a:gd name="connsiteY3-8" fmla="*/ 1557045 h 1557045"/>
              <a:gd name="connsiteX4-9" fmla="*/ 0 w 5350641"/>
              <a:gd name="connsiteY4-10" fmla="*/ 345688 h 1557045"/>
              <a:gd name="connsiteX0-11" fmla="*/ 0 w 5707480"/>
              <a:gd name="connsiteY0-12" fmla="*/ 345688 h 1579347"/>
              <a:gd name="connsiteX1-13" fmla="*/ 5350641 w 5707480"/>
              <a:gd name="connsiteY1-14" fmla="*/ 0 h 1579347"/>
              <a:gd name="connsiteX2-15" fmla="*/ 5707480 w 5707480"/>
              <a:gd name="connsiteY2-16" fmla="*/ 1579347 h 1579347"/>
              <a:gd name="connsiteX3-17" fmla="*/ 0 w 5707480"/>
              <a:gd name="connsiteY3-18" fmla="*/ 1557045 h 1579347"/>
              <a:gd name="connsiteX4-19" fmla="*/ 0 w 5707480"/>
              <a:gd name="connsiteY4-20" fmla="*/ 345688 h 157934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5707480" h="1579347">
                <a:moveTo>
                  <a:pt x="0" y="345688"/>
                </a:moveTo>
                <a:lnTo>
                  <a:pt x="5350641" y="0"/>
                </a:lnTo>
                <a:lnTo>
                  <a:pt x="5707480" y="1579347"/>
                </a:lnTo>
                <a:lnTo>
                  <a:pt x="0" y="1557045"/>
                </a:lnTo>
                <a:lnTo>
                  <a:pt x="0" y="345688"/>
                </a:ln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8" name="标题 1"/>
          <p:cNvSpPr txBox="1"/>
          <p:nvPr/>
        </p:nvSpPr>
        <p:spPr>
          <a:xfrm>
            <a:off x="3389134" y="2702157"/>
            <a:ext cx="5413732" cy="65420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 架构演进历程</a:t>
            </a:r>
            <a:endParaRPr lang="zh-CN" altLang="en-US" sz="4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标题 1"/>
          <p:cNvSpPr txBox="1"/>
          <p:nvPr/>
        </p:nvSpPr>
        <p:spPr>
          <a:xfrm>
            <a:off x="3525064" y="3448029"/>
            <a:ext cx="5141872" cy="49202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WHY NOT FROM SCRATCH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4742180" y="4191000"/>
            <a:ext cx="2888615" cy="143383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Web端MVP
安全驱动升级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PA_库_矩形 5"/>
          <p:cNvSpPr/>
          <p:nvPr>
            <p:custDataLst>
              <p:tags r:id="rId2"/>
            </p:custDataLst>
          </p:nvPr>
        </p:nvSpPr>
        <p:spPr>
          <a:xfrm>
            <a:off x="207485" y="218308"/>
            <a:ext cx="11777030" cy="6421384"/>
          </a:xfrm>
          <a:prstGeom prst="rect">
            <a:avLst/>
          </a:prstGeom>
          <a:noFill/>
          <a:ln>
            <a:gradFill flip="none" rotWithShape="1">
              <a:gsLst>
                <a:gs pos="0">
                  <a:srgbClr val="AB442C"/>
                </a:gs>
                <a:gs pos="39000">
                  <a:srgbClr val="E5BE8B"/>
                </a:gs>
                <a:gs pos="69000">
                  <a:srgbClr val="90316F"/>
                </a:gs>
                <a:gs pos="100000">
                  <a:srgbClr val="2B8F94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/>
          <p:cNvGrpSpPr/>
          <p:nvPr/>
        </p:nvGrpSpPr>
        <p:grpSpPr>
          <a:xfrm>
            <a:off x="6431538" y="2372547"/>
            <a:ext cx="5254371" cy="3404256"/>
            <a:chOff x="6059289" y="2491803"/>
            <a:chExt cx="5254371" cy="3404256"/>
          </a:xfrm>
          <a:solidFill>
            <a:srgbClr val="C00000"/>
          </a:solidFill>
        </p:grpSpPr>
        <p:sp>
          <p:nvSpPr>
            <p:cNvPr id="21" name="iṣľïḋé"/>
            <p:cNvSpPr/>
            <p:nvPr/>
          </p:nvSpPr>
          <p:spPr>
            <a:xfrm rot="20017279" flipH="1">
              <a:off x="6059289" y="2491803"/>
              <a:ext cx="1707056" cy="2560577"/>
            </a:xfrm>
            <a:custGeom>
              <a:avLst/>
              <a:gdLst/>
              <a:ahLst/>
              <a:cxnLst/>
              <a:rect l="l" t="t" r="r" b="b"/>
              <a:pathLst>
                <a:path w="130629" h="195943">
                  <a:moveTo>
                    <a:pt x="65315" y="36739"/>
                  </a:moveTo>
                  <a:cubicBezTo>
                    <a:pt x="69567" y="36739"/>
                    <a:pt x="73798" y="37419"/>
                    <a:pt x="78007" y="38780"/>
                  </a:cubicBezTo>
                  <a:cubicBezTo>
                    <a:pt x="82217" y="40141"/>
                    <a:pt x="85917" y="42437"/>
                    <a:pt x="89106" y="45669"/>
                  </a:cubicBezTo>
                  <a:cubicBezTo>
                    <a:pt x="92295" y="48901"/>
                    <a:pt x="93890" y="52728"/>
                    <a:pt x="93890" y="57150"/>
                  </a:cubicBezTo>
                  <a:cubicBezTo>
                    <a:pt x="93890" y="58255"/>
                    <a:pt x="93486" y="59212"/>
                    <a:pt x="92678" y="60020"/>
                  </a:cubicBezTo>
                  <a:cubicBezTo>
                    <a:pt x="91870" y="60828"/>
                    <a:pt x="90913" y="61232"/>
                    <a:pt x="89807" y="61232"/>
                  </a:cubicBezTo>
                  <a:cubicBezTo>
                    <a:pt x="88702" y="61232"/>
                    <a:pt x="87745" y="60828"/>
                    <a:pt x="86937" y="60020"/>
                  </a:cubicBezTo>
                  <a:cubicBezTo>
                    <a:pt x="86129" y="59212"/>
                    <a:pt x="85725" y="58255"/>
                    <a:pt x="85725" y="57150"/>
                  </a:cubicBezTo>
                  <a:cubicBezTo>
                    <a:pt x="85725" y="53238"/>
                    <a:pt x="83429" y="50219"/>
                    <a:pt x="78837" y="48093"/>
                  </a:cubicBezTo>
                  <a:cubicBezTo>
                    <a:pt x="74244" y="45966"/>
                    <a:pt x="69737" y="44903"/>
                    <a:pt x="65315" y="44903"/>
                  </a:cubicBezTo>
                  <a:cubicBezTo>
                    <a:pt x="64209" y="44903"/>
                    <a:pt x="63252" y="44499"/>
                    <a:pt x="62444" y="43692"/>
                  </a:cubicBezTo>
                  <a:cubicBezTo>
                    <a:pt x="61636" y="42884"/>
                    <a:pt x="61232" y="41927"/>
                    <a:pt x="61232" y="40821"/>
                  </a:cubicBezTo>
                  <a:cubicBezTo>
                    <a:pt x="61232" y="39716"/>
                    <a:pt x="61636" y="38759"/>
                    <a:pt x="62444" y="37951"/>
                  </a:cubicBezTo>
                  <a:cubicBezTo>
                    <a:pt x="63252" y="37143"/>
                    <a:pt x="64209" y="36739"/>
                    <a:pt x="65315" y="36739"/>
                  </a:cubicBezTo>
                  <a:close/>
                  <a:moveTo>
                    <a:pt x="65315" y="16328"/>
                  </a:moveTo>
                  <a:cubicBezTo>
                    <a:pt x="59446" y="16328"/>
                    <a:pt x="53642" y="17285"/>
                    <a:pt x="47902" y="19199"/>
                  </a:cubicBezTo>
                  <a:cubicBezTo>
                    <a:pt x="42161" y="21112"/>
                    <a:pt x="36931" y="23749"/>
                    <a:pt x="32211" y="27108"/>
                  </a:cubicBezTo>
                  <a:cubicBezTo>
                    <a:pt x="27491" y="30467"/>
                    <a:pt x="23664" y="34783"/>
                    <a:pt x="20730" y="40056"/>
                  </a:cubicBezTo>
                  <a:cubicBezTo>
                    <a:pt x="17796" y="45329"/>
                    <a:pt x="16329" y="51027"/>
                    <a:pt x="16329" y="57150"/>
                  </a:cubicBezTo>
                  <a:cubicBezTo>
                    <a:pt x="16329" y="65739"/>
                    <a:pt x="19220" y="73393"/>
                    <a:pt x="25003" y="80112"/>
                  </a:cubicBezTo>
                  <a:cubicBezTo>
                    <a:pt x="25854" y="81047"/>
                    <a:pt x="27151" y="82451"/>
                    <a:pt x="28894" y="84322"/>
                  </a:cubicBezTo>
                  <a:cubicBezTo>
                    <a:pt x="30638" y="86193"/>
                    <a:pt x="31935" y="87596"/>
                    <a:pt x="32785" y="88531"/>
                  </a:cubicBezTo>
                  <a:cubicBezTo>
                    <a:pt x="43671" y="101543"/>
                    <a:pt x="49666" y="114215"/>
                    <a:pt x="50772" y="126546"/>
                  </a:cubicBezTo>
                  <a:lnTo>
                    <a:pt x="79857" y="126546"/>
                  </a:lnTo>
                  <a:cubicBezTo>
                    <a:pt x="80963" y="114215"/>
                    <a:pt x="86958" y="101543"/>
                    <a:pt x="97844" y="88531"/>
                  </a:cubicBezTo>
                  <a:cubicBezTo>
                    <a:pt x="98695" y="87596"/>
                    <a:pt x="99991" y="86193"/>
                    <a:pt x="101735" y="84322"/>
                  </a:cubicBezTo>
                  <a:cubicBezTo>
                    <a:pt x="103478" y="82451"/>
                    <a:pt x="104775" y="81047"/>
                    <a:pt x="105626" y="80112"/>
                  </a:cubicBezTo>
                  <a:cubicBezTo>
                    <a:pt x="111409" y="73393"/>
                    <a:pt x="114300" y="65739"/>
                    <a:pt x="114300" y="57150"/>
                  </a:cubicBezTo>
                  <a:cubicBezTo>
                    <a:pt x="114300" y="51027"/>
                    <a:pt x="112833" y="45329"/>
                    <a:pt x="109899" y="40056"/>
                  </a:cubicBezTo>
                  <a:cubicBezTo>
                    <a:pt x="106965" y="34783"/>
                    <a:pt x="103138" y="30467"/>
                    <a:pt x="98418" y="27108"/>
                  </a:cubicBezTo>
                  <a:cubicBezTo>
                    <a:pt x="93698" y="23749"/>
                    <a:pt x="88468" y="21112"/>
                    <a:pt x="82727" y="19199"/>
                  </a:cubicBezTo>
                  <a:cubicBezTo>
                    <a:pt x="76987" y="17285"/>
                    <a:pt x="71183" y="16328"/>
                    <a:pt x="65315" y="16328"/>
                  </a:cubicBezTo>
                  <a:close/>
                  <a:moveTo>
                    <a:pt x="65315" y="0"/>
                  </a:moveTo>
                  <a:cubicBezTo>
                    <a:pt x="73394" y="0"/>
                    <a:pt x="81324" y="1382"/>
                    <a:pt x="89106" y="4146"/>
                  </a:cubicBezTo>
                  <a:cubicBezTo>
                    <a:pt x="96887" y="6910"/>
                    <a:pt x="103861" y="10694"/>
                    <a:pt x="110027" y="15499"/>
                  </a:cubicBezTo>
                  <a:cubicBezTo>
                    <a:pt x="116192" y="20304"/>
                    <a:pt x="121168" y="26342"/>
                    <a:pt x="124952" y="33614"/>
                  </a:cubicBezTo>
                  <a:cubicBezTo>
                    <a:pt x="128737" y="40885"/>
                    <a:pt x="130629" y="48730"/>
                    <a:pt x="130629" y="57150"/>
                  </a:cubicBezTo>
                  <a:cubicBezTo>
                    <a:pt x="130629" y="70332"/>
                    <a:pt x="126249" y="81728"/>
                    <a:pt x="117489" y="91338"/>
                  </a:cubicBezTo>
                  <a:cubicBezTo>
                    <a:pt x="113662" y="95505"/>
                    <a:pt x="110495" y="99204"/>
                    <a:pt x="107986" y="102436"/>
                  </a:cubicBezTo>
                  <a:cubicBezTo>
                    <a:pt x="105477" y="105668"/>
                    <a:pt x="102947" y="109729"/>
                    <a:pt x="100395" y="114619"/>
                  </a:cubicBezTo>
                  <a:cubicBezTo>
                    <a:pt x="97844" y="119509"/>
                    <a:pt x="96398" y="124080"/>
                    <a:pt x="96058" y="128332"/>
                  </a:cubicBezTo>
                  <a:cubicBezTo>
                    <a:pt x="100055" y="130713"/>
                    <a:pt x="102054" y="134200"/>
                    <a:pt x="102054" y="138793"/>
                  </a:cubicBezTo>
                  <a:cubicBezTo>
                    <a:pt x="102054" y="141939"/>
                    <a:pt x="100991" y="144661"/>
                    <a:pt x="98865" y="146957"/>
                  </a:cubicBezTo>
                  <a:cubicBezTo>
                    <a:pt x="100991" y="149253"/>
                    <a:pt x="102054" y="151975"/>
                    <a:pt x="102054" y="155121"/>
                  </a:cubicBezTo>
                  <a:cubicBezTo>
                    <a:pt x="102054" y="159544"/>
                    <a:pt x="100140" y="162988"/>
                    <a:pt x="96313" y="165454"/>
                  </a:cubicBezTo>
                  <a:cubicBezTo>
                    <a:pt x="97419" y="167410"/>
                    <a:pt x="97972" y="169409"/>
                    <a:pt x="97972" y="171450"/>
                  </a:cubicBezTo>
                  <a:cubicBezTo>
                    <a:pt x="97972" y="175362"/>
                    <a:pt x="96632" y="178381"/>
                    <a:pt x="93953" y="180507"/>
                  </a:cubicBezTo>
                  <a:cubicBezTo>
                    <a:pt x="91274" y="182633"/>
                    <a:pt x="87979" y="183696"/>
                    <a:pt x="84067" y="183696"/>
                  </a:cubicBezTo>
                  <a:cubicBezTo>
                    <a:pt x="82366" y="187438"/>
                    <a:pt x="79815" y="190415"/>
                    <a:pt x="76413" y="192626"/>
                  </a:cubicBezTo>
                  <a:cubicBezTo>
                    <a:pt x="73011" y="194837"/>
                    <a:pt x="69312" y="195943"/>
                    <a:pt x="65315" y="195943"/>
                  </a:cubicBezTo>
                  <a:cubicBezTo>
                    <a:pt x="61317" y="195943"/>
                    <a:pt x="57618" y="194837"/>
                    <a:pt x="54216" y="192626"/>
                  </a:cubicBezTo>
                  <a:cubicBezTo>
                    <a:pt x="50814" y="190415"/>
                    <a:pt x="48263" y="187438"/>
                    <a:pt x="46562" y="183696"/>
                  </a:cubicBezTo>
                  <a:cubicBezTo>
                    <a:pt x="42650" y="183696"/>
                    <a:pt x="39355" y="182633"/>
                    <a:pt x="36676" y="180507"/>
                  </a:cubicBezTo>
                  <a:cubicBezTo>
                    <a:pt x="33997" y="178381"/>
                    <a:pt x="32657" y="175362"/>
                    <a:pt x="32657" y="171450"/>
                  </a:cubicBezTo>
                  <a:cubicBezTo>
                    <a:pt x="32657" y="169409"/>
                    <a:pt x="33210" y="167410"/>
                    <a:pt x="34316" y="165454"/>
                  </a:cubicBezTo>
                  <a:cubicBezTo>
                    <a:pt x="30489" y="162988"/>
                    <a:pt x="28575" y="159544"/>
                    <a:pt x="28575" y="155121"/>
                  </a:cubicBezTo>
                  <a:cubicBezTo>
                    <a:pt x="28575" y="151975"/>
                    <a:pt x="29638" y="149253"/>
                    <a:pt x="31764" y="146957"/>
                  </a:cubicBezTo>
                  <a:cubicBezTo>
                    <a:pt x="29638" y="144661"/>
                    <a:pt x="28575" y="141939"/>
                    <a:pt x="28575" y="138793"/>
                  </a:cubicBezTo>
                  <a:cubicBezTo>
                    <a:pt x="28575" y="134200"/>
                    <a:pt x="30574" y="130713"/>
                    <a:pt x="34571" y="128332"/>
                  </a:cubicBezTo>
                  <a:cubicBezTo>
                    <a:pt x="34231" y="124080"/>
                    <a:pt x="32785" y="119509"/>
                    <a:pt x="30234" y="114619"/>
                  </a:cubicBezTo>
                  <a:cubicBezTo>
                    <a:pt x="27682" y="109729"/>
                    <a:pt x="25152" y="105668"/>
                    <a:pt x="22643" y="102436"/>
                  </a:cubicBezTo>
                  <a:cubicBezTo>
                    <a:pt x="20135" y="99204"/>
                    <a:pt x="16967" y="95505"/>
                    <a:pt x="13140" y="91338"/>
                  </a:cubicBezTo>
                  <a:cubicBezTo>
                    <a:pt x="4380" y="81728"/>
                    <a:pt x="0" y="70332"/>
                    <a:pt x="0" y="57150"/>
                  </a:cubicBezTo>
                  <a:cubicBezTo>
                    <a:pt x="0" y="48730"/>
                    <a:pt x="1892" y="40885"/>
                    <a:pt x="5677" y="33614"/>
                  </a:cubicBezTo>
                  <a:cubicBezTo>
                    <a:pt x="9461" y="26342"/>
                    <a:pt x="14437" y="20304"/>
                    <a:pt x="20602" y="15499"/>
                  </a:cubicBezTo>
                  <a:cubicBezTo>
                    <a:pt x="26768" y="10694"/>
                    <a:pt x="33742" y="6910"/>
                    <a:pt x="41523" y="4146"/>
                  </a:cubicBezTo>
                  <a:cubicBezTo>
                    <a:pt x="49305" y="1382"/>
                    <a:pt x="57235" y="0"/>
                    <a:pt x="65315" y="0"/>
                  </a:cubicBezTo>
                  <a:close/>
                </a:path>
              </a:pathLst>
            </a:custGeom>
            <a:grpFill/>
            <a:ln w="57150">
              <a:noFill/>
            </a:ln>
            <a:effectLst/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</a:p>
          </p:txBody>
        </p:sp>
        <p:sp>
          <p:nvSpPr>
            <p:cNvPr id="22" name="îṩļiḓè"/>
            <p:cNvSpPr/>
            <p:nvPr/>
          </p:nvSpPr>
          <p:spPr bwMode="auto">
            <a:xfrm flipH="1">
              <a:off x="7234506" y="4873406"/>
              <a:ext cx="4079154" cy="1022653"/>
            </a:xfrm>
            <a:custGeom>
              <a:avLst/>
              <a:gdLst>
                <a:gd name="T0" fmla="*/ 229 w 695"/>
                <a:gd name="T1" fmla="*/ 157 h 174"/>
                <a:gd name="T2" fmla="*/ 338 w 695"/>
                <a:gd name="T3" fmla="*/ 173 h 174"/>
                <a:gd name="T4" fmla="*/ 395 w 695"/>
                <a:gd name="T5" fmla="*/ 157 h 174"/>
                <a:gd name="T6" fmla="*/ 273 w 695"/>
                <a:gd name="T7" fmla="*/ 86 h 174"/>
                <a:gd name="T8" fmla="*/ 273 w 695"/>
                <a:gd name="T9" fmla="*/ 72 h 174"/>
                <a:gd name="T10" fmla="*/ 355 w 695"/>
                <a:gd name="T11" fmla="*/ 82 h 174"/>
                <a:gd name="T12" fmla="*/ 493 w 695"/>
                <a:gd name="T13" fmla="*/ 99 h 174"/>
                <a:gd name="T14" fmla="*/ 563 w 695"/>
                <a:gd name="T15" fmla="*/ 86 h 174"/>
                <a:gd name="T16" fmla="*/ 534 w 695"/>
                <a:gd name="T17" fmla="*/ 47 h 174"/>
                <a:gd name="T18" fmla="*/ 569 w 695"/>
                <a:gd name="T19" fmla="*/ 32 h 174"/>
                <a:gd name="T20" fmla="*/ 656 w 695"/>
                <a:gd name="T21" fmla="*/ 39 h 174"/>
                <a:gd name="T22" fmla="*/ 653 w 695"/>
                <a:gd name="T23" fmla="*/ 8 h 174"/>
                <a:gd name="T24" fmla="*/ 656 w 695"/>
                <a:gd name="T25" fmla="*/ 4 h 174"/>
                <a:gd name="T26" fmla="*/ 677 w 695"/>
                <a:gd name="T27" fmla="*/ 3 h 174"/>
                <a:gd name="T28" fmla="*/ 689 w 695"/>
                <a:gd name="T29" fmla="*/ 2 h 174"/>
                <a:gd name="T30" fmla="*/ 656 w 695"/>
                <a:gd name="T31" fmla="*/ 1 h 174"/>
                <a:gd name="T32" fmla="*/ 645 w 695"/>
                <a:gd name="T33" fmla="*/ 8 h 174"/>
                <a:gd name="T34" fmla="*/ 652 w 695"/>
                <a:gd name="T35" fmla="*/ 28 h 174"/>
                <a:gd name="T36" fmla="*/ 633 w 695"/>
                <a:gd name="T37" fmla="*/ 32 h 174"/>
                <a:gd name="T38" fmla="*/ 631 w 695"/>
                <a:gd name="T39" fmla="*/ 31 h 174"/>
                <a:gd name="T40" fmla="*/ 623 w 695"/>
                <a:gd name="T41" fmla="*/ 29 h 174"/>
                <a:gd name="T42" fmla="*/ 588 w 695"/>
                <a:gd name="T43" fmla="*/ 27 h 174"/>
                <a:gd name="T44" fmla="*/ 573 w 695"/>
                <a:gd name="T45" fmla="*/ 24 h 174"/>
                <a:gd name="T46" fmla="*/ 562 w 695"/>
                <a:gd name="T47" fmla="*/ 22 h 174"/>
                <a:gd name="T48" fmla="*/ 532 w 695"/>
                <a:gd name="T49" fmla="*/ 21 h 174"/>
                <a:gd name="T50" fmla="*/ 498 w 695"/>
                <a:gd name="T51" fmla="*/ 36 h 174"/>
                <a:gd name="T52" fmla="*/ 500 w 695"/>
                <a:gd name="T53" fmla="*/ 43 h 174"/>
                <a:gd name="T54" fmla="*/ 516 w 695"/>
                <a:gd name="T55" fmla="*/ 47 h 174"/>
                <a:gd name="T56" fmla="*/ 509 w 695"/>
                <a:gd name="T57" fmla="*/ 51 h 174"/>
                <a:gd name="T58" fmla="*/ 529 w 695"/>
                <a:gd name="T59" fmla="*/ 74 h 174"/>
                <a:gd name="T60" fmla="*/ 535 w 695"/>
                <a:gd name="T61" fmla="*/ 83 h 174"/>
                <a:gd name="T62" fmla="*/ 515 w 695"/>
                <a:gd name="T63" fmla="*/ 91 h 174"/>
                <a:gd name="T64" fmla="*/ 466 w 695"/>
                <a:gd name="T65" fmla="*/ 86 h 174"/>
                <a:gd name="T66" fmla="*/ 444 w 695"/>
                <a:gd name="T67" fmla="*/ 84 h 174"/>
                <a:gd name="T68" fmla="*/ 435 w 695"/>
                <a:gd name="T69" fmla="*/ 82 h 174"/>
                <a:gd name="T70" fmla="*/ 418 w 695"/>
                <a:gd name="T71" fmla="*/ 82 h 174"/>
                <a:gd name="T72" fmla="*/ 383 w 695"/>
                <a:gd name="T73" fmla="*/ 77 h 174"/>
                <a:gd name="T74" fmla="*/ 346 w 695"/>
                <a:gd name="T75" fmla="*/ 71 h 174"/>
                <a:gd name="T76" fmla="*/ 307 w 695"/>
                <a:gd name="T77" fmla="*/ 68 h 174"/>
                <a:gd name="T78" fmla="*/ 240 w 695"/>
                <a:gd name="T79" fmla="*/ 69 h 174"/>
                <a:gd name="T80" fmla="*/ 241 w 695"/>
                <a:gd name="T81" fmla="*/ 78 h 174"/>
                <a:gd name="T82" fmla="*/ 247 w 695"/>
                <a:gd name="T83" fmla="*/ 84 h 174"/>
                <a:gd name="T84" fmla="*/ 245 w 695"/>
                <a:gd name="T85" fmla="*/ 86 h 174"/>
                <a:gd name="T86" fmla="*/ 269 w 695"/>
                <a:gd name="T87" fmla="*/ 98 h 174"/>
                <a:gd name="T88" fmla="*/ 293 w 695"/>
                <a:gd name="T89" fmla="*/ 111 h 174"/>
                <a:gd name="T90" fmla="*/ 308 w 695"/>
                <a:gd name="T91" fmla="*/ 118 h 174"/>
                <a:gd name="T92" fmla="*/ 332 w 695"/>
                <a:gd name="T93" fmla="*/ 128 h 174"/>
                <a:gd name="T94" fmla="*/ 352 w 695"/>
                <a:gd name="T95" fmla="*/ 144 h 174"/>
                <a:gd name="T96" fmla="*/ 371 w 695"/>
                <a:gd name="T97" fmla="*/ 156 h 174"/>
                <a:gd name="T98" fmla="*/ 370 w 695"/>
                <a:gd name="T99" fmla="*/ 167 h 174"/>
                <a:gd name="T100" fmla="*/ 281 w 695"/>
                <a:gd name="T101" fmla="*/ 157 h 174"/>
                <a:gd name="T102" fmla="*/ 249 w 695"/>
                <a:gd name="T103" fmla="*/ 152 h 174"/>
                <a:gd name="T104" fmla="*/ 160 w 695"/>
                <a:gd name="T105" fmla="*/ 140 h 174"/>
                <a:gd name="T106" fmla="*/ 79 w 695"/>
                <a:gd name="T107" fmla="*/ 123 h 174"/>
                <a:gd name="T108" fmla="*/ 656 w 695"/>
                <a:gd name="T109" fmla="*/ 33 h 174"/>
                <a:gd name="T110" fmla="*/ 648 w 695"/>
                <a:gd name="T111" fmla="*/ 5 h 174"/>
                <a:gd name="T112" fmla="*/ 655 w 695"/>
                <a:gd name="T113" fmla="*/ 33 h 174"/>
                <a:gd name="T114" fmla="*/ 648 w 695"/>
                <a:gd name="T115" fmla="*/ 37 h 174"/>
                <a:gd name="T116" fmla="*/ 535 w 695"/>
                <a:gd name="T117" fmla="*/ 92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695" h="174">
                  <a:moveTo>
                    <a:pt x="78" y="130"/>
                  </a:moveTo>
                  <a:cubicBezTo>
                    <a:pt x="88" y="132"/>
                    <a:pt x="101" y="134"/>
                    <a:pt x="109" y="136"/>
                  </a:cubicBezTo>
                  <a:cubicBezTo>
                    <a:pt x="147" y="143"/>
                    <a:pt x="179" y="151"/>
                    <a:pt x="220" y="157"/>
                  </a:cubicBezTo>
                  <a:cubicBezTo>
                    <a:pt x="219" y="157"/>
                    <a:pt x="222" y="157"/>
                    <a:pt x="225" y="157"/>
                  </a:cubicBezTo>
                  <a:cubicBezTo>
                    <a:pt x="224" y="157"/>
                    <a:pt x="224" y="157"/>
                    <a:pt x="224" y="157"/>
                  </a:cubicBezTo>
                  <a:cubicBezTo>
                    <a:pt x="229" y="157"/>
                    <a:pt x="229" y="157"/>
                    <a:pt x="229" y="157"/>
                  </a:cubicBezTo>
                  <a:cubicBezTo>
                    <a:pt x="232" y="157"/>
                    <a:pt x="229" y="158"/>
                    <a:pt x="226" y="158"/>
                  </a:cubicBezTo>
                  <a:cubicBezTo>
                    <a:pt x="242" y="160"/>
                    <a:pt x="257" y="162"/>
                    <a:pt x="272" y="165"/>
                  </a:cubicBezTo>
                  <a:cubicBezTo>
                    <a:pt x="275" y="164"/>
                    <a:pt x="280" y="166"/>
                    <a:pt x="283" y="165"/>
                  </a:cubicBezTo>
                  <a:cubicBezTo>
                    <a:pt x="283" y="166"/>
                    <a:pt x="283" y="166"/>
                    <a:pt x="282" y="166"/>
                  </a:cubicBezTo>
                  <a:cubicBezTo>
                    <a:pt x="294" y="167"/>
                    <a:pt x="295" y="167"/>
                    <a:pt x="303" y="169"/>
                  </a:cubicBezTo>
                  <a:cubicBezTo>
                    <a:pt x="314" y="171"/>
                    <a:pt x="325" y="172"/>
                    <a:pt x="338" y="173"/>
                  </a:cubicBezTo>
                  <a:cubicBezTo>
                    <a:pt x="346" y="174"/>
                    <a:pt x="351" y="174"/>
                    <a:pt x="366" y="173"/>
                  </a:cubicBezTo>
                  <a:cubicBezTo>
                    <a:pt x="367" y="173"/>
                    <a:pt x="372" y="173"/>
                    <a:pt x="375" y="172"/>
                  </a:cubicBezTo>
                  <a:cubicBezTo>
                    <a:pt x="379" y="171"/>
                    <a:pt x="379" y="171"/>
                    <a:pt x="379" y="171"/>
                  </a:cubicBezTo>
                  <a:cubicBezTo>
                    <a:pt x="396" y="166"/>
                    <a:pt x="387" y="169"/>
                    <a:pt x="391" y="167"/>
                  </a:cubicBezTo>
                  <a:cubicBezTo>
                    <a:pt x="398" y="163"/>
                    <a:pt x="396" y="163"/>
                    <a:pt x="397" y="161"/>
                  </a:cubicBezTo>
                  <a:cubicBezTo>
                    <a:pt x="397" y="160"/>
                    <a:pt x="396" y="158"/>
                    <a:pt x="395" y="157"/>
                  </a:cubicBezTo>
                  <a:cubicBezTo>
                    <a:pt x="389" y="149"/>
                    <a:pt x="378" y="143"/>
                    <a:pt x="368" y="136"/>
                  </a:cubicBezTo>
                  <a:cubicBezTo>
                    <a:pt x="347" y="123"/>
                    <a:pt x="322" y="111"/>
                    <a:pt x="300" y="97"/>
                  </a:cubicBezTo>
                  <a:cubicBezTo>
                    <a:pt x="292" y="96"/>
                    <a:pt x="289" y="93"/>
                    <a:pt x="282" y="92"/>
                  </a:cubicBezTo>
                  <a:cubicBezTo>
                    <a:pt x="283" y="91"/>
                    <a:pt x="283" y="91"/>
                    <a:pt x="283" y="91"/>
                  </a:cubicBezTo>
                  <a:cubicBezTo>
                    <a:pt x="278" y="90"/>
                    <a:pt x="279" y="89"/>
                    <a:pt x="277" y="86"/>
                  </a:cubicBezTo>
                  <a:cubicBezTo>
                    <a:pt x="276" y="86"/>
                    <a:pt x="275" y="85"/>
                    <a:pt x="273" y="86"/>
                  </a:cubicBezTo>
                  <a:cubicBezTo>
                    <a:pt x="270" y="85"/>
                    <a:pt x="274" y="83"/>
                    <a:pt x="271" y="82"/>
                  </a:cubicBezTo>
                  <a:cubicBezTo>
                    <a:pt x="272" y="82"/>
                    <a:pt x="270" y="83"/>
                    <a:pt x="270" y="82"/>
                  </a:cubicBezTo>
                  <a:cubicBezTo>
                    <a:pt x="262" y="79"/>
                    <a:pt x="272" y="82"/>
                    <a:pt x="269" y="77"/>
                  </a:cubicBezTo>
                  <a:cubicBezTo>
                    <a:pt x="267" y="76"/>
                    <a:pt x="264" y="74"/>
                    <a:pt x="262" y="72"/>
                  </a:cubicBezTo>
                  <a:cubicBezTo>
                    <a:pt x="265" y="72"/>
                    <a:pt x="269" y="72"/>
                    <a:pt x="272" y="73"/>
                  </a:cubicBezTo>
                  <a:cubicBezTo>
                    <a:pt x="270" y="73"/>
                    <a:pt x="271" y="72"/>
                    <a:pt x="273" y="72"/>
                  </a:cubicBezTo>
                  <a:cubicBezTo>
                    <a:pt x="273" y="74"/>
                    <a:pt x="281" y="72"/>
                    <a:pt x="284" y="73"/>
                  </a:cubicBezTo>
                  <a:cubicBezTo>
                    <a:pt x="283" y="73"/>
                    <a:pt x="281" y="73"/>
                    <a:pt x="280" y="73"/>
                  </a:cubicBezTo>
                  <a:cubicBezTo>
                    <a:pt x="288" y="75"/>
                    <a:pt x="297" y="75"/>
                    <a:pt x="304" y="76"/>
                  </a:cubicBezTo>
                  <a:cubicBezTo>
                    <a:pt x="314" y="76"/>
                    <a:pt x="320" y="79"/>
                    <a:pt x="327" y="78"/>
                  </a:cubicBezTo>
                  <a:cubicBezTo>
                    <a:pt x="325" y="79"/>
                    <a:pt x="330" y="79"/>
                    <a:pt x="331" y="80"/>
                  </a:cubicBezTo>
                  <a:cubicBezTo>
                    <a:pt x="341" y="79"/>
                    <a:pt x="345" y="82"/>
                    <a:pt x="355" y="82"/>
                  </a:cubicBezTo>
                  <a:cubicBezTo>
                    <a:pt x="354" y="82"/>
                    <a:pt x="354" y="82"/>
                    <a:pt x="354" y="82"/>
                  </a:cubicBezTo>
                  <a:cubicBezTo>
                    <a:pt x="376" y="85"/>
                    <a:pt x="398" y="88"/>
                    <a:pt x="422" y="90"/>
                  </a:cubicBezTo>
                  <a:cubicBezTo>
                    <a:pt x="436" y="92"/>
                    <a:pt x="446" y="95"/>
                    <a:pt x="463" y="96"/>
                  </a:cubicBezTo>
                  <a:cubicBezTo>
                    <a:pt x="466" y="96"/>
                    <a:pt x="464" y="96"/>
                    <a:pt x="467" y="96"/>
                  </a:cubicBezTo>
                  <a:cubicBezTo>
                    <a:pt x="470" y="96"/>
                    <a:pt x="466" y="96"/>
                    <a:pt x="467" y="96"/>
                  </a:cubicBezTo>
                  <a:cubicBezTo>
                    <a:pt x="475" y="97"/>
                    <a:pt x="483" y="98"/>
                    <a:pt x="493" y="99"/>
                  </a:cubicBezTo>
                  <a:cubicBezTo>
                    <a:pt x="494" y="99"/>
                    <a:pt x="497" y="99"/>
                    <a:pt x="497" y="99"/>
                  </a:cubicBezTo>
                  <a:cubicBezTo>
                    <a:pt x="501" y="100"/>
                    <a:pt x="508" y="100"/>
                    <a:pt x="516" y="100"/>
                  </a:cubicBezTo>
                  <a:cubicBezTo>
                    <a:pt x="520" y="100"/>
                    <a:pt x="524" y="100"/>
                    <a:pt x="530" y="100"/>
                  </a:cubicBezTo>
                  <a:cubicBezTo>
                    <a:pt x="534" y="101"/>
                    <a:pt x="558" y="94"/>
                    <a:pt x="557" y="93"/>
                  </a:cubicBezTo>
                  <a:cubicBezTo>
                    <a:pt x="549" y="96"/>
                    <a:pt x="562" y="89"/>
                    <a:pt x="560" y="87"/>
                  </a:cubicBezTo>
                  <a:cubicBezTo>
                    <a:pt x="561" y="86"/>
                    <a:pt x="562" y="86"/>
                    <a:pt x="563" y="86"/>
                  </a:cubicBezTo>
                  <a:cubicBezTo>
                    <a:pt x="564" y="83"/>
                    <a:pt x="563" y="81"/>
                    <a:pt x="563" y="77"/>
                  </a:cubicBezTo>
                  <a:cubicBezTo>
                    <a:pt x="562" y="76"/>
                    <a:pt x="559" y="76"/>
                    <a:pt x="559" y="74"/>
                  </a:cubicBezTo>
                  <a:cubicBezTo>
                    <a:pt x="561" y="72"/>
                    <a:pt x="557" y="70"/>
                    <a:pt x="557" y="68"/>
                  </a:cubicBezTo>
                  <a:cubicBezTo>
                    <a:pt x="554" y="69"/>
                    <a:pt x="551" y="68"/>
                    <a:pt x="550" y="66"/>
                  </a:cubicBezTo>
                  <a:cubicBezTo>
                    <a:pt x="554" y="65"/>
                    <a:pt x="554" y="65"/>
                    <a:pt x="554" y="65"/>
                  </a:cubicBezTo>
                  <a:cubicBezTo>
                    <a:pt x="548" y="61"/>
                    <a:pt x="545" y="52"/>
                    <a:pt x="534" y="47"/>
                  </a:cubicBezTo>
                  <a:cubicBezTo>
                    <a:pt x="536" y="46"/>
                    <a:pt x="536" y="46"/>
                    <a:pt x="536" y="46"/>
                  </a:cubicBezTo>
                  <a:cubicBezTo>
                    <a:pt x="528" y="41"/>
                    <a:pt x="524" y="34"/>
                    <a:pt x="521" y="29"/>
                  </a:cubicBezTo>
                  <a:cubicBezTo>
                    <a:pt x="521" y="29"/>
                    <a:pt x="520" y="30"/>
                    <a:pt x="527" y="30"/>
                  </a:cubicBezTo>
                  <a:cubicBezTo>
                    <a:pt x="534" y="29"/>
                    <a:pt x="537" y="29"/>
                    <a:pt x="543" y="29"/>
                  </a:cubicBezTo>
                  <a:cubicBezTo>
                    <a:pt x="546" y="29"/>
                    <a:pt x="546" y="30"/>
                    <a:pt x="547" y="30"/>
                  </a:cubicBezTo>
                  <a:cubicBezTo>
                    <a:pt x="555" y="31"/>
                    <a:pt x="560" y="33"/>
                    <a:pt x="569" y="32"/>
                  </a:cubicBezTo>
                  <a:cubicBezTo>
                    <a:pt x="568" y="33"/>
                    <a:pt x="568" y="33"/>
                    <a:pt x="568" y="33"/>
                  </a:cubicBezTo>
                  <a:cubicBezTo>
                    <a:pt x="575" y="33"/>
                    <a:pt x="586" y="34"/>
                    <a:pt x="592" y="35"/>
                  </a:cubicBezTo>
                  <a:cubicBezTo>
                    <a:pt x="595" y="35"/>
                    <a:pt x="603" y="36"/>
                    <a:pt x="601" y="35"/>
                  </a:cubicBezTo>
                  <a:cubicBezTo>
                    <a:pt x="604" y="35"/>
                    <a:pt x="600" y="36"/>
                    <a:pt x="605" y="36"/>
                  </a:cubicBezTo>
                  <a:cubicBezTo>
                    <a:pt x="600" y="36"/>
                    <a:pt x="600" y="36"/>
                    <a:pt x="600" y="36"/>
                  </a:cubicBezTo>
                  <a:cubicBezTo>
                    <a:pt x="618" y="38"/>
                    <a:pt x="625" y="42"/>
                    <a:pt x="656" y="39"/>
                  </a:cubicBezTo>
                  <a:cubicBezTo>
                    <a:pt x="672" y="35"/>
                    <a:pt x="667" y="30"/>
                    <a:pt x="667" y="26"/>
                  </a:cubicBezTo>
                  <a:cubicBezTo>
                    <a:pt x="665" y="25"/>
                    <a:pt x="664" y="21"/>
                    <a:pt x="659" y="21"/>
                  </a:cubicBezTo>
                  <a:cubicBezTo>
                    <a:pt x="661" y="20"/>
                    <a:pt x="661" y="20"/>
                    <a:pt x="661" y="20"/>
                  </a:cubicBezTo>
                  <a:cubicBezTo>
                    <a:pt x="659" y="18"/>
                    <a:pt x="657" y="14"/>
                    <a:pt x="655" y="11"/>
                  </a:cubicBezTo>
                  <a:cubicBezTo>
                    <a:pt x="655" y="9"/>
                    <a:pt x="653" y="10"/>
                    <a:pt x="651" y="8"/>
                  </a:cubicBezTo>
                  <a:cubicBezTo>
                    <a:pt x="653" y="8"/>
                    <a:pt x="653" y="8"/>
                    <a:pt x="653" y="8"/>
                  </a:cubicBezTo>
                  <a:cubicBezTo>
                    <a:pt x="651" y="6"/>
                    <a:pt x="649" y="6"/>
                    <a:pt x="647" y="6"/>
                  </a:cubicBezTo>
                  <a:cubicBezTo>
                    <a:pt x="648" y="5"/>
                    <a:pt x="648" y="5"/>
                    <a:pt x="648" y="5"/>
                  </a:cubicBezTo>
                  <a:cubicBezTo>
                    <a:pt x="649" y="5"/>
                    <a:pt x="650" y="4"/>
                    <a:pt x="651" y="4"/>
                  </a:cubicBezTo>
                  <a:cubicBezTo>
                    <a:pt x="652" y="5"/>
                    <a:pt x="653" y="5"/>
                    <a:pt x="654" y="5"/>
                  </a:cubicBezTo>
                  <a:cubicBezTo>
                    <a:pt x="653" y="5"/>
                    <a:pt x="654" y="5"/>
                    <a:pt x="654" y="4"/>
                  </a:cubicBezTo>
                  <a:cubicBezTo>
                    <a:pt x="655" y="4"/>
                    <a:pt x="655" y="4"/>
                    <a:pt x="656" y="4"/>
                  </a:cubicBezTo>
                  <a:cubicBezTo>
                    <a:pt x="662" y="4"/>
                    <a:pt x="666" y="4"/>
                    <a:pt x="668" y="3"/>
                  </a:cubicBezTo>
                  <a:cubicBezTo>
                    <a:pt x="666" y="4"/>
                    <a:pt x="671" y="4"/>
                    <a:pt x="667" y="4"/>
                  </a:cubicBezTo>
                  <a:cubicBezTo>
                    <a:pt x="671" y="4"/>
                    <a:pt x="674" y="4"/>
                    <a:pt x="677" y="4"/>
                  </a:cubicBezTo>
                  <a:cubicBezTo>
                    <a:pt x="676" y="4"/>
                    <a:pt x="675" y="4"/>
                    <a:pt x="674" y="4"/>
                  </a:cubicBezTo>
                  <a:cubicBezTo>
                    <a:pt x="678" y="3"/>
                    <a:pt x="682" y="3"/>
                    <a:pt x="682" y="3"/>
                  </a:cubicBezTo>
                  <a:cubicBezTo>
                    <a:pt x="680" y="3"/>
                    <a:pt x="679" y="3"/>
                    <a:pt x="677" y="3"/>
                  </a:cubicBezTo>
                  <a:cubicBezTo>
                    <a:pt x="679" y="2"/>
                    <a:pt x="687" y="2"/>
                    <a:pt x="687" y="3"/>
                  </a:cubicBezTo>
                  <a:cubicBezTo>
                    <a:pt x="687" y="4"/>
                    <a:pt x="681" y="4"/>
                    <a:pt x="683" y="4"/>
                  </a:cubicBezTo>
                  <a:cubicBezTo>
                    <a:pt x="695" y="4"/>
                    <a:pt x="695" y="4"/>
                    <a:pt x="695" y="4"/>
                  </a:cubicBezTo>
                  <a:cubicBezTo>
                    <a:pt x="692" y="4"/>
                    <a:pt x="691" y="3"/>
                    <a:pt x="693" y="3"/>
                  </a:cubicBezTo>
                  <a:cubicBezTo>
                    <a:pt x="688" y="3"/>
                    <a:pt x="688" y="3"/>
                    <a:pt x="688" y="3"/>
                  </a:cubicBezTo>
                  <a:cubicBezTo>
                    <a:pt x="689" y="2"/>
                    <a:pt x="689" y="2"/>
                    <a:pt x="689" y="2"/>
                  </a:cubicBezTo>
                  <a:cubicBezTo>
                    <a:pt x="682" y="2"/>
                    <a:pt x="677" y="1"/>
                    <a:pt x="668" y="1"/>
                  </a:cubicBezTo>
                  <a:cubicBezTo>
                    <a:pt x="670" y="2"/>
                    <a:pt x="670" y="2"/>
                    <a:pt x="670" y="2"/>
                  </a:cubicBezTo>
                  <a:cubicBezTo>
                    <a:pt x="665" y="2"/>
                    <a:pt x="659" y="3"/>
                    <a:pt x="655" y="3"/>
                  </a:cubicBezTo>
                  <a:cubicBezTo>
                    <a:pt x="658" y="2"/>
                    <a:pt x="656" y="2"/>
                    <a:pt x="657" y="2"/>
                  </a:cubicBezTo>
                  <a:cubicBezTo>
                    <a:pt x="655" y="2"/>
                    <a:pt x="654" y="2"/>
                    <a:pt x="652" y="2"/>
                  </a:cubicBezTo>
                  <a:cubicBezTo>
                    <a:pt x="656" y="1"/>
                    <a:pt x="656" y="1"/>
                    <a:pt x="656" y="1"/>
                  </a:cubicBezTo>
                  <a:cubicBezTo>
                    <a:pt x="655" y="1"/>
                    <a:pt x="654" y="2"/>
                    <a:pt x="652" y="2"/>
                  </a:cubicBezTo>
                  <a:cubicBezTo>
                    <a:pt x="649" y="3"/>
                    <a:pt x="655" y="0"/>
                    <a:pt x="645" y="4"/>
                  </a:cubicBezTo>
                  <a:cubicBezTo>
                    <a:pt x="644" y="4"/>
                    <a:pt x="644" y="4"/>
                    <a:pt x="644" y="4"/>
                  </a:cubicBezTo>
                  <a:cubicBezTo>
                    <a:pt x="644" y="6"/>
                    <a:pt x="643" y="7"/>
                    <a:pt x="643" y="7"/>
                  </a:cubicBezTo>
                  <a:cubicBezTo>
                    <a:pt x="643" y="7"/>
                    <a:pt x="643" y="7"/>
                    <a:pt x="643" y="7"/>
                  </a:cubicBezTo>
                  <a:cubicBezTo>
                    <a:pt x="641" y="10"/>
                    <a:pt x="645" y="6"/>
                    <a:pt x="645" y="8"/>
                  </a:cubicBezTo>
                  <a:cubicBezTo>
                    <a:pt x="644" y="9"/>
                    <a:pt x="641" y="9"/>
                    <a:pt x="640" y="11"/>
                  </a:cubicBezTo>
                  <a:cubicBezTo>
                    <a:pt x="640" y="13"/>
                    <a:pt x="645" y="16"/>
                    <a:pt x="644" y="19"/>
                  </a:cubicBezTo>
                  <a:cubicBezTo>
                    <a:pt x="647" y="21"/>
                    <a:pt x="650" y="23"/>
                    <a:pt x="653" y="24"/>
                  </a:cubicBezTo>
                  <a:cubicBezTo>
                    <a:pt x="654" y="25"/>
                    <a:pt x="649" y="25"/>
                    <a:pt x="652" y="26"/>
                  </a:cubicBezTo>
                  <a:cubicBezTo>
                    <a:pt x="650" y="26"/>
                    <a:pt x="649" y="26"/>
                    <a:pt x="648" y="27"/>
                  </a:cubicBezTo>
                  <a:cubicBezTo>
                    <a:pt x="650" y="27"/>
                    <a:pt x="650" y="30"/>
                    <a:pt x="652" y="28"/>
                  </a:cubicBezTo>
                  <a:cubicBezTo>
                    <a:pt x="653" y="30"/>
                    <a:pt x="654" y="32"/>
                    <a:pt x="653" y="33"/>
                  </a:cubicBezTo>
                  <a:cubicBezTo>
                    <a:pt x="652" y="33"/>
                    <a:pt x="650" y="33"/>
                    <a:pt x="649" y="33"/>
                  </a:cubicBezTo>
                  <a:cubicBezTo>
                    <a:pt x="648" y="34"/>
                    <a:pt x="650" y="34"/>
                    <a:pt x="646" y="34"/>
                  </a:cubicBezTo>
                  <a:cubicBezTo>
                    <a:pt x="638" y="35"/>
                    <a:pt x="640" y="33"/>
                    <a:pt x="639" y="32"/>
                  </a:cubicBezTo>
                  <a:cubicBezTo>
                    <a:pt x="643" y="32"/>
                    <a:pt x="643" y="32"/>
                    <a:pt x="643" y="32"/>
                  </a:cubicBezTo>
                  <a:cubicBezTo>
                    <a:pt x="640" y="32"/>
                    <a:pt x="637" y="32"/>
                    <a:pt x="633" y="32"/>
                  </a:cubicBezTo>
                  <a:cubicBezTo>
                    <a:pt x="635" y="30"/>
                    <a:pt x="640" y="32"/>
                    <a:pt x="643" y="32"/>
                  </a:cubicBezTo>
                  <a:cubicBezTo>
                    <a:pt x="642" y="30"/>
                    <a:pt x="642" y="30"/>
                    <a:pt x="642" y="30"/>
                  </a:cubicBezTo>
                  <a:cubicBezTo>
                    <a:pt x="636" y="29"/>
                    <a:pt x="638" y="31"/>
                    <a:pt x="632" y="30"/>
                  </a:cubicBezTo>
                  <a:cubicBezTo>
                    <a:pt x="634" y="30"/>
                    <a:pt x="634" y="30"/>
                    <a:pt x="634" y="30"/>
                  </a:cubicBezTo>
                  <a:cubicBezTo>
                    <a:pt x="629" y="29"/>
                    <a:pt x="629" y="29"/>
                    <a:pt x="629" y="29"/>
                  </a:cubicBezTo>
                  <a:cubicBezTo>
                    <a:pt x="628" y="30"/>
                    <a:pt x="627" y="31"/>
                    <a:pt x="631" y="31"/>
                  </a:cubicBezTo>
                  <a:cubicBezTo>
                    <a:pt x="626" y="32"/>
                    <a:pt x="627" y="31"/>
                    <a:pt x="621" y="30"/>
                  </a:cubicBezTo>
                  <a:cubicBezTo>
                    <a:pt x="618" y="31"/>
                    <a:pt x="624" y="31"/>
                    <a:pt x="622" y="31"/>
                  </a:cubicBezTo>
                  <a:cubicBezTo>
                    <a:pt x="621" y="32"/>
                    <a:pt x="617" y="32"/>
                    <a:pt x="614" y="31"/>
                  </a:cubicBezTo>
                  <a:cubicBezTo>
                    <a:pt x="609" y="31"/>
                    <a:pt x="614" y="30"/>
                    <a:pt x="613" y="30"/>
                  </a:cubicBezTo>
                  <a:cubicBezTo>
                    <a:pt x="614" y="30"/>
                    <a:pt x="618" y="30"/>
                    <a:pt x="616" y="30"/>
                  </a:cubicBezTo>
                  <a:cubicBezTo>
                    <a:pt x="624" y="30"/>
                    <a:pt x="618" y="29"/>
                    <a:pt x="623" y="29"/>
                  </a:cubicBezTo>
                  <a:cubicBezTo>
                    <a:pt x="619" y="27"/>
                    <a:pt x="617" y="28"/>
                    <a:pt x="615" y="28"/>
                  </a:cubicBezTo>
                  <a:cubicBezTo>
                    <a:pt x="616" y="29"/>
                    <a:pt x="612" y="29"/>
                    <a:pt x="613" y="29"/>
                  </a:cubicBezTo>
                  <a:cubicBezTo>
                    <a:pt x="600" y="30"/>
                    <a:pt x="611" y="27"/>
                    <a:pt x="603" y="27"/>
                  </a:cubicBezTo>
                  <a:cubicBezTo>
                    <a:pt x="602" y="28"/>
                    <a:pt x="589" y="27"/>
                    <a:pt x="591" y="29"/>
                  </a:cubicBezTo>
                  <a:cubicBezTo>
                    <a:pt x="589" y="29"/>
                    <a:pt x="586" y="29"/>
                    <a:pt x="585" y="29"/>
                  </a:cubicBezTo>
                  <a:cubicBezTo>
                    <a:pt x="589" y="28"/>
                    <a:pt x="583" y="28"/>
                    <a:pt x="588" y="27"/>
                  </a:cubicBezTo>
                  <a:cubicBezTo>
                    <a:pt x="586" y="27"/>
                    <a:pt x="586" y="27"/>
                    <a:pt x="586" y="27"/>
                  </a:cubicBezTo>
                  <a:cubicBezTo>
                    <a:pt x="592" y="27"/>
                    <a:pt x="592" y="27"/>
                    <a:pt x="592" y="27"/>
                  </a:cubicBezTo>
                  <a:cubicBezTo>
                    <a:pt x="590" y="26"/>
                    <a:pt x="587" y="24"/>
                    <a:pt x="586" y="24"/>
                  </a:cubicBezTo>
                  <a:cubicBezTo>
                    <a:pt x="581" y="24"/>
                    <a:pt x="586" y="25"/>
                    <a:pt x="580" y="24"/>
                  </a:cubicBezTo>
                  <a:cubicBezTo>
                    <a:pt x="583" y="24"/>
                    <a:pt x="581" y="23"/>
                    <a:pt x="579" y="23"/>
                  </a:cubicBezTo>
                  <a:cubicBezTo>
                    <a:pt x="582" y="24"/>
                    <a:pt x="576" y="24"/>
                    <a:pt x="573" y="24"/>
                  </a:cubicBezTo>
                  <a:cubicBezTo>
                    <a:pt x="569" y="24"/>
                    <a:pt x="567" y="23"/>
                    <a:pt x="568" y="23"/>
                  </a:cubicBezTo>
                  <a:cubicBezTo>
                    <a:pt x="574" y="22"/>
                    <a:pt x="574" y="22"/>
                    <a:pt x="574" y="22"/>
                  </a:cubicBezTo>
                  <a:cubicBezTo>
                    <a:pt x="570" y="23"/>
                    <a:pt x="573" y="22"/>
                    <a:pt x="570" y="22"/>
                  </a:cubicBezTo>
                  <a:cubicBezTo>
                    <a:pt x="568" y="22"/>
                    <a:pt x="564" y="23"/>
                    <a:pt x="562" y="23"/>
                  </a:cubicBezTo>
                  <a:cubicBezTo>
                    <a:pt x="558" y="23"/>
                    <a:pt x="558" y="22"/>
                    <a:pt x="556" y="22"/>
                  </a:cubicBezTo>
                  <a:cubicBezTo>
                    <a:pt x="562" y="22"/>
                    <a:pt x="562" y="22"/>
                    <a:pt x="562" y="22"/>
                  </a:cubicBezTo>
                  <a:cubicBezTo>
                    <a:pt x="556" y="22"/>
                    <a:pt x="564" y="21"/>
                    <a:pt x="556" y="21"/>
                  </a:cubicBezTo>
                  <a:cubicBezTo>
                    <a:pt x="553" y="21"/>
                    <a:pt x="553" y="21"/>
                    <a:pt x="553" y="21"/>
                  </a:cubicBezTo>
                  <a:cubicBezTo>
                    <a:pt x="552" y="21"/>
                    <a:pt x="552" y="21"/>
                    <a:pt x="554" y="20"/>
                  </a:cubicBezTo>
                  <a:cubicBezTo>
                    <a:pt x="552" y="21"/>
                    <a:pt x="548" y="21"/>
                    <a:pt x="546" y="21"/>
                  </a:cubicBezTo>
                  <a:cubicBezTo>
                    <a:pt x="546" y="20"/>
                    <a:pt x="546" y="20"/>
                    <a:pt x="546" y="20"/>
                  </a:cubicBezTo>
                  <a:cubicBezTo>
                    <a:pt x="543" y="20"/>
                    <a:pt x="536" y="21"/>
                    <a:pt x="532" y="21"/>
                  </a:cubicBezTo>
                  <a:cubicBezTo>
                    <a:pt x="534" y="22"/>
                    <a:pt x="538" y="20"/>
                    <a:pt x="543" y="21"/>
                  </a:cubicBezTo>
                  <a:cubicBezTo>
                    <a:pt x="545" y="22"/>
                    <a:pt x="536" y="22"/>
                    <a:pt x="534" y="22"/>
                  </a:cubicBezTo>
                  <a:cubicBezTo>
                    <a:pt x="537" y="21"/>
                    <a:pt x="523" y="22"/>
                    <a:pt x="513" y="25"/>
                  </a:cubicBezTo>
                  <a:cubicBezTo>
                    <a:pt x="507" y="26"/>
                    <a:pt x="500" y="29"/>
                    <a:pt x="500" y="29"/>
                  </a:cubicBezTo>
                  <a:cubicBezTo>
                    <a:pt x="501" y="30"/>
                    <a:pt x="501" y="30"/>
                    <a:pt x="501" y="30"/>
                  </a:cubicBezTo>
                  <a:cubicBezTo>
                    <a:pt x="493" y="32"/>
                    <a:pt x="499" y="34"/>
                    <a:pt x="498" y="36"/>
                  </a:cubicBezTo>
                  <a:cubicBezTo>
                    <a:pt x="496" y="35"/>
                    <a:pt x="494" y="35"/>
                    <a:pt x="494" y="37"/>
                  </a:cubicBezTo>
                  <a:cubicBezTo>
                    <a:pt x="497" y="35"/>
                    <a:pt x="499" y="38"/>
                    <a:pt x="501" y="37"/>
                  </a:cubicBezTo>
                  <a:cubicBezTo>
                    <a:pt x="501" y="39"/>
                    <a:pt x="496" y="37"/>
                    <a:pt x="494" y="38"/>
                  </a:cubicBezTo>
                  <a:cubicBezTo>
                    <a:pt x="497" y="39"/>
                    <a:pt x="494" y="41"/>
                    <a:pt x="498" y="41"/>
                  </a:cubicBezTo>
                  <a:cubicBezTo>
                    <a:pt x="498" y="40"/>
                    <a:pt x="500" y="41"/>
                    <a:pt x="502" y="41"/>
                  </a:cubicBezTo>
                  <a:cubicBezTo>
                    <a:pt x="503" y="43"/>
                    <a:pt x="500" y="41"/>
                    <a:pt x="500" y="43"/>
                  </a:cubicBezTo>
                  <a:cubicBezTo>
                    <a:pt x="501" y="43"/>
                    <a:pt x="504" y="44"/>
                    <a:pt x="504" y="42"/>
                  </a:cubicBezTo>
                  <a:cubicBezTo>
                    <a:pt x="504" y="43"/>
                    <a:pt x="509" y="44"/>
                    <a:pt x="507" y="45"/>
                  </a:cubicBezTo>
                  <a:cubicBezTo>
                    <a:pt x="506" y="46"/>
                    <a:pt x="505" y="44"/>
                    <a:pt x="504" y="45"/>
                  </a:cubicBezTo>
                  <a:cubicBezTo>
                    <a:pt x="505" y="47"/>
                    <a:pt x="510" y="45"/>
                    <a:pt x="513" y="47"/>
                  </a:cubicBezTo>
                  <a:cubicBezTo>
                    <a:pt x="513" y="45"/>
                    <a:pt x="518" y="45"/>
                    <a:pt x="520" y="46"/>
                  </a:cubicBezTo>
                  <a:cubicBezTo>
                    <a:pt x="521" y="49"/>
                    <a:pt x="518" y="45"/>
                    <a:pt x="516" y="47"/>
                  </a:cubicBezTo>
                  <a:cubicBezTo>
                    <a:pt x="517" y="48"/>
                    <a:pt x="517" y="48"/>
                    <a:pt x="517" y="48"/>
                  </a:cubicBezTo>
                  <a:cubicBezTo>
                    <a:pt x="515" y="50"/>
                    <a:pt x="508" y="46"/>
                    <a:pt x="506" y="48"/>
                  </a:cubicBezTo>
                  <a:cubicBezTo>
                    <a:pt x="509" y="49"/>
                    <a:pt x="509" y="49"/>
                    <a:pt x="509" y="49"/>
                  </a:cubicBezTo>
                  <a:cubicBezTo>
                    <a:pt x="507" y="49"/>
                    <a:pt x="505" y="49"/>
                    <a:pt x="504" y="50"/>
                  </a:cubicBezTo>
                  <a:cubicBezTo>
                    <a:pt x="507" y="50"/>
                    <a:pt x="507" y="52"/>
                    <a:pt x="508" y="52"/>
                  </a:cubicBezTo>
                  <a:cubicBezTo>
                    <a:pt x="511" y="52"/>
                    <a:pt x="507" y="52"/>
                    <a:pt x="509" y="51"/>
                  </a:cubicBezTo>
                  <a:cubicBezTo>
                    <a:pt x="510" y="52"/>
                    <a:pt x="514" y="52"/>
                    <a:pt x="515" y="54"/>
                  </a:cubicBezTo>
                  <a:cubicBezTo>
                    <a:pt x="512" y="53"/>
                    <a:pt x="512" y="55"/>
                    <a:pt x="510" y="55"/>
                  </a:cubicBezTo>
                  <a:cubicBezTo>
                    <a:pt x="510" y="56"/>
                    <a:pt x="513" y="55"/>
                    <a:pt x="513" y="56"/>
                  </a:cubicBezTo>
                  <a:cubicBezTo>
                    <a:pt x="512" y="56"/>
                    <a:pt x="512" y="56"/>
                    <a:pt x="512" y="56"/>
                  </a:cubicBezTo>
                  <a:cubicBezTo>
                    <a:pt x="516" y="61"/>
                    <a:pt x="521" y="66"/>
                    <a:pt x="530" y="69"/>
                  </a:cubicBezTo>
                  <a:cubicBezTo>
                    <a:pt x="528" y="70"/>
                    <a:pt x="529" y="72"/>
                    <a:pt x="529" y="74"/>
                  </a:cubicBezTo>
                  <a:cubicBezTo>
                    <a:pt x="529" y="73"/>
                    <a:pt x="531" y="74"/>
                    <a:pt x="532" y="74"/>
                  </a:cubicBezTo>
                  <a:cubicBezTo>
                    <a:pt x="530" y="76"/>
                    <a:pt x="530" y="76"/>
                    <a:pt x="530" y="76"/>
                  </a:cubicBezTo>
                  <a:cubicBezTo>
                    <a:pt x="530" y="78"/>
                    <a:pt x="533" y="79"/>
                    <a:pt x="535" y="80"/>
                  </a:cubicBezTo>
                  <a:cubicBezTo>
                    <a:pt x="535" y="80"/>
                    <a:pt x="534" y="80"/>
                    <a:pt x="534" y="80"/>
                  </a:cubicBezTo>
                  <a:cubicBezTo>
                    <a:pt x="533" y="82"/>
                    <a:pt x="536" y="81"/>
                    <a:pt x="537" y="82"/>
                  </a:cubicBezTo>
                  <a:cubicBezTo>
                    <a:pt x="535" y="83"/>
                    <a:pt x="535" y="83"/>
                    <a:pt x="535" y="83"/>
                  </a:cubicBezTo>
                  <a:cubicBezTo>
                    <a:pt x="537" y="83"/>
                    <a:pt x="537" y="83"/>
                    <a:pt x="537" y="83"/>
                  </a:cubicBezTo>
                  <a:cubicBezTo>
                    <a:pt x="538" y="84"/>
                    <a:pt x="538" y="86"/>
                    <a:pt x="535" y="86"/>
                  </a:cubicBezTo>
                  <a:cubicBezTo>
                    <a:pt x="536" y="86"/>
                    <a:pt x="536" y="87"/>
                    <a:pt x="537" y="86"/>
                  </a:cubicBezTo>
                  <a:cubicBezTo>
                    <a:pt x="536" y="87"/>
                    <a:pt x="535" y="90"/>
                    <a:pt x="535" y="91"/>
                  </a:cubicBezTo>
                  <a:cubicBezTo>
                    <a:pt x="530" y="91"/>
                    <a:pt x="523" y="91"/>
                    <a:pt x="518" y="91"/>
                  </a:cubicBezTo>
                  <a:cubicBezTo>
                    <a:pt x="516" y="91"/>
                    <a:pt x="516" y="91"/>
                    <a:pt x="515" y="91"/>
                  </a:cubicBezTo>
                  <a:cubicBezTo>
                    <a:pt x="510" y="89"/>
                    <a:pt x="499" y="90"/>
                    <a:pt x="493" y="88"/>
                  </a:cubicBezTo>
                  <a:cubicBezTo>
                    <a:pt x="494" y="89"/>
                    <a:pt x="489" y="90"/>
                    <a:pt x="485" y="90"/>
                  </a:cubicBezTo>
                  <a:cubicBezTo>
                    <a:pt x="479" y="90"/>
                    <a:pt x="486" y="88"/>
                    <a:pt x="483" y="87"/>
                  </a:cubicBezTo>
                  <a:cubicBezTo>
                    <a:pt x="480" y="87"/>
                    <a:pt x="476" y="87"/>
                    <a:pt x="475" y="87"/>
                  </a:cubicBezTo>
                  <a:cubicBezTo>
                    <a:pt x="475" y="87"/>
                    <a:pt x="475" y="87"/>
                    <a:pt x="475" y="87"/>
                  </a:cubicBezTo>
                  <a:cubicBezTo>
                    <a:pt x="472" y="87"/>
                    <a:pt x="468" y="87"/>
                    <a:pt x="466" y="86"/>
                  </a:cubicBezTo>
                  <a:cubicBezTo>
                    <a:pt x="466" y="86"/>
                    <a:pt x="466" y="86"/>
                    <a:pt x="466" y="86"/>
                  </a:cubicBezTo>
                  <a:cubicBezTo>
                    <a:pt x="464" y="86"/>
                    <a:pt x="463" y="85"/>
                    <a:pt x="460" y="85"/>
                  </a:cubicBezTo>
                  <a:cubicBezTo>
                    <a:pt x="457" y="85"/>
                    <a:pt x="453" y="84"/>
                    <a:pt x="450" y="85"/>
                  </a:cubicBezTo>
                  <a:cubicBezTo>
                    <a:pt x="450" y="84"/>
                    <a:pt x="450" y="84"/>
                    <a:pt x="450" y="84"/>
                  </a:cubicBezTo>
                  <a:cubicBezTo>
                    <a:pt x="448" y="85"/>
                    <a:pt x="448" y="85"/>
                    <a:pt x="448" y="85"/>
                  </a:cubicBezTo>
                  <a:cubicBezTo>
                    <a:pt x="444" y="84"/>
                    <a:pt x="444" y="84"/>
                    <a:pt x="444" y="84"/>
                  </a:cubicBezTo>
                  <a:cubicBezTo>
                    <a:pt x="446" y="84"/>
                    <a:pt x="447" y="83"/>
                    <a:pt x="448" y="83"/>
                  </a:cubicBezTo>
                  <a:cubicBezTo>
                    <a:pt x="444" y="82"/>
                    <a:pt x="445" y="84"/>
                    <a:pt x="442" y="84"/>
                  </a:cubicBezTo>
                  <a:cubicBezTo>
                    <a:pt x="437" y="84"/>
                    <a:pt x="439" y="83"/>
                    <a:pt x="438" y="83"/>
                  </a:cubicBezTo>
                  <a:cubicBezTo>
                    <a:pt x="440" y="83"/>
                    <a:pt x="440" y="83"/>
                    <a:pt x="441" y="83"/>
                  </a:cubicBezTo>
                  <a:cubicBezTo>
                    <a:pt x="445" y="83"/>
                    <a:pt x="440" y="83"/>
                    <a:pt x="440" y="82"/>
                  </a:cubicBezTo>
                  <a:cubicBezTo>
                    <a:pt x="440" y="82"/>
                    <a:pt x="438" y="83"/>
                    <a:pt x="435" y="82"/>
                  </a:cubicBezTo>
                  <a:cubicBezTo>
                    <a:pt x="433" y="82"/>
                    <a:pt x="428" y="82"/>
                    <a:pt x="430" y="81"/>
                  </a:cubicBezTo>
                  <a:cubicBezTo>
                    <a:pt x="427" y="81"/>
                    <a:pt x="425" y="81"/>
                    <a:pt x="423" y="81"/>
                  </a:cubicBezTo>
                  <a:cubicBezTo>
                    <a:pt x="424" y="81"/>
                    <a:pt x="427" y="82"/>
                    <a:pt x="427" y="82"/>
                  </a:cubicBezTo>
                  <a:cubicBezTo>
                    <a:pt x="425" y="82"/>
                    <a:pt x="421" y="82"/>
                    <a:pt x="421" y="82"/>
                  </a:cubicBezTo>
                  <a:cubicBezTo>
                    <a:pt x="423" y="82"/>
                    <a:pt x="423" y="82"/>
                    <a:pt x="423" y="82"/>
                  </a:cubicBezTo>
                  <a:cubicBezTo>
                    <a:pt x="421" y="82"/>
                    <a:pt x="417" y="81"/>
                    <a:pt x="418" y="82"/>
                  </a:cubicBezTo>
                  <a:cubicBezTo>
                    <a:pt x="417" y="80"/>
                    <a:pt x="417" y="80"/>
                    <a:pt x="417" y="80"/>
                  </a:cubicBezTo>
                  <a:cubicBezTo>
                    <a:pt x="414" y="81"/>
                    <a:pt x="411" y="80"/>
                    <a:pt x="408" y="80"/>
                  </a:cubicBezTo>
                  <a:cubicBezTo>
                    <a:pt x="409" y="79"/>
                    <a:pt x="413" y="79"/>
                    <a:pt x="408" y="78"/>
                  </a:cubicBezTo>
                  <a:cubicBezTo>
                    <a:pt x="402" y="78"/>
                    <a:pt x="402" y="78"/>
                    <a:pt x="402" y="78"/>
                  </a:cubicBezTo>
                  <a:cubicBezTo>
                    <a:pt x="400" y="78"/>
                    <a:pt x="399" y="78"/>
                    <a:pt x="401" y="77"/>
                  </a:cubicBezTo>
                  <a:cubicBezTo>
                    <a:pt x="393" y="76"/>
                    <a:pt x="388" y="78"/>
                    <a:pt x="383" y="77"/>
                  </a:cubicBezTo>
                  <a:cubicBezTo>
                    <a:pt x="387" y="76"/>
                    <a:pt x="385" y="76"/>
                    <a:pt x="383" y="75"/>
                  </a:cubicBezTo>
                  <a:cubicBezTo>
                    <a:pt x="383" y="75"/>
                    <a:pt x="382" y="76"/>
                    <a:pt x="380" y="76"/>
                  </a:cubicBezTo>
                  <a:cubicBezTo>
                    <a:pt x="380" y="76"/>
                    <a:pt x="383" y="75"/>
                    <a:pt x="384" y="76"/>
                  </a:cubicBezTo>
                  <a:cubicBezTo>
                    <a:pt x="384" y="77"/>
                    <a:pt x="381" y="76"/>
                    <a:pt x="379" y="76"/>
                  </a:cubicBezTo>
                  <a:cubicBezTo>
                    <a:pt x="378" y="73"/>
                    <a:pt x="361" y="73"/>
                    <a:pt x="354" y="71"/>
                  </a:cubicBezTo>
                  <a:cubicBezTo>
                    <a:pt x="352" y="72"/>
                    <a:pt x="349" y="71"/>
                    <a:pt x="346" y="71"/>
                  </a:cubicBezTo>
                  <a:cubicBezTo>
                    <a:pt x="349" y="70"/>
                    <a:pt x="340" y="71"/>
                    <a:pt x="339" y="70"/>
                  </a:cubicBezTo>
                  <a:cubicBezTo>
                    <a:pt x="338" y="71"/>
                    <a:pt x="338" y="71"/>
                    <a:pt x="338" y="71"/>
                  </a:cubicBezTo>
                  <a:cubicBezTo>
                    <a:pt x="333" y="70"/>
                    <a:pt x="325" y="71"/>
                    <a:pt x="324" y="70"/>
                  </a:cubicBezTo>
                  <a:cubicBezTo>
                    <a:pt x="321" y="69"/>
                    <a:pt x="327" y="69"/>
                    <a:pt x="329" y="69"/>
                  </a:cubicBezTo>
                  <a:cubicBezTo>
                    <a:pt x="327" y="67"/>
                    <a:pt x="314" y="69"/>
                    <a:pt x="313" y="67"/>
                  </a:cubicBezTo>
                  <a:cubicBezTo>
                    <a:pt x="312" y="67"/>
                    <a:pt x="312" y="68"/>
                    <a:pt x="307" y="68"/>
                  </a:cubicBezTo>
                  <a:cubicBezTo>
                    <a:pt x="305" y="68"/>
                    <a:pt x="299" y="66"/>
                    <a:pt x="300" y="66"/>
                  </a:cubicBezTo>
                  <a:cubicBezTo>
                    <a:pt x="297" y="66"/>
                    <a:pt x="295" y="67"/>
                    <a:pt x="293" y="66"/>
                  </a:cubicBezTo>
                  <a:cubicBezTo>
                    <a:pt x="294" y="66"/>
                    <a:pt x="295" y="66"/>
                    <a:pt x="297" y="66"/>
                  </a:cubicBezTo>
                  <a:cubicBezTo>
                    <a:pt x="292" y="65"/>
                    <a:pt x="287" y="65"/>
                    <a:pt x="282" y="65"/>
                  </a:cubicBezTo>
                  <a:cubicBezTo>
                    <a:pt x="281" y="64"/>
                    <a:pt x="271" y="64"/>
                    <a:pt x="263" y="64"/>
                  </a:cubicBezTo>
                  <a:cubicBezTo>
                    <a:pt x="259" y="65"/>
                    <a:pt x="244" y="65"/>
                    <a:pt x="240" y="69"/>
                  </a:cubicBezTo>
                  <a:cubicBezTo>
                    <a:pt x="240" y="68"/>
                    <a:pt x="238" y="69"/>
                    <a:pt x="237" y="70"/>
                  </a:cubicBezTo>
                  <a:cubicBezTo>
                    <a:pt x="235" y="72"/>
                    <a:pt x="239" y="72"/>
                    <a:pt x="239" y="73"/>
                  </a:cubicBezTo>
                  <a:cubicBezTo>
                    <a:pt x="236" y="73"/>
                    <a:pt x="236" y="73"/>
                    <a:pt x="236" y="73"/>
                  </a:cubicBezTo>
                  <a:cubicBezTo>
                    <a:pt x="233" y="74"/>
                    <a:pt x="237" y="76"/>
                    <a:pt x="236" y="77"/>
                  </a:cubicBezTo>
                  <a:cubicBezTo>
                    <a:pt x="238" y="76"/>
                    <a:pt x="237" y="78"/>
                    <a:pt x="239" y="77"/>
                  </a:cubicBezTo>
                  <a:cubicBezTo>
                    <a:pt x="241" y="78"/>
                    <a:pt x="241" y="78"/>
                    <a:pt x="241" y="78"/>
                  </a:cubicBezTo>
                  <a:cubicBezTo>
                    <a:pt x="243" y="80"/>
                    <a:pt x="242" y="78"/>
                    <a:pt x="245" y="80"/>
                  </a:cubicBezTo>
                  <a:cubicBezTo>
                    <a:pt x="246" y="81"/>
                    <a:pt x="242" y="81"/>
                    <a:pt x="242" y="81"/>
                  </a:cubicBezTo>
                  <a:cubicBezTo>
                    <a:pt x="241" y="82"/>
                    <a:pt x="243" y="82"/>
                    <a:pt x="245" y="83"/>
                  </a:cubicBezTo>
                  <a:cubicBezTo>
                    <a:pt x="245" y="83"/>
                    <a:pt x="245" y="83"/>
                    <a:pt x="246" y="83"/>
                  </a:cubicBezTo>
                  <a:cubicBezTo>
                    <a:pt x="245" y="83"/>
                    <a:pt x="245" y="83"/>
                    <a:pt x="245" y="83"/>
                  </a:cubicBezTo>
                  <a:cubicBezTo>
                    <a:pt x="246" y="84"/>
                    <a:pt x="246" y="84"/>
                    <a:pt x="247" y="84"/>
                  </a:cubicBezTo>
                  <a:cubicBezTo>
                    <a:pt x="247" y="84"/>
                    <a:pt x="247" y="84"/>
                    <a:pt x="247" y="84"/>
                  </a:cubicBezTo>
                  <a:cubicBezTo>
                    <a:pt x="246" y="84"/>
                    <a:pt x="246" y="84"/>
                    <a:pt x="245" y="83"/>
                  </a:cubicBezTo>
                  <a:cubicBezTo>
                    <a:pt x="245" y="84"/>
                    <a:pt x="246" y="84"/>
                    <a:pt x="246" y="84"/>
                  </a:cubicBezTo>
                  <a:cubicBezTo>
                    <a:pt x="246" y="85"/>
                    <a:pt x="246" y="85"/>
                    <a:pt x="246" y="85"/>
                  </a:cubicBezTo>
                  <a:cubicBezTo>
                    <a:pt x="247" y="85"/>
                    <a:pt x="247" y="85"/>
                    <a:pt x="247" y="85"/>
                  </a:cubicBezTo>
                  <a:cubicBezTo>
                    <a:pt x="245" y="86"/>
                    <a:pt x="245" y="86"/>
                    <a:pt x="245" y="86"/>
                  </a:cubicBezTo>
                  <a:cubicBezTo>
                    <a:pt x="245" y="86"/>
                    <a:pt x="250" y="87"/>
                    <a:pt x="251" y="87"/>
                  </a:cubicBezTo>
                  <a:cubicBezTo>
                    <a:pt x="252" y="90"/>
                    <a:pt x="260" y="94"/>
                    <a:pt x="263" y="95"/>
                  </a:cubicBezTo>
                  <a:cubicBezTo>
                    <a:pt x="262" y="95"/>
                    <a:pt x="262" y="95"/>
                    <a:pt x="263" y="95"/>
                  </a:cubicBezTo>
                  <a:cubicBezTo>
                    <a:pt x="265" y="96"/>
                    <a:pt x="268" y="96"/>
                    <a:pt x="267" y="96"/>
                  </a:cubicBezTo>
                  <a:cubicBezTo>
                    <a:pt x="269" y="97"/>
                    <a:pt x="266" y="97"/>
                    <a:pt x="268" y="99"/>
                  </a:cubicBezTo>
                  <a:cubicBezTo>
                    <a:pt x="268" y="99"/>
                    <a:pt x="270" y="98"/>
                    <a:pt x="269" y="98"/>
                  </a:cubicBezTo>
                  <a:cubicBezTo>
                    <a:pt x="270" y="101"/>
                    <a:pt x="279" y="102"/>
                    <a:pt x="281" y="105"/>
                  </a:cubicBezTo>
                  <a:cubicBezTo>
                    <a:pt x="280" y="105"/>
                    <a:pt x="279" y="105"/>
                    <a:pt x="278" y="105"/>
                  </a:cubicBezTo>
                  <a:cubicBezTo>
                    <a:pt x="282" y="106"/>
                    <a:pt x="285" y="108"/>
                    <a:pt x="291" y="109"/>
                  </a:cubicBezTo>
                  <a:cubicBezTo>
                    <a:pt x="289" y="109"/>
                    <a:pt x="289" y="109"/>
                    <a:pt x="287" y="109"/>
                  </a:cubicBezTo>
                  <a:cubicBezTo>
                    <a:pt x="289" y="110"/>
                    <a:pt x="292" y="112"/>
                    <a:pt x="295" y="112"/>
                  </a:cubicBezTo>
                  <a:cubicBezTo>
                    <a:pt x="295" y="111"/>
                    <a:pt x="294" y="112"/>
                    <a:pt x="293" y="111"/>
                  </a:cubicBezTo>
                  <a:cubicBezTo>
                    <a:pt x="293" y="110"/>
                    <a:pt x="298" y="111"/>
                    <a:pt x="299" y="112"/>
                  </a:cubicBezTo>
                  <a:cubicBezTo>
                    <a:pt x="299" y="112"/>
                    <a:pt x="299" y="112"/>
                    <a:pt x="299" y="112"/>
                  </a:cubicBezTo>
                  <a:cubicBezTo>
                    <a:pt x="301" y="113"/>
                    <a:pt x="302" y="113"/>
                    <a:pt x="304" y="114"/>
                  </a:cubicBezTo>
                  <a:cubicBezTo>
                    <a:pt x="304" y="115"/>
                    <a:pt x="302" y="114"/>
                    <a:pt x="302" y="115"/>
                  </a:cubicBezTo>
                  <a:cubicBezTo>
                    <a:pt x="299" y="116"/>
                    <a:pt x="304" y="118"/>
                    <a:pt x="304" y="118"/>
                  </a:cubicBezTo>
                  <a:cubicBezTo>
                    <a:pt x="306" y="118"/>
                    <a:pt x="307" y="119"/>
                    <a:pt x="308" y="118"/>
                  </a:cubicBezTo>
                  <a:cubicBezTo>
                    <a:pt x="310" y="119"/>
                    <a:pt x="307" y="119"/>
                    <a:pt x="308" y="120"/>
                  </a:cubicBezTo>
                  <a:cubicBezTo>
                    <a:pt x="318" y="121"/>
                    <a:pt x="318" y="121"/>
                    <a:pt x="318" y="121"/>
                  </a:cubicBezTo>
                  <a:cubicBezTo>
                    <a:pt x="317" y="121"/>
                    <a:pt x="317" y="123"/>
                    <a:pt x="314" y="122"/>
                  </a:cubicBezTo>
                  <a:cubicBezTo>
                    <a:pt x="318" y="124"/>
                    <a:pt x="324" y="124"/>
                    <a:pt x="328" y="125"/>
                  </a:cubicBezTo>
                  <a:cubicBezTo>
                    <a:pt x="329" y="126"/>
                    <a:pt x="333" y="127"/>
                    <a:pt x="334" y="128"/>
                  </a:cubicBezTo>
                  <a:cubicBezTo>
                    <a:pt x="333" y="129"/>
                    <a:pt x="334" y="127"/>
                    <a:pt x="332" y="128"/>
                  </a:cubicBezTo>
                  <a:cubicBezTo>
                    <a:pt x="332" y="129"/>
                    <a:pt x="332" y="129"/>
                    <a:pt x="332" y="129"/>
                  </a:cubicBezTo>
                  <a:cubicBezTo>
                    <a:pt x="329" y="128"/>
                    <a:pt x="329" y="130"/>
                    <a:pt x="326" y="130"/>
                  </a:cubicBezTo>
                  <a:cubicBezTo>
                    <a:pt x="329" y="131"/>
                    <a:pt x="332" y="133"/>
                    <a:pt x="335" y="135"/>
                  </a:cubicBezTo>
                  <a:cubicBezTo>
                    <a:pt x="336" y="133"/>
                    <a:pt x="340" y="137"/>
                    <a:pt x="343" y="136"/>
                  </a:cubicBezTo>
                  <a:cubicBezTo>
                    <a:pt x="347" y="138"/>
                    <a:pt x="342" y="138"/>
                    <a:pt x="342" y="139"/>
                  </a:cubicBezTo>
                  <a:cubicBezTo>
                    <a:pt x="347" y="140"/>
                    <a:pt x="349" y="143"/>
                    <a:pt x="352" y="144"/>
                  </a:cubicBezTo>
                  <a:cubicBezTo>
                    <a:pt x="352" y="144"/>
                    <a:pt x="352" y="144"/>
                    <a:pt x="351" y="144"/>
                  </a:cubicBezTo>
                  <a:cubicBezTo>
                    <a:pt x="355" y="146"/>
                    <a:pt x="358" y="149"/>
                    <a:pt x="363" y="150"/>
                  </a:cubicBezTo>
                  <a:cubicBezTo>
                    <a:pt x="363" y="150"/>
                    <a:pt x="362" y="150"/>
                    <a:pt x="361" y="150"/>
                  </a:cubicBezTo>
                  <a:cubicBezTo>
                    <a:pt x="362" y="152"/>
                    <a:pt x="366" y="149"/>
                    <a:pt x="367" y="152"/>
                  </a:cubicBezTo>
                  <a:cubicBezTo>
                    <a:pt x="364" y="152"/>
                    <a:pt x="364" y="152"/>
                    <a:pt x="364" y="152"/>
                  </a:cubicBezTo>
                  <a:cubicBezTo>
                    <a:pt x="368" y="153"/>
                    <a:pt x="366" y="155"/>
                    <a:pt x="371" y="156"/>
                  </a:cubicBezTo>
                  <a:cubicBezTo>
                    <a:pt x="370" y="156"/>
                    <a:pt x="369" y="156"/>
                    <a:pt x="368" y="156"/>
                  </a:cubicBezTo>
                  <a:cubicBezTo>
                    <a:pt x="371" y="157"/>
                    <a:pt x="372" y="159"/>
                    <a:pt x="376" y="160"/>
                  </a:cubicBezTo>
                  <a:cubicBezTo>
                    <a:pt x="375" y="160"/>
                    <a:pt x="374" y="160"/>
                    <a:pt x="372" y="160"/>
                  </a:cubicBezTo>
                  <a:cubicBezTo>
                    <a:pt x="372" y="161"/>
                    <a:pt x="377" y="161"/>
                    <a:pt x="376" y="162"/>
                  </a:cubicBezTo>
                  <a:cubicBezTo>
                    <a:pt x="376" y="163"/>
                    <a:pt x="375" y="164"/>
                    <a:pt x="375" y="164"/>
                  </a:cubicBezTo>
                  <a:cubicBezTo>
                    <a:pt x="378" y="164"/>
                    <a:pt x="376" y="167"/>
                    <a:pt x="370" y="167"/>
                  </a:cubicBezTo>
                  <a:cubicBezTo>
                    <a:pt x="370" y="167"/>
                    <a:pt x="368" y="167"/>
                    <a:pt x="365" y="167"/>
                  </a:cubicBezTo>
                  <a:cubicBezTo>
                    <a:pt x="339" y="166"/>
                    <a:pt x="317" y="163"/>
                    <a:pt x="293" y="161"/>
                  </a:cubicBezTo>
                  <a:cubicBezTo>
                    <a:pt x="292" y="159"/>
                    <a:pt x="300" y="161"/>
                    <a:pt x="299" y="160"/>
                  </a:cubicBezTo>
                  <a:cubicBezTo>
                    <a:pt x="297" y="161"/>
                    <a:pt x="295" y="159"/>
                    <a:pt x="288" y="159"/>
                  </a:cubicBezTo>
                  <a:cubicBezTo>
                    <a:pt x="288" y="159"/>
                    <a:pt x="288" y="159"/>
                    <a:pt x="288" y="159"/>
                  </a:cubicBezTo>
                  <a:cubicBezTo>
                    <a:pt x="285" y="158"/>
                    <a:pt x="285" y="157"/>
                    <a:pt x="281" y="157"/>
                  </a:cubicBezTo>
                  <a:cubicBezTo>
                    <a:pt x="280" y="158"/>
                    <a:pt x="280" y="158"/>
                    <a:pt x="280" y="158"/>
                  </a:cubicBezTo>
                  <a:cubicBezTo>
                    <a:pt x="276" y="158"/>
                    <a:pt x="276" y="155"/>
                    <a:pt x="272" y="156"/>
                  </a:cubicBezTo>
                  <a:cubicBezTo>
                    <a:pt x="271" y="155"/>
                    <a:pt x="271" y="155"/>
                    <a:pt x="271" y="155"/>
                  </a:cubicBezTo>
                  <a:cubicBezTo>
                    <a:pt x="265" y="156"/>
                    <a:pt x="267" y="154"/>
                    <a:pt x="261" y="154"/>
                  </a:cubicBezTo>
                  <a:cubicBezTo>
                    <a:pt x="262" y="154"/>
                    <a:pt x="262" y="154"/>
                    <a:pt x="262" y="154"/>
                  </a:cubicBezTo>
                  <a:cubicBezTo>
                    <a:pt x="258" y="153"/>
                    <a:pt x="249" y="154"/>
                    <a:pt x="249" y="152"/>
                  </a:cubicBezTo>
                  <a:cubicBezTo>
                    <a:pt x="244" y="152"/>
                    <a:pt x="239" y="151"/>
                    <a:pt x="236" y="152"/>
                  </a:cubicBezTo>
                  <a:cubicBezTo>
                    <a:pt x="236" y="151"/>
                    <a:pt x="238" y="151"/>
                    <a:pt x="239" y="151"/>
                  </a:cubicBezTo>
                  <a:cubicBezTo>
                    <a:pt x="222" y="149"/>
                    <a:pt x="205" y="145"/>
                    <a:pt x="188" y="144"/>
                  </a:cubicBezTo>
                  <a:cubicBezTo>
                    <a:pt x="188" y="143"/>
                    <a:pt x="189" y="144"/>
                    <a:pt x="190" y="143"/>
                  </a:cubicBezTo>
                  <a:cubicBezTo>
                    <a:pt x="179" y="143"/>
                    <a:pt x="175" y="139"/>
                    <a:pt x="164" y="140"/>
                  </a:cubicBezTo>
                  <a:cubicBezTo>
                    <a:pt x="160" y="140"/>
                    <a:pt x="160" y="140"/>
                    <a:pt x="160" y="140"/>
                  </a:cubicBezTo>
                  <a:cubicBezTo>
                    <a:pt x="159" y="139"/>
                    <a:pt x="160" y="139"/>
                    <a:pt x="159" y="138"/>
                  </a:cubicBezTo>
                  <a:cubicBezTo>
                    <a:pt x="156" y="139"/>
                    <a:pt x="151" y="137"/>
                    <a:pt x="148" y="138"/>
                  </a:cubicBezTo>
                  <a:cubicBezTo>
                    <a:pt x="148" y="137"/>
                    <a:pt x="150" y="137"/>
                    <a:pt x="150" y="137"/>
                  </a:cubicBezTo>
                  <a:cubicBezTo>
                    <a:pt x="147" y="136"/>
                    <a:pt x="139" y="136"/>
                    <a:pt x="136" y="135"/>
                  </a:cubicBezTo>
                  <a:cubicBezTo>
                    <a:pt x="138" y="135"/>
                    <a:pt x="138" y="135"/>
                    <a:pt x="138" y="135"/>
                  </a:cubicBezTo>
                  <a:cubicBezTo>
                    <a:pt x="122" y="130"/>
                    <a:pt x="100" y="124"/>
                    <a:pt x="79" y="123"/>
                  </a:cubicBezTo>
                  <a:cubicBezTo>
                    <a:pt x="74" y="122"/>
                    <a:pt x="80" y="122"/>
                    <a:pt x="78" y="121"/>
                  </a:cubicBezTo>
                  <a:cubicBezTo>
                    <a:pt x="58" y="120"/>
                    <a:pt x="44" y="114"/>
                    <a:pt x="23" y="113"/>
                  </a:cubicBezTo>
                  <a:cubicBezTo>
                    <a:pt x="10" y="111"/>
                    <a:pt x="0" y="113"/>
                    <a:pt x="0" y="113"/>
                  </a:cubicBezTo>
                  <a:cubicBezTo>
                    <a:pt x="31" y="117"/>
                    <a:pt x="53" y="123"/>
                    <a:pt x="78" y="130"/>
                  </a:cubicBezTo>
                  <a:close/>
                  <a:moveTo>
                    <a:pt x="656" y="33"/>
                  </a:moveTo>
                  <a:cubicBezTo>
                    <a:pt x="656" y="33"/>
                    <a:pt x="656" y="33"/>
                    <a:pt x="656" y="33"/>
                  </a:cubicBezTo>
                  <a:moveTo>
                    <a:pt x="655" y="33"/>
                  </a:moveTo>
                  <a:cubicBezTo>
                    <a:pt x="655" y="33"/>
                    <a:pt x="655" y="33"/>
                    <a:pt x="655" y="33"/>
                  </a:cubicBezTo>
                  <a:cubicBezTo>
                    <a:pt x="656" y="33"/>
                    <a:pt x="656" y="33"/>
                    <a:pt x="655" y="33"/>
                  </a:cubicBezTo>
                  <a:close/>
                  <a:moveTo>
                    <a:pt x="650" y="3"/>
                  </a:moveTo>
                  <a:cubicBezTo>
                    <a:pt x="650" y="3"/>
                    <a:pt x="650" y="4"/>
                    <a:pt x="650" y="4"/>
                  </a:cubicBezTo>
                  <a:cubicBezTo>
                    <a:pt x="650" y="4"/>
                    <a:pt x="649" y="4"/>
                    <a:pt x="648" y="5"/>
                  </a:cubicBezTo>
                  <a:cubicBezTo>
                    <a:pt x="648" y="4"/>
                    <a:pt x="648" y="3"/>
                    <a:pt x="650" y="3"/>
                  </a:cubicBezTo>
                  <a:close/>
                  <a:moveTo>
                    <a:pt x="649" y="34"/>
                  </a:moveTo>
                  <a:cubicBezTo>
                    <a:pt x="650" y="34"/>
                    <a:pt x="651" y="34"/>
                    <a:pt x="653" y="34"/>
                  </a:cubicBezTo>
                  <a:cubicBezTo>
                    <a:pt x="653" y="33"/>
                    <a:pt x="653" y="33"/>
                    <a:pt x="653" y="33"/>
                  </a:cubicBezTo>
                  <a:cubicBezTo>
                    <a:pt x="653" y="34"/>
                    <a:pt x="653" y="34"/>
                    <a:pt x="653" y="34"/>
                  </a:cubicBezTo>
                  <a:cubicBezTo>
                    <a:pt x="654" y="34"/>
                    <a:pt x="655" y="33"/>
                    <a:pt x="655" y="33"/>
                  </a:cubicBezTo>
                  <a:cubicBezTo>
                    <a:pt x="654" y="34"/>
                    <a:pt x="654" y="34"/>
                    <a:pt x="653" y="34"/>
                  </a:cubicBezTo>
                  <a:cubicBezTo>
                    <a:pt x="653" y="34"/>
                    <a:pt x="653" y="35"/>
                    <a:pt x="652" y="35"/>
                  </a:cubicBezTo>
                  <a:cubicBezTo>
                    <a:pt x="652" y="35"/>
                    <a:pt x="652" y="35"/>
                    <a:pt x="652" y="35"/>
                  </a:cubicBezTo>
                  <a:cubicBezTo>
                    <a:pt x="652" y="35"/>
                    <a:pt x="651" y="35"/>
                    <a:pt x="650" y="35"/>
                  </a:cubicBezTo>
                  <a:cubicBezTo>
                    <a:pt x="649" y="35"/>
                    <a:pt x="649" y="35"/>
                    <a:pt x="649" y="35"/>
                  </a:cubicBezTo>
                  <a:cubicBezTo>
                    <a:pt x="647" y="36"/>
                    <a:pt x="650" y="36"/>
                    <a:pt x="648" y="37"/>
                  </a:cubicBezTo>
                  <a:cubicBezTo>
                    <a:pt x="646" y="37"/>
                    <a:pt x="644" y="37"/>
                    <a:pt x="643" y="37"/>
                  </a:cubicBezTo>
                  <a:cubicBezTo>
                    <a:pt x="643" y="36"/>
                    <a:pt x="646" y="35"/>
                    <a:pt x="640" y="34"/>
                  </a:cubicBezTo>
                  <a:cubicBezTo>
                    <a:pt x="644" y="33"/>
                    <a:pt x="649" y="35"/>
                    <a:pt x="649" y="34"/>
                  </a:cubicBezTo>
                  <a:close/>
                  <a:moveTo>
                    <a:pt x="539" y="91"/>
                  </a:moveTo>
                  <a:cubicBezTo>
                    <a:pt x="541" y="91"/>
                    <a:pt x="537" y="92"/>
                    <a:pt x="538" y="92"/>
                  </a:cubicBezTo>
                  <a:cubicBezTo>
                    <a:pt x="537" y="92"/>
                    <a:pt x="535" y="93"/>
                    <a:pt x="535" y="92"/>
                  </a:cubicBezTo>
                  <a:cubicBezTo>
                    <a:pt x="538" y="92"/>
                    <a:pt x="539" y="91"/>
                    <a:pt x="539" y="9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</a:p>
          </p:txBody>
        </p:sp>
      </p:grpSp>
      <p:sp>
        <p:nvSpPr>
          <p:cNvPr id="5" name="í$ľïde"/>
          <p:cNvSpPr/>
          <p:nvPr/>
        </p:nvSpPr>
        <p:spPr bwMode="auto">
          <a:xfrm>
            <a:off x="704169" y="1812261"/>
            <a:ext cx="544678" cy="475468"/>
          </a:xfrm>
          <a:custGeom>
            <a:avLst/>
            <a:gdLst>
              <a:gd name="connsiteX0" fmla="*/ 424975 w 608697"/>
              <a:gd name="connsiteY0" fmla="*/ 168488 h 531358"/>
              <a:gd name="connsiteX1" fmla="*/ 387604 w 608697"/>
              <a:gd name="connsiteY1" fmla="*/ 205806 h 531358"/>
              <a:gd name="connsiteX2" fmla="*/ 424975 w 608697"/>
              <a:gd name="connsiteY2" fmla="*/ 243124 h 531358"/>
              <a:gd name="connsiteX3" fmla="*/ 462346 w 608697"/>
              <a:gd name="connsiteY3" fmla="*/ 205806 h 531358"/>
              <a:gd name="connsiteX4" fmla="*/ 424975 w 608697"/>
              <a:gd name="connsiteY4" fmla="*/ 168488 h 531358"/>
              <a:gd name="connsiteX5" fmla="*/ 287947 w 608697"/>
              <a:gd name="connsiteY5" fmla="*/ 168488 h 531358"/>
              <a:gd name="connsiteX6" fmla="*/ 250576 w 608697"/>
              <a:gd name="connsiteY6" fmla="*/ 205806 h 531358"/>
              <a:gd name="connsiteX7" fmla="*/ 287947 w 608697"/>
              <a:gd name="connsiteY7" fmla="*/ 243124 h 531358"/>
              <a:gd name="connsiteX8" fmla="*/ 325318 w 608697"/>
              <a:gd name="connsiteY8" fmla="*/ 205806 h 531358"/>
              <a:gd name="connsiteX9" fmla="*/ 287947 w 608697"/>
              <a:gd name="connsiteY9" fmla="*/ 168488 h 531358"/>
              <a:gd name="connsiteX10" fmla="*/ 102356 w 608697"/>
              <a:gd name="connsiteY10" fmla="*/ 121231 h 531358"/>
              <a:gd name="connsiteX11" fmla="*/ 98850 w 608697"/>
              <a:gd name="connsiteY11" fmla="*/ 127711 h 531358"/>
              <a:gd name="connsiteX12" fmla="*/ 76842 w 608697"/>
              <a:gd name="connsiteY12" fmla="*/ 217990 h 531358"/>
              <a:gd name="connsiteX13" fmla="*/ 98850 w 608697"/>
              <a:gd name="connsiteY13" fmla="*/ 308194 h 531358"/>
              <a:gd name="connsiteX14" fmla="*/ 157488 w 608697"/>
              <a:gd name="connsiteY14" fmla="*/ 380223 h 531358"/>
              <a:gd name="connsiteX15" fmla="*/ 344668 w 608697"/>
              <a:gd name="connsiteY15" fmla="*/ 444729 h 531358"/>
              <a:gd name="connsiteX16" fmla="*/ 370257 w 608697"/>
              <a:gd name="connsiteY16" fmla="*/ 443687 h 531358"/>
              <a:gd name="connsiteX17" fmla="*/ 236717 w 608697"/>
              <a:gd name="connsiteY17" fmla="*/ 477876 h 531358"/>
              <a:gd name="connsiteX18" fmla="*/ 198072 w 608697"/>
              <a:gd name="connsiteY18" fmla="*/ 475344 h 531358"/>
              <a:gd name="connsiteX19" fmla="*/ 82437 w 608697"/>
              <a:gd name="connsiteY19" fmla="*/ 531284 h 531358"/>
              <a:gd name="connsiteX20" fmla="*/ 81542 w 608697"/>
              <a:gd name="connsiteY20" fmla="*/ 531358 h 531358"/>
              <a:gd name="connsiteX21" fmla="*/ 75051 w 608697"/>
              <a:gd name="connsiteY21" fmla="*/ 527857 h 531358"/>
              <a:gd name="connsiteX22" fmla="*/ 74753 w 608697"/>
              <a:gd name="connsiteY22" fmla="*/ 519738 h 531358"/>
              <a:gd name="connsiteX23" fmla="*/ 88778 w 608697"/>
              <a:gd name="connsiteY23" fmla="*/ 435046 h 531358"/>
              <a:gd name="connsiteX24" fmla="*/ 0 w 608697"/>
              <a:gd name="connsiteY24" fmla="*/ 282198 h 531358"/>
              <a:gd name="connsiteX25" fmla="*/ 102356 w 608697"/>
              <a:gd name="connsiteY25" fmla="*/ 121231 h 531358"/>
              <a:gd name="connsiteX26" fmla="*/ 356424 w 608697"/>
              <a:gd name="connsiteY26" fmla="*/ 0 h 531358"/>
              <a:gd name="connsiteX27" fmla="*/ 608697 w 608697"/>
              <a:gd name="connsiteY27" fmla="*/ 211244 h 531358"/>
              <a:gd name="connsiteX28" fmla="*/ 518290 w 608697"/>
              <a:gd name="connsiteY28" fmla="*/ 373401 h 531358"/>
              <a:gd name="connsiteX29" fmla="*/ 531941 w 608697"/>
              <a:gd name="connsiteY29" fmla="*/ 441109 h 531358"/>
              <a:gd name="connsiteX30" fmla="*/ 531120 w 608697"/>
              <a:gd name="connsiteY30" fmla="*/ 465391 h 531358"/>
              <a:gd name="connsiteX31" fmla="*/ 511577 w 608697"/>
              <a:gd name="connsiteY31" fmla="*/ 475894 h 531358"/>
              <a:gd name="connsiteX32" fmla="*/ 509041 w 608697"/>
              <a:gd name="connsiteY32" fmla="*/ 475745 h 531358"/>
              <a:gd name="connsiteX33" fmla="*/ 391408 w 608697"/>
              <a:gd name="connsiteY33" fmla="*/ 420476 h 531358"/>
              <a:gd name="connsiteX34" fmla="*/ 356424 w 608697"/>
              <a:gd name="connsiteY34" fmla="*/ 422487 h 531358"/>
              <a:gd name="connsiteX35" fmla="*/ 104225 w 608697"/>
              <a:gd name="connsiteY35" fmla="*/ 211244 h 531358"/>
              <a:gd name="connsiteX36" fmla="*/ 356424 w 608697"/>
              <a:gd name="connsiteY36" fmla="*/ 0 h 5313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608697" h="531358">
                <a:moveTo>
                  <a:pt x="424975" y="168488"/>
                </a:moveTo>
                <a:cubicBezTo>
                  <a:pt x="404312" y="168488"/>
                  <a:pt x="387604" y="185248"/>
                  <a:pt x="387604" y="205806"/>
                </a:cubicBezTo>
                <a:cubicBezTo>
                  <a:pt x="387604" y="226439"/>
                  <a:pt x="404312" y="243124"/>
                  <a:pt x="424975" y="243124"/>
                </a:cubicBezTo>
                <a:cubicBezTo>
                  <a:pt x="445562" y="243124"/>
                  <a:pt x="462346" y="226439"/>
                  <a:pt x="462346" y="205806"/>
                </a:cubicBezTo>
                <a:cubicBezTo>
                  <a:pt x="462346" y="185248"/>
                  <a:pt x="445637" y="168488"/>
                  <a:pt x="424975" y="168488"/>
                </a:cubicBezTo>
                <a:close/>
                <a:moveTo>
                  <a:pt x="287947" y="168488"/>
                </a:moveTo>
                <a:cubicBezTo>
                  <a:pt x="267285" y="168488"/>
                  <a:pt x="250576" y="185248"/>
                  <a:pt x="250576" y="205806"/>
                </a:cubicBezTo>
                <a:cubicBezTo>
                  <a:pt x="250576" y="226439"/>
                  <a:pt x="267285" y="243124"/>
                  <a:pt x="287947" y="243124"/>
                </a:cubicBezTo>
                <a:cubicBezTo>
                  <a:pt x="308610" y="243124"/>
                  <a:pt x="325318" y="226439"/>
                  <a:pt x="325318" y="205806"/>
                </a:cubicBezTo>
                <a:cubicBezTo>
                  <a:pt x="325318" y="185248"/>
                  <a:pt x="308610" y="168488"/>
                  <a:pt x="287947" y="168488"/>
                </a:cubicBezTo>
                <a:close/>
                <a:moveTo>
                  <a:pt x="102356" y="121231"/>
                </a:moveTo>
                <a:cubicBezTo>
                  <a:pt x="101162" y="123317"/>
                  <a:pt x="99969" y="125477"/>
                  <a:pt x="98850" y="127711"/>
                </a:cubicBezTo>
                <a:cubicBezTo>
                  <a:pt x="84227" y="156240"/>
                  <a:pt x="76842" y="186631"/>
                  <a:pt x="76842" y="217990"/>
                </a:cubicBezTo>
                <a:cubicBezTo>
                  <a:pt x="76842" y="249275"/>
                  <a:pt x="84227" y="279666"/>
                  <a:pt x="98850" y="308194"/>
                </a:cubicBezTo>
                <a:cubicBezTo>
                  <a:pt x="112726" y="335308"/>
                  <a:pt x="132496" y="359516"/>
                  <a:pt x="157488" y="380223"/>
                </a:cubicBezTo>
                <a:cubicBezTo>
                  <a:pt x="207845" y="421787"/>
                  <a:pt x="274317" y="444729"/>
                  <a:pt x="344668" y="444729"/>
                </a:cubicBezTo>
                <a:cubicBezTo>
                  <a:pt x="353173" y="444729"/>
                  <a:pt x="361752" y="444357"/>
                  <a:pt x="370257" y="443687"/>
                </a:cubicBezTo>
                <a:cubicBezTo>
                  <a:pt x="332209" y="465288"/>
                  <a:pt x="286254" y="477876"/>
                  <a:pt x="236717" y="477876"/>
                </a:cubicBezTo>
                <a:cubicBezTo>
                  <a:pt x="223736" y="477876"/>
                  <a:pt x="210755" y="477057"/>
                  <a:pt x="198072" y="475344"/>
                </a:cubicBezTo>
                <a:cubicBezTo>
                  <a:pt x="160397" y="499478"/>
                  <a:pt x="110637" y="528155"/>
                  <a:pt x="82437" y="531284"/>
                </a:cubicBezTo>
                <a:cubicBezTo>
                  <a:pt x="82138" y="531358"/>
                  <a:pt x="81840" y="531358"/>
                  <a:pt x="81542" y="531358"/>
                </a:cubicBezTo>
                <a:cubicBezTo>
                  <a:pt x="78930" y="531358"/>
                  <a:pt x="76469" y="530017"/>
                  <a:pt x="75051" y="527857"/>
                </a:cubicBezTo>
                <a:cubicBezTo>
                  <a:pt x="73410" y="525399"/>
                  <a:pt x="73335" y="522271"/>
                  <a:pt x="74753" y="519738"/>
                </a:cubicBezTo>
                <a:cubicBezTo>
                  <a:pt x="75051" y="519291"/>
                  <a:pt x="99223" y="476014"/>
                  <a:pt x="88778" y="435046"/>
                </a:cubicBezTo>
                <a:cubicBezTo>
                  <a:pt x="32303" y="397653"/>
                  <a:pt x="0" y="342160"/>
                  <a:pt x="0" y="282198"/>
                </a:cubicBezTo>
                <a:cubicBezTo>
                  <a:pt x="0" y="215532"/>
                  <a:pt x="40584" y="156538"/>
                  <a:pt x="102356" y="121231"/>
                </a:cubicBezTo>
                <a:close/>
                <a:moveTo>
                  <a:pt x="356424" y="0"/>
                </a:moveTo>
                <a:cubicBezTo>
                  <a:pt x="495540" y="0"/>
                  <a:pt x="608697" y="94747"/>
                  <a:pt x="608697" y="211244"/>
                </a:cubicBezTo>
                <a:cubicBezTo>
                  <a:pt x="608697" y="274408"/>
                  <a:pt x="575802" y="333178"/>
                  <a:pt x="518290" y="373401"/>
                </a:cubicBezTo>
                <a:cubicBezTo>
                  <a:pt x="512845" y="406324"/>
                  <a:pt x="531717" y="440811"/>
                  <a:pt x="531941" y="441109"/>
                </a:cubicBezTo>
                <a:cubicBezTo>
                  <a:pt x="536267" y="448781"/>
                  <a:pt x="535969" y="458092"/>
                  <a:pt x="531120" y="465391"/>
                </a:cubicBezTo>
                <a:cubicBezTo>
                  <a:pt x="526794" y="472021"/>
                  <a:pt x="519484" y="475894"/>
                  <a:pt x="511577" y="475894"/>
                </a:cubicBezTo>
                <a:cubicBezTo>
                  <a:pt x="510756" y="475894"/>
                  <a:pt x="509936" y="475894"/>
                  <a:pt x="509041" y="475745"/>
                </a:cubicBezTo>
                <a:cubicBezTo>
                  <a:pt x="484574" y="473064"/>
                  <a:pt x="444966" y="454442"/>
                  <a:pt x="391408" y="420476"/>
                </a:cubicBezTo>
                <a:cubicBezTo>
                  <a:pt x="379920" y="421817"/>
                  <a:pt x="368135" y="422487"/>
                  <a:pt x="356424" y="422487"/>
                </a:cubicBezTo>
                <a:cubicBezTo>
                  <a:pt x="217382" y="422487"/>
                  <a:pt x="104225" y="327741"/>
                  <a:pt x="104225" y="211244"/>
                </a:cubicBezTo>
                <a:cubicBezTo>
                  <a:pt x="104225" y="94747"/>
                  <a:pt x="217382" y="0"/>
                  <a:pt x="356424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iṥlïḑe"/>
          <p:cNvSpPr/>
          <p:nvPr/>
        </p:nvSpPr>
        <p:spPr bwMode="auto">
          <a:xfrm>
            <a:off x="704169" y="3310692"/>
            <a:ext cx="570046" cy="461400"/>
          </a:xfrm>
          <a:custGeom>
            <a:avLst/>
            <a:gdLst>
              <a:gd name="connsiteX0" fmla="*/ 355420 w 607568"/>
              <a:gd name="connsiteY0" fmla="*/ 250307 h 491771"/>
              <a:gd name="connsiteX1" fmla="*/ 352312 w 607568"/>
              <a:gd name="connsiteY1" fmla="*/ 251812 h 491771"/>
              <a:gd name="connsiteX2" fmla="*/ 321042 w 607568"/>
              <a:gd name="connsiteY2" fmla="*/ 289814 h 491771"/>
              <a:gd name="connsiteX3" fmla="*/ 321513 w 607568"/>
              <a:gd name="connsiteY3" fmla="*/ 295364 h 491771"/>
              <a:gd name="connsiteX4" fmla="*/ 369736 w 607568"/>
              <a:gd name="connsiteY4" fmla="*/ 338257 h 491771"/>
              <a:gd name="connsiteX5" fmla="*/ 371997 w 607568"/>
              <a:gd name="connsiteY5" fmla="*/ 339104 h 491771"/>
              <a:gd name="connsiteX6" fmla="*/ 373127 w 607568"/>
              <a:gd name="connsiteY6" fmla="*/ 338916 h 491771"/>
              <a:gd name="connsiteX7" fmla="*/ 375293 w 607568"/>
              <a:gd name="connsiteY7" fmla="*/ 336282 h 491771"/>
              <a:gd name="connsiteX8" fmla="*/ 383676 w 607568"/>
              <a:gd name="connsiteY8" fmla="*/ 279467 h 491771"/>
              <a:gd name="connsiteX9" fmla="*/ 376424 w 607568"/>
              <a:gd name="connsiteY9" fmla="*/ 263287 h 491771"/>
              <a:gd name="connsiteX10" fmla="*/ 357681 w 607568"/>
              <a:gd name="connsiteY10" fmla="*/ 250965 h 491771"/>
              <a:gd name="connsiteX11" fmla="*/ 355420 w 607568"/>
              <a:gd name="connsiteY11" fmla="*/ 250307 h 491771"/>
              <a:gd name="connsiteX12" fmla="*/ 258879 w 607568"/>
              <a:gd name="connsiteY12" fmla="*/ 250307 h 491771"/>
              <a:gd name="connsiteX13" fmla="*/ 256712 w 607568"/>
              <a:gd name="connsiteY13" fmla="*/ 250965 h 491771"/>
              <a:gd name="connsiteX14" fmla="*/ 237969 w 607568"/>
              <a:gd name="connsiteY14" fmla="*/ 263287 h 491771"/>
              <a:gd name="connsiteX15" fmla="*/ 230717 w 607568"/>
              <a:gd name="connsiteY15" fmla="*/ 279467 h 491771"/>
              <a:gd name="connsiteX16" fmla="*/ 239100 w 607568"/>
              <a:gd name="connsiteY16" fmla="*/ 336282 h 491771"/>
              <a:gd name="connsiteX17" fmla="*/ 241266 w 607568"/>
              <a:gd name="connsiteY17" fmla="*/ 338916 h 491771"/>
              <a:gd name="connsiteX18" fmla="*/ 242396 w 607568"/>
              <a:gd name="connsiteY18" fmla="*/ 339104 h 491771"/>
              <a:gd name="connsiteX19" fmla="*/ 244657 w 607568"/>
              <a:gd name="connsiteY19" fmla="*/ 338257 h 491771"/>
              <a:gd name="connsiteX20" fmla="*/ 292880 w 607568"/>
              <a:gd name="connsiteY20" fmla="*/ 295364 h 491771"/>
              <a:gd name="connsiteX21" fmla="*/ 293351 w 607568"/>
              <a:gd name="connsiteY21" fmla="*/ 289814 h 491771"/>
              <a:gd name="connsiteX22" fmla="*/ 261987 w 607568"/>
              <a:gd name="connsiteY22" fmla="*/ 251812 h 491771"/>
              <a:gd name="connsiteX23" fmla="*/ 258879 w 607568"/>
              <a:gd name="connsiteY23" fmla="*/ 250307 h 491771"/>
              <a:gd name="connsiteX24" fmla="*/ 500465 w 607568"/>
              <a:gd name="connsiteY24" fmla="*/ 66049 h 491771"/>
              <a:gd name="connsiteX25" fmla="*/ 565743 w 607568"/>
              <a:gd name="connsiteY25" fmla="*/ 130673 h 491771"/>
              <a:gd name="connsiteX26" fmla="*/ 566120 w 607568"/>
              <a:gd name="connsiteY26" fmla="*/ 130673 h 491771"/>
              <a:gd name="connsiteX27" fmla="*/ 580250 w 607568"/>
              <a:gd name="connsiteY27" fmla="*/ 160962 h 491771"/>
              <a:gd name="connsiteX28" fmla="*/ 560939 w 607568"/>
              <a:gd name="connsiteY28" fmla="*/ 182503 h 491771"/>
              <a:gd name="connsiteX29" fmla="*/ 531927 w 607568"/>
              <a:gd name="connsiteY29" fmla="*/ 223799 h 491771"/>
              <a:gd name="connsiteX30" fmla="*/ 528253 w 607568"/>
              <a:gd name="connsiteY30" fmla="*/ 234240 h 491771"/>
              <a:gd name="connsiteX31" fmla="*/ 530797 w 607568"/>
              <a:gd name="connsiteY31" fmla="*/ 246281 h 491771"/>
              <a:gd name="connsiteX32" fmla="*/ 545868 w 607568"/>
              <a:gd name="connsiteY32" fmla="*/ 261143 h 491771"/>
              <a:gd name="connsiteX33" fmla="*/ 558961 w 607568"/>
              <a:gd name="connsiteY33" fmla="*/ 263777 h 491771"/>
              <a:gd name="connsiteX34" fmla="*/ 597299 w 607568"/>
              <a:gd name="connsiteY34" fmla="*/ 301968 h 491771"/>
              <a:gd name="connsiteX35" fmla="*/ 607002 w 607568"/>
              <a:gd name="connsiteY35" fmla="*/ 350788 h 491771"/>
              <a:gd name="connsiteX36" fmla="*/ 601256 w 607568"/>
              <a:gd name="connsiteY36" fmla="*/ 373835 h 491771"/>
              <a:gd name="connsiteX37" fmla="*/ 579685 w 607568"/>
              <a:gd name="connsiteY37" fmla="*/ 384088 h 491771"/>
              <a:gd name="connsiteX38" fmla="*/ 490386 w 607568"/>
              <a:gd name="connsiteY38" fmla="*/ 384088 h 491771"/>
              <a:gd name="connsiteX39" fmla="*/ 467685 w 607568"/>
              <a:gd name="connsiteY39" fmla="*/ 310058 h 491771"/>
              <a:gd name="connsiteX40" fmla="*/ 431702 w 607568"/>
              <a:gd name="connsiteY40" fmla="*/ 267445 h 491771"/>
              <a:gd name="connsiteX41" fmla="*/ 441969 w 607568"/>
              <a:gd name="connsiteY41" fmla="*/ 263777 h 491771"/>
              <a:gd name="connsiteX42" fmla="*/ 455157 w 607568"/>
              <a:gd name="connsiteY42" fmla="*/ 261237 h 491771"/>
              <a:gd name="connsiteX43" fmla="*/ 470228 w 607568"/>
              <a:gd name="connsiteY43" fmla="*/ 246281 h 491771"/>
              <a:gd name="connsiteX44" fmla="*/ 472677 w 607568"/>
              <a:gd name="connsiteY44" fmla="*/ 234240 h 491771"/>
              <a:gd name="connsiteX45" fmla="*/ 469098 w 607568"/>
              <a:gd name="connsiteY45" fmla="*/ 223893 h 491771"/>
              <a:gd name="connsiteX46" fmla="*/ 439991 w 607568"/>
              <a:gd name="connsiteY46" fmla="*/ 182503 h 491771"/>
              <a:gd name="connsiteX47" fmla="*/ 426144 w 607568"/>
              <a:gd name="connsiteY47" fmla="*/ 172720 h 491771"/>
              <a:gd name="connsiteX48" fmla="*/ 441404 w 607568"/>
              <a:gd name="connsiteY48" fmla="*/ 143278 h 491771"/>
              <a:gd name="connsiteX49" fmla="*/ 439708 w 607568"/>
              <a:gd name="connsiteY49" fmla="*/ 107438 h 491771"/>
              <a:gd name="connsiteX50" fmla="*/ 500465 w 607568"/>
              <a:gd name="connsiteY50" fmla="*/ 66049 h 491771"/>
              <a:gd name="connsiteX51" fmla="*/ 107100 w 607568"/>
              <a:gd name="connsiteY51" fmla="*/ 66049 h 491771"/>
              <a:gd name="connsiteX52" fmla="*/ 171341 w 607568"/>
              <a:gd name="connsiteY52" fmla="*/ 123618 h 491771"/>
              <a:gd name="connsiteX53" fmla="*/ 172849 w 607568"/>
              <a:gd name="connsiteY53" fmla="*/ 143278 h 491771"/>
              <a:gd name="connsiteX54" fmla="*/ 184246 w 607568"/>
              <a:gd name="connsiteY54" fmla="*/ 168205 h 491771"/>
              <a:gd name="connsiteX55" fmla="*/ 167574 w 607568"/>
              <a:gd name="connsiteY55" fmla="*/ 182503 h 491771"/>
              <a:gd name="connsiteX56" fmla="*/ 138468 w 607568"/>
              <a:gd name="connsiteY56" fmla="*/ 223799 h 491771"/>
              <a:gd name="connsiteX57" fmla="*/ 134794 w 607568"/>
              <a:gd name="connsiteY57" fmla="*/ 234240 h 491771"/>
              <a:gd name="connsiteX58" fmla="*/ 137337 w 607568"/>
              <a:gd name="connsiteY58" fmla="*/ 246281 h 491771"/>
              <a:gd name="connsiteX59" fmla="*/ 152408 w 607568"/>
              <a:gd name="connsiteY59" fmla="*/ 261143 h 491771"/>
              <a:gd name="connsiteX60" fmla="*/ 165596 w 607568"/>
              <a:gd name="connsiteY60" fmla="*/ 263777 h 491771"/>
              <a:gd name="connsiteX61" fmla="*/ 179442 w 607568"/>
              <a:gd name="connsiteY61" fmla="*/ 268856 h 491771"/>
              <a:gd name="connsiteX62" fmla="*/ 146662 w 607568"/>
              <a:gd name="connsiteY62" fmla="*/ 310058 h 491771"/>
              <a:gd name="connsiteX63" fmla="*/ 123867 w 607568"/>
              <a:gd name="connsiteY63" fmla="*/ 384088 h 491771"/>
              <a:gd name="connsiteX64" fmla="*/ 27883 w 607568"/>
              <a:gd name="connsiteY64" fmla="*/ 384088 h 491771"/>
              <a:gd name="connsiteX65" fmla="*/ 6312 w 607568"/>
              <a:gd name="connsiteY65" fmla="*/ 373835 h 491771"/>
              <a:gd name="connsiteX66" fmla="*/ 566 w 607568"/>
              <a:gd name="connsiteY66" fmla="*/ 350788 h 491771"/>
              <a:gd name="connsiteX67" fmla="*/ 10268 w 607568"/>
              <a:gd name="connsiteY67" fmla="*/ 301968 h 491771"/>
              <a:gd name="connsiteX68" fmla="*/ 48606 w 607568"/>
              <a:gd name="connsiteY68" fmla="*/ 263777 h 491771"/>
              <a:gd name="connsiteX69" fmla="*/ 61699 w 607568"/>
              <a:gd name="connsiteY69" fmla="*/ 261237 h 491771"/>
              <a:gd name="connsiteX70" fmla="*/ 76770 w 607568"/>
              <a:gd name="connsiteY70" fmla="*/ 246281 h 491771"/>
              <a:gd name="connsiteX71" fmla="*/ 79313 w 607568"/>
              <a:gd name="connsiteY71" fmla="*/ 234240 h 491771"/>
              <a:gd name="connsiteX72" fmla="*/ 75639 w 607568"/>
              <a:gd name="connsiteY72" fmla="*/ 223893 h 491771"/>
              <a:gd name="connsiteX73" fmla="*/ 46628 w 607568"/>
              <a:gd name="connsiteY73" fmla="*/ 182503 h 491771"/>
              <a:gd name="connsiteX74" fmla="*/ 27318 w 607568"/>
              <a:gd name="connsiteY74" fmla="*/ 160962 h 491771"/>
              <a:gd name="connsiteX75" fmla="*/ 41447 w 607568"/>
              <a:gd name="connsiteY75" fmla="*/ 130673 h 491771"/>
              <a:gd name="connsiteX76" fmla="*/ 41824 w 607568"/>
              <a:gd name="connsiteY76" fmla="*/ 130673 h 491771"/>
              <a:gd name="connsiteX77" fmla="*/ 107100 w 607568"/>
              <a:gd name="connsiteY77" fmla="*/ 66049 h 491771"/>
              <a:gd name="connsiteX78" fmla="*/ 298626 w 607568"/>
              <a:gd name="connsiteY78" fmla="*/ 0 h 491771"/>
              <a:gd name="connsiteX79" fmla="*/ 315956 w 607568"/>
              <a:gd name="connsiteY79" fmla="*/ 0 h 491771"/>
              <a:gd name="connsiteX80" fmla="*/ 401854 w 607568"/>
              <a:gd name="connsiteY80" fmla="*/ 85787 h 491771"/>
              <a:gd name="connsiteX81" fmla="*/ 401854 w 607568"/>
              <a:gd name="connsiteY81" fmla="*/ 95476 h 491771"/>
              <a:gd name="connsiteX82" fmla="*/ 421633 w 607568"/>
              <a:gd name="connsiteY82" fmla="*/ 138840 h 491771"/>
              <a:gd name="connsiteX83" fmla="*/ 417960 w 607568"/>
              <a:gd name="connsiteY83" fmla="*/ 149281 h 491771"/>
              <a:gd name="connsiteX84" fmla="*/ 417112 w 607568"/>
              <a:gd name="connsiteY84" fmla="*/ 151068 h 491771"/>
              <a:gd name="connsiteX85" fmla="*/ 411273 w 607568"/>
              <a:gd name="connsiteY85" fmla="*/ 159534 h 491771"/>
              <a:gd name="connsiteX86" fmla="*/ 410896 w 607568"/>
              <a:gd name="connsiteY86" fmla="*/ 159910 h 491771"/>
              <a:gd name="connsiteX87" fmla="*/ 394037 w 607568"/>
              <a:gd name="connsiteY87" fmla="*/ 169787 h 491771"/>
              <a:gd name="connsiteX88" fmla="*/ 384900 w 607568"/>
              <a:gd name="connsiteY88" fmla="*/ 189541 h 491771"/>
              <a:gd name="connsiteX89" fmla="*/ 384712 w 607568"/>
              <a:gd name="connsiteY89" fmla="*/ 189823 h 491771"/>
              <a:gd name="connsiteX90" fmla="*/ 373316 w 607568"/>
              <a:gd name="connsiteY90" fmla="*/ 207131 h 491771"/>
              <a:gd name="connsiteX91" fmla="*/ 372750 w 607568"/>
              <a:gd name="connsiteY91" fmla="*/ 207789 h 491771"/>
              <a:gd name="connsiteX92" fmla="*/ 359847 w 607568"/>
              <a:gd name="connsiteY92" fmla="*/ 222275 h 491771"/>
              <a:gd name="connsiteX93" fmla="*/ 359188 w 607568"/>
              <a:gd name="connsiteY93" fmla="*/ 222934 h 491771"/>
              <a:gd name="connsiteX94" fmla="*/ 345154 w 607568"/>
              <a:gd name="connsiteY94" fmla="*/ 234598 h 491771"/>
              <a:gd name="connsiteX95" fmla="*/ 345625 w 607568"/>
              <a:gd name="connsiteY95" fmla="*/ 236855 h 491771"/>
              <a:gd name="connsiteX96" fmla="*/ 348639 w 607568"/>
              <a:gd name="connsiteY96" fmla="*/ 235538 h 491771"/>
              <a:gd name="connsiteX97" fmla="*/ 355514 w 607568"/>
              <a:gd name="connsiteY97" fmla="*/ 234033 h 491771"/>
              <a:gd name="connsiteX98" fmla="*/ 366628 w 607568"/>
              <a:gd name="connsiteY98" fmla="*/ 237326 h 491771"/>
              <a:gd name="connsiteX99" fmla="*/ 385371 w 607568"/>
              <a:gd name="connsiteY99" fmla="*/ 249648 h 491771"/>
              <a:gd name="connsiteX100" fmla="*/ 399876 w 607568"/>
              <a:gd name="connsiteY100" fmla="*/ 279373 h 491771"/>
              <a:gd name="connsiteX101" fmla="*/ 430016 w 607568"/>
              <a:gd name="connsiteY101" fmla="*/ 289814 h 491771"/>
              <a:gd name="connsiteX102" fmla="*/ 448382 w 607568"/>
              <a:gd name="connsiteY102" fmla="*/ 316058 h 491771"/>
              <a:gd name="connsiteX103" fmla="*/ 481630 w 607568"/>
              <a:gd name="connsiteY103" fmla="*/ 424515 h 491771"/>
              <a:gd name="connsiteX104" fmla="*/ 483891 w 607568"/>
              <a:gd name="connsiteY104" fmla="*/ 436461 h 491771"/>
              <a:gd name="connsiteX105" fmla="*/ 473718 w 607568"/>
              <a:gd name="connsiteY105" fmla="*/ 470700 h 491771"/>
              <a:gd name="connsiteX106" fmla="*/ 443956 w 607568"/>
              <a:gd name="connsiteY106" fmla="*/ 490360 h 491771"/>
              <a:gd name="connsiteX107" fmla="*/ 431805 w 607568"/>
              <a:gd name="connsiteY107" fmla="*/ 491771 h 491771"/>
              <a:gd name="connsiteX108" fmla="*/ 325375 w 607568"/>
              <a:gd name="connsiteY108" fmla="*/ 491771 h 491771"/>
              <a:gd name="connsiteX109" fmla="*/ 337430 w 607568"/>
              <a:gd name="connsiteY109" fmla="*/ 415296 h 491771"/>
              <a:gd name="connsiteX110" fmla="*/ 334605 w 607568"/>
              <a:gd name="connsiteY110" fmla="*/ 389052 h 491771"/>
              <a:gd name="connsiteX111" fmla="*/ 323962 w 607568"/>
              <a:gd name="connsiteY111" fmla="*/ 360927 h 491771"/>
              <a:gd name="connsiteX112" fmla="*/ 337430 w 607568"/>
              <a:gd name="connsiteY112" fmla="*/ 347476 h 491771"/>
              <a:gd name="connsiteX113" fmla="*/ 307196 w 607568"/>
              <a:gd name="connsiteY113" fmla="*/ 317281 h 491771"/>
              <a:gd name="connsiteX114" fmla="*/ 276868 w 607568"/>
              <a:gd name="connsiteY114" fmla="*/ 347476 h 491771"/>
              <a:gd name="connsiteX115" fmla="*/ 290337 w 607568"/>
              <a:gd name="connsiteY115" fmla="*/ 360927 h 491771"/>
              <a:gd name="connsiteX116" fmla="*/ 279694 w 607568"/>
              <a:gd name="connsiteY116" fmla="*/ 389052 h 491771"/>
              <a:gd name="connsiteX117" fmla="*/ 276963 w 607568"/>
              <a:gd name="connsiteY117" fmla="*/ 415296 h 491771"/>
              <a:gd name="connsiteX118" fmla="*/ 288736 w 607568"/>
              <a:gd name="connsiteY118" fmla="*/ 491771 h 491771"/>
              <a:gd name="connsiteX119" fmla="*/ 182493 w 607568"/>
              <a:gd name="connsiteY119" fmla="*/ 491771 h 491771"/>
              <a:gd name="connsiteX120" fmla="*/ 170437 w 607568"/>
              <a:gd name="connsiteY120" fmla="*/ 490360 h 491771"/>
              <a:gd name="connsiteX121" fmla="*/ 140675 w 607568"/>
              <a:gd name="connsiteY121" fmla="*/ 470700 h 491771"/>
              <a:gd name="connsiteX122" fmla="*/ 132669 w 607568"/>
              <a:gd name="connsiteY122" fmla="*/ 424515 h 491771"/>
              <a:gd name="connsiteX123" fmla="*/ 166011 w 607568"/>
              <a:gd name="connsiteY123" fmla="*/ 316058 h 491771"/>
              <a:gd name="connsiteX124" fmla="*/ 184377 w 607568"/>
              <a:gd name="connsiteY124" fmla="*/ 289814 h 491771"/>
              <a:gd name="connsiteX125" fmla="*/ 214517 w 607568"/>
              <a:gd name="connsiteY125" fmla="*/ 279373 h 491771"/>
              <a:gd name="connsiteX126" fmla="*/ 214517 w 607568"/>
              <a:gd name="connsiteY126" fmla="*/ 279279 h 491771"/>
              <a:gd name="connsiteX127" fmla="*/ 229022 w 607568"/>
              <a:gd name="connsiteY127" fmla="*/ 249648 h 491771"/>
              <a:gd name="connsiteX128" fmla="*/ 247765 w 607568"/>
              <a:gd name="connsiteY128" fmla="*/ 237326 h 491771"/>
              <a:gd name="connsiteX129" fmla="*/ 258879 w 607568"/>
              <a:gd name="connsiteY129" fmla="*/ 234033 h 491771"/>
              <a:gd name="connsiteX130" fmla="*/ 265754 w 607568"/>
              <a:gd name="connsiteY130" fmla="*/ 235538 h 491771"/>
              <a:gd name="connsiteX131" fmla="*/ 268768 w 607568"/>
              <a:gd name="connsiteY131" fmla="*/ 236855 h 491771"/>
              <a:gd name="connsiteX132" fmla="*/ 269239 w 607568"/>
              <a:gd name="connsiteY132" fmla="*/ 234598 h 491771"/>
              <a:gd name="connsiteX133" fmla="*/ 255205 w 607568"/>
              <a:gd name="connsiteY133" fmla="*/ 222934 h 491771"/>
              <a:gd name="connsiteX134" fmla="*/ 254546 w 607568"/>
              <a:gd name="connsiteY134" fmla="*/ 222275 h 491771"/>
              <a:gd name="connsiteX135" fmla="*/ 241548 w 607568"/>
              <a:gd name="connsiteY135" fmla="*/ 207789 h 491771"/>
              <a:gd name="connsiteX136" fmla="*/ 241077 w 607568"/>
              <a:gd name="connsiteY136" fmla="*/ 207225 h 491771"/>
              <a:gd name="connsiteX137" fmla="*/ 229681 w 607568"/>
              <a:gd name="connsiteY137" fmla="*/ 189823 h 491771"/>
              <a:gd name="connsiteX138" fmla="*/ 229493 w 607568"/>
              <a:gd name="connsiteY138" fmla="*/ 189635 h 491771"/>
              <a:gd name="connsiteX139" fmla="*/ 220356 w 607568"/>
              <a:gd name="connsiteY139" fmla="*/ 169787 h 491771"/>
              <a:gd name="connsiteX140" fmla="*/ 203497 w 607568"/>
              <a:gd name="connsiteY140" fmla="*/ 159910 h 491771"/>
              <a:gd name="connsiteX141" fmla="*/ 203120 w 607568"/>
              <a:gd name="connsiteY141" fmla="*/ 159534 h 491771"/>
              <a:gd name="connsiteX142" fmla="*/ 197281 w 607568"/>
              <a:gd name="connsiteY142" fmla="*/ 151068 h 491771"/>
              <a:gd name="connsiteX143" fmla="*/ 196433 w 607568"/>
              <a:gd name="connsiteY143" fmla="*/ 149281 h 491771"/>
              <a:gd name="connsiteX144" fmla="*/ 192666 w 607568"/>
              <a:gd name="connsiteY144" fmla="*/ 138840 h 491771"/>
              <a:gd name="connsiteX145" fmla="*/ 212727 w 607568"/>
              <a:gd name="connsiteY145" fmla="*/ 95476 h 491771"/>
              <a:gd name="connsiteX146" fmla="*/ 212727 w 607568"/>
              <a:gd name="connsiteY146" fmla="*/ 85787 h 491771"/>
              <a:gd name="connsiteX147" fmla="*/ 298626 w 607568"/>
              <a:gd name="connsiteY147" fmla="*/ 0 h 491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</a:cxnLst>
            <a:rect l="l" t="t" r="r" b="b"/>
            <a:pathLst>
              <a:path w="607568" h="491771">
                <a:moveTo>
                  <a:pt x="355420" y="250307"/>
                </a:moveTo>
                <a:cubicBezTo>
                  <a:pt x="354290" y="250307"/>
                  <a:pt x="353160" y="250871"/>
                  <a:pt x="352312" y="251812"/>
                </a:cubicBezTo>
                <a:lnTo>
                  <a:pt x="321042" y="289814"/>
                </a:lnTo>
                <a:cubicBezTo>
                  <a:pt x="319723" y="291507"/>
                  <a:pt x="319912" y="293953"/>
                  <a:pt x="321513" y="295364"/>
                </a:cubicBezTo>
                <a:lnTo>
                  <a:pt x="369736" y="338257"/>
                </a:lnTo>
                <a:cubicBezTo>
                  <a:pt x="370396" y="338822"/>
                  <a:pt x="371149" y="339104"/>
                  <a:pt x="371997" y="339104"/>
                </a:cubicBezTo>
                <a:cubicBezTo>
                  <a:pt x="372374" y="339104"/>
                  <a:pt x="372750" y="339010"/>
                  <a:pt x="373127" y="338916"/>
                </a:cubicBezTo>
                <a:cubicBezTo>
                  <a:pt x="374257" y="338539"/>
                  <a:pt x="375105" y="337505"/>
                  <a:pt x="375293" y="336282"/>
                </a:cubicBezTo>
                <a:lnTo>
                  <a:pt x="383676" y="279467"/>
                </a:lnTo>
                <a:cubicBezTo>
                  <a:pt x="384618" y="273164"/>
                  <a:pt x="381792" y="266768"/>
                  <a:pt x="376424" y="263287"/>
                </a:cubicBezTo>
                <a:lnTo>
                  <a:pt x="357681" y="250965"/>
                </a:lnTo>
                <a:cubicBezTo>
                  <a:pt x="357021" y="250495"/>
                  <a:pt x="356174" y="250307"/>
                  <a:pt x="355420" y="250307"/>
                </a:cubicBezTo>
                <a:close/>
                <a:moveTo>
                  <a:pt x="258879" y="250307"/>
                </a:moveTo>
                <a:cubicBezTo>
                  <a:pt x="258125" y="250307"/>
                  <a:pt x="257372" y="250495"/>
                  <a:pt x="256712" y="250965"/>
                </a:cubicBezTo>
                <a:lnTo>
                  <a:pt x="237969" y="263287"/>
                </a:lnTo>
                <a:cubicBezTo>
                  <a:pt x="232601" y="266768"/>
                  <a:pt x="229775" y="273164"/>
                  <a:pt x="230717" y="279467"/>
                </a:cubicBezTo>
                <a:lnTo>
                  <a:pt x="239100" y="336282"/>
                </a:lnTo>
                <a:cubicBezTo>
                  <a:pt x="239288" y="337505"/>
                  <a:pt x="240136" y="338539"/>
                  <a:pt x="241266" y="338916"/>
                </a:cubicBezTo>
                <a:cubicBezTo>
                  <a:pt x="241643" y="339010"/>
                  <a:pt x="242019" y="339104"/>
                  <a:pt x="242396" y="339104"/>
                </a:cubicBezTo>
                <a:cubicBezTo>
                  <a:pt x="243244" y="339104"/>
                  <a:pt x="243997" y="338822"/>
                  <a:pt x="244657" y="338257"/>
                </a:cubicBezTo>
                <a:lnTo>
                  <a:pt x="292880" y="295364"/>
                </a:lnTo>
                <a:cubicBezTo>
                  <a:pt x="294481" y="293953"/>
                  <a:pt x="294670" y="291507"/>
                  <a:pt x="293351" y="289814"/>
                </a:cubicBezTo>
                <a:lnTo>
                  <a:pt x="261987" y="251812"/>
                </a:lnTo>
                <a:cubicBezTo>
                  <a:pt x="261233" y="250871"/>
                  <a:pt x="260103" y="250307"/>
                  <a:pt x="258879" y="250307"/>
                </a:cubicBezTo>
                <a:close/>
                <a:moveTo>
                  <a:pt x="500465" y="66049"/>
                </a:moveTo>
                <a:cubicBezTo>
                  <a:pt x="548129" y="66049"/>
                  <a:pt x="562447" y="93516"/>
                  <a:pt x="565743" y="130673"/>
                </a:cubicBezTo>
                <a:cubicBezTo>
                  <a:pt x="565932" y="130673"/>
                  <a:pt x="566026" y="130673"/>
                  <a:pt x="566120" y="130673"/>
                </a:cubicBezTo>
                <a:cubicBezTo>
                  <a:pt x="577141" y="133118"/>
                  <a:pt x="583358" y="146664"/>
                  <a:pt x="580250" y="160962"/>
                </a:cubicBezTo>
                <a:cubicBezTo>
                  <a:pt x="577706" y="172532"/>
                  <a:pt x="569700" y="180904"/>
                  <a:pt x="560939" y="182503"/>
                </a:cubicBezTo>
                <a:cubicBezTo>
                  <a:pt x="554628" y="199529"/>
                  <a:pt x="543796" y="214016"/>
                  <a:pt x="531927" y="223799"/>
                </a:cubicBezTo>
                <a:cubicBezTo>
                  <a:pt x="528913" y="226338"/>
                  <a:pt x="527500" y="230383"/>
                  <a:pt x="528253" y="234240"/>
                </a:cubicBezTo>
                <a:lnTo>
                  <a:pt x="530797" y="246281"/>
                </a:lnTo>
                <a:cubicBezTo>
                  <a:pt x="532304" y="253806"/>
                  <a:pt x="538238" y="259732"/>
                  <a:pt x="545868" y="261143"/>
                </a:cubicBezTo>
                <a:lnTo>
                  <a:pt x="558961" y="263777"/>
                </a:lnTo>
                <a:cubicBezTo>
                  <a:pt x="578366" y="267634"/>
                  <a:pt x="593437" y="282684"/>
                  <a:pt x="597299" y="301968"/>
                </a:cubicBezTo>
                <a:lnTo>
                  <a:pt x="607002" y="350788"/>
                </a:lnTo>
                <a:cubicBezTo>
                  <a:pt x="608697" y="358972"/>
                  <a:pt x="606531" y="367438"/>
                  <a:pt x="601256" y="373835"/>
                </a:cubicBezTo>
                <a:cubicBezTo>
                  <a:pt x="595981" y="380325"/>
                  <a:pt x="588068" y="384088"/>
                  <a:pt x="579685" y="384088"/>
                </a:cubicBezTo>
                <a:lnTo>
                  <a:pt x="490386" y="384088"/>
                </a:lnTo>
                <a:lnTo>
                  <a:pt x="467685" y="310058"/>
                </a:lnTo>
                <a:cubicBezTo>
                  <a:pt x="461845" y="291150"/>
                  <a:pt x="448563" y="276194"/>
                  <a:pt x="431702" y="267445"/>
                </a:cubicBezTo>
                <a:cubicBezTo>
                  <a:pt x="434999" y="265940"/>
                  <a:pt x="438295" y="264529"/>
                  <a:pt x="441969" y="263777"/>
                </a:cubicBezTo>
                <a:lnTo>
                  <a:pt x="455157" y="261237"/>
                </a:lnTo>
                <a:cubicBezTo>
                  <a:pt x="462692" y="259732"/>
                  <a:pt x="468627" y="253806"/>
                  <a:pt x="470228" y="246281"/>
                </a:cubicBezTo>
                <a:lnTo>
                  <a:pt x="472677" y="234240"/>
                </a:lnTo>
                <a:cubicBezTo>
                  <a:pt x="473525" y="230383"/>
                  <a:pt x="472112" y="226338"/>
                  <a:pt x="469098" y="223893"/>
                </a:cubicBezTo>
                <a:cubicBezTo>
                  <a:pt x="457229" y="214016"/>
                  <a:pt x="446302" y="199529"/>
                  <a:pt x="439991" y="182503"/>
                </a:cubicBezTo>
                <a:cubicBezTo>
                  <a:pt x="434716" y="181563"/>
                  <a:pt x="429818" y="177894"/>
                  <a:pt x="426144" y="172720"/>
                </a:cubicBezTo>
                <a:cubicBezTo>
                  <a:pt x="433303" y="164725"/>
                  <a:pt x="438861" y="154754"/>
                  <a:pt x="441404" y="143278"/>
                </a:cubicBezTo>
                <a:cubicBezTo>
                  <a:pt x="444324" y="130485"/>
                  <a:pt x="443476" y="118068"/>
                  <a:pt x="439708" y="107438"/>
                </a:cubicBezTo>
                <a:cubicBezTo>
                  <a:pt x="447244" y="82699"/>
                  <a:pt x="464200" y="66049"/>
                  <a:pt x="500465" y="66049"/>
                </a:cubicBezTo>
                <a:close/>
                <a:moveTo>
                  <a:pt x="107100" y="66049"/>
                </a:moveTo>
                <a:cubicBezTo>
                  <a:pt x="151561" y="66049"/>
                  <a:pt x="166820" y="90130"/>
                  <a:pt x="171341" y="123618"/>
                </a:cubicBezTo>
                <a:cubicBezTo>
                  <a:pt x="170965" y="129920"/>
                  <a:pt x="171436" y="136505"/>
                  <a:pt x="172849" y="143278"/>
                </a:cubicBezTo>
                <a:cubicBezTo>
                  <a:pt x="174921" y="152590"/>
                  <a:pt x="178971" y="161056"/>
                  <a:pt x="184246" y="168205"/>
                </a:cubicBezTo>
                <a:cubicBezTo>
                  <a:pt x="180573" y="175919"/>
                  <a:pt x="174356" y="181281"/>
                  <a:pt x="167574" y="182503"/>
                </a:cubicBezTo>
                <a:cubicBezTo>
                  <a:pt x="161263" y="199529"/>
                  <a:pt x="150336" y="214016"/>
                  <a:pt x="138468" y="223799"/>
                </a:cubicBezTo>
                <a:cubicBezTo>
                  <a:pt x="135453" y="226338"/>
                  <a:pt x="134040" y="230383"/>
                  <a:pt x="134794" y="234240"/>
                </a:cubicBezTo>
                <a:lnTo>
                  <a:pt x="137337" y="246281"/>
                </a:lnTo>
                <a:cubicBezTo>
                  <a:pt x="138939" y="253806"/>
                  <a:pt x="144873" y="259732"/>
                  <a:pt x="152408" y="261143"/>
                </a:cubicBezTo>
                <a:lnTo>
                  <a:pt x="165596" y="263777"/>
                </a:lnTo>
                <a:cubicBezTo>
                  <a:pt x="170494" y="264812"/>
                  <a:pt x="175203" y="266505"/>
                  <a:pt x="179442" y="268856"/>
                </a:cubicBezTo>
                <a:cubicBezTo>
                  <a:pt x="164088" y="277793"/>
                  <a:pt x="152126" y="292279"/>
                  <a:pt x="146662" y="310058"/>
                </a:cubicBezTo>
                <a:lnTo>
                  <a:pt x="123867" y="384088"/>
                </a:lnTo>
                <a:lnTo>
                  <a:pt x="27883" y="384088"/>
                </a:lnTo>
                <a:cubicBezTo>
                  <a:pt x="19499" y="384088"/>
                  <a:pt x="11587" y="380325"/>
                  <a:pt x="6312" y="373835"/>
                </a:cubicBezTo>
                <a:cubicBezTo>
                  <a:pt x="1037" y="367438"/>
                  <a:pt x="-1129" y="358972"/>
                  <a:pt x="566" y="350788"/>
                </a:cubicBezTo>
                <a:lnTo>
                  <a:pt x="10268" y="301968"/>
                </a:lnTo>
                <a:cubicBezTo>
                  <a:pt x="14130" y="282684"/>
                  <a:pt x="29202" y="267634"/>
                  <a:pt x="48606" y="263777"/>
                </a:cubicBezTo>
                <a:lnTo>
                  <a:pt x="61699" y="261237"/>
                </a:lnTo>
                <a:cubicBezTo>
                  <a:pt x="69328" y="259732"/>
                  <a:pt x="75263" y="253806"/>
                  <a:pt x="76770" y="246281"/>
                </a:cubicBezTo>
                <a:lnTo>
                  <a:pt x="79313" y="234240"/>
                </a:lnTo>
                <a:cubicBezTo>
                  <a:pt x="80067" y="230383"/>
                  <a:pt x="78654" y="226338"/>
                  <a:pt x="75639" y="223893"/>
                </a:cubicBezTo>
                <a:cubicBezTo>
                  <a:pt x="63771" y="214016"/>
                  <a:pt x="52939" y="199623"/>
                  <a:pt x="46628" y="182503"/>
                </a:cubicBezTo>
                <a:cubicBezTo>
                  <a:pt x="37867" y="180904"/>
                  <a:pt x="29861" y="172532"/>
                  <a:pt x="27318" y="160962"/>
                </a:cubicBezTo>
                <a:cubicBezTo>
                  <a:pt x="24115" y="146664"/>
                  <a:pt x="30426" y="133118"/>
                  <a:pt x="41447" y="130673"/>
                </a:cubicBezTo>
                <a:cubicBezTo>
                  <a:pt x="41541" y="130673"/>
                  <a:pt x="41729" y="130673"/>
                  <a:pt x="41824" y="130673"/>
                </a:cubicBezTo>
                <a:cubicBezTo>
                  <a:pt x="45403" y="93516"/>
                  <a:pt x="60192" y="66049"/>
                  <a:pt x="107100" y="66049"/>
                </a:cubicBezTo>
                <a:close/>
                <a:moveTo>
                  <a:pt x="298626" y="0"/>
                </a:moveTo>
                <a:lnTo>
                  <a:pt x="315956" y="0"/>
                </a:lnTo>
                <a:cubicBezTo>
                  <a:pt x="363426" y="0"/>
                  <a:pt x="401854" y="38378"/>
                  <a:pt x="401854" y="85787"/>
                </a:cubicBezTo>
                <a:lnTo>
                  <a:pt x="401854" y="95476"/>
                </a:lnTo>
                <a:cubicBezTo>
                  <a:pt x="417301" y="99238"/>
                  <a:pt x="426154" y="118522"/>
                  <a:pt x="421633" y="138840"/>
                </a:cubicBezTo>
                <a:cubicBezTo>
                  <a:pt x="420880" y="142602"/>
                  <a:pt x="419467" y="146083"/>
                  <a:pt x="417960" y="149281"/>
                </a:cubicBezTo>
                <a:cubicBezTo>
                  <a:pt x="417677" y="149939"/>
                  <a:pt x="417395" y="150504"/>
                  <a:pt x="417112" y="151068"/>
                </a:cubicBezTo>
                <a:cubicBezTo>
                  <a:pt x="415417" y="154172"/>
                  <a:pt x="413533" y="157088"/>
                  <a:pt x="411273" y="159534"/>
                </a:cubicBezTo>
                <a:cubicBezTo>
                  <a:pt x="411179" y="159628"/>
                  <a:pt x="410990" y="159816"/>
                  <a:pt x="410896" y="159910"/>
                </a:cubicBezTo>
                <a:cubicBezTo>
                  <a:pt x="406092" y="165084"/>
                  <a:pt x="400159" y="168658"/>
                  <a:pt x="394037" y="169787"/>
                </a:cubicBezTo>
                <a:cubicBezTo>
                  <a:pt x="391494" y="176654"/>
                  <a:pt x="388385" y="183332"/>
                  <a:pt x="384900" y="189541"/>
                </a:cubicBezTo>
                <a:cubicBezTo>
                  <a:pt x="384806" y="189635"/>
                  <a:pt x="384806" y="189729"/>
                  <a:pt x="384712" y="189823"/>
                </a:cubicBezTo>
                <a:cubicBezTo>
                  <a:pt x="381227" y="196031"/>
                  <a:pt x="377460" y="201769"/>
                  <a:pt x="373316" y="207131"/>
                </a:cubicBezTo>
                <a:cubicBezTo>
                  <a:pt x="373127" y="207413"/>
                  <a:pt x="372939" y="207601"/>
                  <a:pt x="372750" y="207789"/>
                </a:cubicBezTo>
                <a:cubicBezTo>
                  <a:pt x="368700" y="213057"/>
                  <a:pt x="364368" y="217948"/>
                  <a:pt x="359847" y="222275"/>
                </a:cubicBezTo>
                <a:cubicBezTo>
                  <a:pt x="359658" y="222463"/>
                  <a:pt x="359376" y="222651"/>
                  <a:pt x="359188" y="222934"/>
                </a:cubicBezTo>
                <a:cubicBezTo>
                  <a:pt x="354667" y="227261"/>
                  <a:pt x="349957" y="231211"/>
                  <a:pt x="345154" y="234598"/>
                </a:cubicBezTo>
                <a:lnTo>
                  <a:pt x="345625" y="236855"/>
                </a:lnTo>
                <a:cubicBezTo>
                  <a:pt x="346567" y="236385"/>
                  <a:pt x="347603" y="235915"/>
                  <a:pt x="348639" y="235538"/>
                </a:cubicBezTo>
                <a:cubicBezTo>
                  <a:pt x="350899" y="234786"/>
                  <a:pt x="353065" y="234033"/>
                  <a:pt x="355514" y="234033"/>
                </a:cubicBezTo>
                <a:cubicBezTo>
                  <a:pt x="359470" y="234033"/>
                  <a:pt x="363238" y="235162"/>
                  <a:pt x="366628" y="237326"/>
                </a:cubicBezTo>
                <a:cubicBezTo>
                  <a:pt x="366628" y="237326"/>
                  <a:pt x="380756" y="246450"/>
                  <a:pt x="385371" y="249648"/>
                </a:cubicBezTo>
                <a:cubicBezTo>
                  <a:pt x="401854" y="261030"/>
                  <a:pt x="399876" y="279373"/>
                  <a:pt x="399876" y="279373"/>
                </a:cubicBezTo>
                <a:cubicBezTo>
                  <a:pt x="410990" y="279655"/>
                  <a:pt x="421822" y="283041"/>
                  <a:pt x="430016" y="289814"/>
                </a:cubicBezTo>
                <a:cubicBezTo>
                  <a:pt x="445180" y="302324"/>
                  <a:pt x="447535" y="313330"/>
                  <a:pt x="448382" y="316058"/>
                </a:cubicBezTo>
                <a:lnTo>
                  <a:pt x="481630" y="424515"/>
                </a:lnTo>
                <a:cubicBezTo>
                  <a:pt x="482855" y="428371"/>
                  <a:pt x="483608" y="432416"/>
                  <a:pt x="483891" y="436461"/>
                </a:cubicBezTo>
                <a:cubicBezTo>
                  <a:pt x="484644" y="448595"/>
                  <a:pt x="481159" y="460730"/>
                  <a:pt x="473718" y="470700"/>
                </a:cubicBezTo>
                <a:cubicBezTo>
                  <a:pt x="466372" y="480671"/>
                  <a:pt x="455823" y="487538"/>
                  <a:pt x="443956" y="490360"/>
                </a:cubicBezTo>
                <a:cubicBezTo>
                  <a:pt x="440000" y="491301"/>
                  <a:pt x="435950" y="491771"/>
                  <a:pt x="431805" y="491771"/>
                </a:cubicBezTo>
                <a:lnTo>
                  <a:pt x="325375" y="491771"/>
                </a:lnTo>
                <a:lnTo>
                  <a:pt x="337430" y="415296"/>
                </a:lnTo>
                <a:cubicBezTo>
                  <a:pt x="338749" y="406454"/>
                  <a:pt x="337807" y="397424"/>
                  <a:pt x="334605" y="389052"/>
                </a:cubicBezTo>
                <a:lnTo>
                  <a:pt x="323962" y="360927"/>
                </a:lnTo>
                <a:lnTo>
                  <a:pt x="337430" y="347476"/>
                </a:lnTo>
                <a:lnTo>
                  <a:pt x="307196" y="317281"/>
                </a:lnTo>
                <a:lnTo>
                  <a:pt x="276868" y="347476"/>
                </a:lnTo>
                <a:lnTo>
                  <a:pt x="290337" y="360927"/>
                </a:lnTo>
                <a:lnTo>
                  <a:pt x="279694" y="389052"/>
                </a:lnTo>
                <a:cubicBezTo>
                  <a:pt x="276586" y="397424"/>
                  <a:pt x="275644" y="406454"/>
                  <a:pt x="276963" y="415296"/>
                </a:cubicBezTo>
                <a:lnTo>
                  <a:pt x="288736" y="491771"/>
                </a:lnTo>
                <a:lnTo>
                  <a:pt x="182493" y="491771"/>
                </a:lnTo>
                <a:cubicBezTo>
                  <a:pt x="178443" y="491771"/>
                  <a:pt x="174299" y="491301"/>
                  <a:pt x="170437" y="490360"/>
                </a:cubicBezTo>
                <a:cubicBezTo>
                  <a:pt x="158570" y="487538"/>
                  <a:pt x="148021" y="480671"/>
                  <a:pt x="140675" y="470700"/>
                </a:cubicBezTo>
                <a:cubicBezTo>
                  <a:pt x="130785" y="457343"/>
                  <a:pt x="127865" y="440223"/>
                  <a:pt x="132669" y="424515"/>
                </a:cubicBezTo>
                <a:lnTo>
                  <a:pt x="166011" y="316058"/>
                </a:lnTo>
                <a:cubicBezTo>
                  <a:pt x="166858" y="313330"/>
                  <a:pt x="170908" y="300631"/>
                  <a:pt x="184377" y="289814"/>
                </a:cubicBezTo>
                <a:cubicBezTo>
                  <a:pt x="192666" y="283229"/>
                  <a:pt x="203403" y="279655"/>
                  <a:pt x="214517" y="279373"/>
                </a:cubicBezTo>
                <a:lnTo>
                  <a:pt x="214517" y="279279"/>
                </a:lnTo>
                <a:cubicBezTo>
                  <a:pt x="214140" y="273447"/>
                  <a:pt x="211880" y="260654"/>
                  <a:pt x="229022" y="249648"/>
                </a:cubicBezTo>
                <a:cubicBezTo>
                  <a:pt x="233731" y="246638"/>
                  <a:pt x="247765" y="237326"/>
                  <a:pt x="247765" y="237326"/>
                </a:cubicBezTo>
                <a:cubicBezTo>
                  <a:pt x="251061" y="235162"/>
                  <a:pt x="254923" y="234033"/>
                  <a:pt x="258879" y="234033"/>
                </a:cubicBezTo>
                <a:cubicBezTo>
                  <a:pt x="261328" y="234033"/>
                  <a:pt x="263494" y="234786"/>
                  <a:pt x="265754" y="235538"/>
                </a:cubicBezTo>
                <a:cubicBezTo>
                  <a:pt x="266790" y="236009"/>
                  <a:pt x="267826" y="236385"/>
                  <a:pt x="268768" y="236855"/>
                </a:cubicBezTo>
                <a:lnTo>
                  <a:pt x="269239" y="234598"/>
                </a:lnTo>
                <a:cubicBezTo>
                  <a:pt x="264436" y="231211"/>
                  <a:pt x="259726" y="227261"/>
                  <a:pt x="255205" y="222934"/>
                </a:cubicBezTo>
                <a:cubicBezTo>
                  <a:pt x="254923" y="222651"/>
                  <a:pt x="254735" y="222463"/>
                  <a:pt x="254546" y="222275"/>
                </a:cubicBezTo>
                <a:cubicBezTo>
                  <a:pt x="250025" y="217948"/>
                  <a:pt x="245693" y="213057"/>
                  <a:pt x="241548" y="207789"/>
                </a:cubicBezTo>
                <a:cubicBezTo>
                  <a:pt x="241454" y="207601"/>
                  <a:pt x="241266" y="207413"/>
                  <a:pt x="241077" y="207225"/>
                </a:cubicBezTo>
                <a:cubicBezTo>
                  <a:pt x="236933" y="201769"/>
                  <a:pt x="233072" y="196031"/>
                  <a:pt x="229681" y="189823"/>
                </a:cubicBezTo>
                <a:cubicBezTo>
                  <a:pt x="229587" y="189729"/>
                  <a:pt x="229587" y="189635"/>
                  <a:pt x="229493" y="189635"/>
                </a:cubicBezTo>
                <a:cubicBezTo>
                  <a:pt x="226008" y="183332"/>
                  <a:pt x="222899" y="176654"/>
                  <a:pt x="220356" y="169787"/>
                </a:cubicBezTo>
                <a:cubicBezTo>
                  <a:pt x="214140" y="168658"/>
                  <a:pt x="208301" y="165084"/>
                  <a:pt x="203497" y="159910"/>
                </a:cubicBezTo>
                <a:cubicBezTo>
                  <a:pt x="203309" y="159722"/>
                  <a:pt x="203214" y="159628"/>
                  <a:pt x="203120" y="159534"/>
                </a:cubicBezTo>
                <a:cubicBezTo>
                  <a:pt x="200860" y="157088"/>
                  <a:pt x="198976" y="154172"/>
                  <a:pt x="197281" y="151068"/>
                </a:cubicBezTo>
                <a:cubicBezTo>
                  <a:pt x="196998" y="150504"/>
                  <a:pt x="196716" y="149939"/>
                  <a:pt x="196433" y="149281"/>
                </a:cubicBezTo>
                <a:cubicBezTo>
                  <a:pt x="194832" y="146083"/>
                  <a:pt x="193513" y="142602"/>
                  <a:pt x="192666" y="138840"/>
                </a:cubicBezTo>
                <a:cubicBezTo>
                  <a:pt x="188145" y="118428"/>
                  <a:pt x="197092" y="99050"/>
                  <a:pt x="212727" y="95476"/>
                </a:cubicBezTo>
                <a:lnTo>
                  <a:pt x="212727" y="85787"/>
                </a:lnTo>
                <a:cubicBezTo>
                  <a:pt x="212727" y="38378"/>
                  <a:pt x="251155" y="0"/>
                  <a:pt x="298626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wrap="square" lIns="91440" tIns="45720" rIns="91440" bIns="45720">
            <a:normAutofit/>
          </a:bodyPr>
          <a:lstStyle/>
          <a:p>
            <a:endParaRPr lang="zh-CN" altLang="en-US"/>
          </a:p>
        </p:txBody>
      </p:sp>
      <p:sp>
        <p:nvSpPr>
          <p:cNvPr id="10" name="iṣ1îḓé"/>
          <p:cNvSpPr/>
          <p:nvPr/>
        </p:nvSpPr>
        <p:spPr bwMode="auto">
          <a:xfrm>
            <a:off x="704169" y="4845849"/>
            <a:ext cx="497132" cy="478102"/>
          </a:xfrm>
          <a:custGeom>
            <a:avLst/>
            <a:gdLst>
              <a:gd name="connsiteX0" fmla="*/ 61288 w 609549"/>
              <a:gd name="connsiteY0" fmla="*/ 383285 h 586216"/>
              <a:gd name="connsiteX1" fmla="*/ 71162 w 609549"/>
              <a:gd name="connsiteY1" fmla="*/ 387101 h 586216"/>
              <a:gd name="connsiteX2" fmla="*/ 120018 w 609549"/>
              <a:gd name="connsiteY2" fmla="*/ 435892 h 586216"/>
              <a:gd name="connsiteX3" fmla="*/ 120018 w 609549"/>
              <a:gd name="connsiteY3" fmla="*/ 454200 h 586216"/>
              <a:gd name="connsiteX4" fmla="*/ 56639 w 609549"/>
              <a:gd name="connsiteY4" fmla="*/ 517543 h 586216"/>
              <a:gd name="connsiteX5" fmla="*/ 35592 w 609549"/>
              <a:gd name="connsiteY5" fmla="*/ 513644 h 586216"/>
              <a:gd name="connsiteX6" fmla="*/ 51877 w 609549"/>
              <a:gd name="connsiteY6" fmla="*/ 388099 h 586216"/>
              <a:gd name="connsiteX7" fmla="*/ 61288 w 609549"/>
              <a:gd name="connsiteY7" fmla="*/ 383285 h 586216"/>
              <a:gd name="connsiteX8" fmla="*/ 235245 w 609549"/>
              <a:gd name="connsiteY8" fmla="*/ 302810 h 586216"/>
              <a:gd name="connsiteX9" fmla="*/ 306042 w 609549"/>
              <a:gd name="connsiteY9" fmla="*/ 373466 h 586216"/>
              <a:gd name="connsiteX10" fmla="*/ 258717 w 609549"/>
              <a:gd name="connsiteY10" fmla="*/ 420680 h 586216"/>
              <a:gd name="connsiteX11" fmla="*/ 230246 w 609549"/>
              <a:gd name="connsiteY11" fmla="*/ 550152 h 586216"/>
              <a:gd name="connsiteX12" fmla="*/ 92223 w 609549"/>
              <a:gd name="connsiteY12" fmla="*/ 575305 h 586216"/>
              <a:gd name="connsiteX13" fmla="*/ 88748 w 609549"/>
              <a:gd name="connsiteY13" fmla="*/ 556143 h 586216"/>
              <a:gd name="connsiteX14" fmla="*/ 165115 w 609549"/>
              <a:gd name="connsiteY14" fmla="*/ 479877 h 586216"/>
              <a:gd name="connsiteX15" fmla="*/ 165115 w 609549"/>
              <a:gd name="connsiteY15" fmla="*/ 446308 h 586216"/>
              <a:gd name="connsiteX16" fmla="*/ 88700 w 609549"/>
              <a:gd name="connsiteY16" fmla="*/ 369995 h 586216"/>
              <a:gd name="connsiteX17" fmla="*/ 92128 w 609549"/>
              <a:gd name="connsiteY17" fmla="*/ 350976 h 586216"/>
              <a:gd name="connsiteX18" fmla="*/ 189111 w 609549"/>
              <a:gd name="connsiteY18" fmla="*/ 348884 h 586216"/>
              <a:gd name="connsiteX19" fmla="*/ 257958 w 609549"/>
              <a:gd name="connsiteY19" fmla="*/ 161679 h 586216"/>
              <a:gd name="connsiteX20" fmla="*/ 317251 w 609549"/>
              <a:gd name="connsiteY20" fmla="*/ 220879 h 586216"/>
              <a:gd name="connsiteX21" fmla="*/ 388070 w 609549"/>
              <a:gd name="connsiteY21" fmla="*/ 291586 h 586216"/>
              <a:gd name="connsiteX22" fmla="*/ 604906 w 609549"/>
              <a:gd name="connsiteY22" fmla="*/ 508130 h 586216"/>
              <a:gd name="connsiteX23" fmla="*/ 604906 w 609549"/>
              <a:gd name="connsiteY23" fmla="*/ 530526 h 586216"/>
              <a:gd name="connsiteX24" fmla="*/ 556567 w 609549"/>
              <a:gd name="connsiteY24" fmla="*/ 578789 h 586216"/>
              <a:gd name="connsiteX25" fmla="*/ 545327 w 609549"/>
              <a:gd name="connsiteY25" fmla="*/ 583449 h 586216"/>
              <a:gd name="connsiteX26" fmla="*/ 534135 w 609549"/>
              <a:gd name="connsiteY26" fmla="*/ 578789 h 586216"/>
              <a:gd name="connsiteX27" fmla="*/ 317251 w 609549"/>
              <a:gd name="connsiteY27" fmla="*/ 362293 h 586216"/>
              <a:gd name="connsiteX28" fmla="*/ 246481 w 609549"/>
              <a:gd name="connsiteY28" fmla="*/ 291586 h 586216"/>
              <a:gd name="connsiteX29" fmla="*/ 187140 w 609549"/>
              <a:gd name="connsiteY29" fmla="*/ 232339 h 586216"/>
              <a:gd name="connsiteX30" fmla="*/ 58606 w 609549"/>
              <a:gd name="connsiteY30" fmla="*/ 160814 h 586216"/>
              <a:gd name="connsiteX31" fmla="*/ 126401 w 609549"/>
              <a:gd name="connsiteY31" fmla="*/ 228498 h 586216"/>
              <a:gd name="connsiteX32" fmla="*/ 111975 w 609549"/>
              <a:gd name="connsiteY32" fmla="*/ 242899 h 586216"/>
              <a:gd name="connsiteX33" fmla="*/ 119307 w 609549"/>
              <a:gd name="connsiteY33" fmla="*/ 250219 h 586216"/>
              <a:gd name="connsiteX34" fmla="*/ 119307 w 609549"/>
              <a:gd name="connsiteY34" fmla="*/ 277692 h 586216"/>
              <a:gd name="connsiteX35" fmla="*/ 115641 w 609549"/>
              <a:gd name="connsiteY35" fmla="*/ 281352 h 586216"/>
              <a:gd name="connsiteX36" fmla="*/ 88123 w 609549"/>
              <a:gd name="connsiteY36" fmla="*/ 281352 h 586216"/>
              <a:gd name="connsiteX37" fmla="*/ 5712 w 609549"/>
              <a:gd name="connsiteY37" fmla="*/ 199029 h 586216"/>
              <a:gd name="connsiteX38" fmla="*/ 5712 w 609549"/>
              <a:gd name="connsiteY38" fmla="*/ 171604 h 586216"/>
              <a:gd name="connsiteX39" fmla="*/ 9378 w 609549"/>
              <a:gd name="connsiteY39" fmla="*/ 167944 h 586216"/>
              <a:gd name="connsiteX40" fmla="*/ 36849 w 609549"/>
              <a:gd name="connsiteY40" fmla="*/ 167944 h 586216"/>
              <a:gd name="connsiteX41" fmla="*/ 44180 w 609549"/>
              <a:gd name="connsiteY41" fmla="*/ 175264 h 586216"/>
              <a:gd name="connsiteX42" fmla="*/ 585775 w 609549"/>
              <a:gd name="connsiteY42" fmla="*/ 66370 h 586216"/>
              <a:gd name="connsiteX43" fmla="*/ 595263 w 609549"/>
              <a:gd name="connsiteY43" fmla="*/ 73839 h 586216"/>
              <a:gd name="connsiteX44" fmla="*/ 578978 w 609549"/>
              <a:gd name="connsiteY44" fmla="*/ 199341 h 586216"/>
              <a:gd name="connsiteX45" fmla="*/ 559693 w 609549"/>
              <a:gd name="connsiteY45" fmla="*/ 200387 h 586216"/>
              <a:gd name="connsiteX46" fmla="*/ 510789 w 609549"/>
              <a:gd name="connsiteY46" fmla="*/ 151612 h 586216"/>
              <a:gd name="connsiteX47" fmla="*/ 510789 w 609549"/>
              <a:gd name="connsiteY47" fmla="*/ 133262 h 586216"/>
              <a:gd name="connsiteX48" fmla="*/ 574216 w 609549"/>
              <a:gd name="connsiteY48" fmla="*/ 69988 h 586216"/>
              <a:gd name="connsiteX49" fmla="*/ 585775 w 609549"/>
              <a:gd name="connsiteY49" fmla="*/ 66370 h 586216"/>
              <a:gd name="connsiteX50" fmla="*/ 158702 w 609549"/>
              <a:gd name="connsiteY50" fmla="*/ 26758 h 586216"/>
              <a:gd name="connsiteX51" fmla="*/ 172463 w 609549"/>
              <a:gd name="connsiteY51" fmla="*/ 32464 h 586216"/>
              <a:gd name="connsiteX52" fmla="*/ 179701 w 609549"/>
              <a:gd name="connsiteY52" fmla="*/ 39691 h 586216"/>
              <a:gd name="connsiteX53" fmla="*/ 246935 w 609549"/>
              <a:gd name="connsiteY53" fmla="*/ 106831 h 586216"/>
              <a:gd name="connsiteX54" fmla="*/ 254886 w 609549"/>
              <a:gd name="connsiteY54" fmla="*/ 114819 h 586216"/>
              <a:gd name="connsiteX55" fmla="*/ 257600 w 609549"/>
              <a:gd name="connsiteY55" fmla="*/ 138879 h 586216"/>
              <a:gd name="connsiteX56" fmla="*/ 254886 w 609549"/>
              <a:gd name="connsiteY56" fmla="*/ 142255 h 586216"/>
              <a:gd name="connsiteX57" fmla="*/ 252315 w 609549"/>
              <a:gd name="connsiteY57" fmla="*/ 144823 h 586216"/>
              <a:gd name="connsiteX58" fmla="*/ 246696 w 609549"/>
              <a:gd name="connsiteY58" fmla="*/ 150434 h 586216"/>
              <a:gd name="connsiteX59" fmla="*/ 175892 w 609549"/>
              <a:gd name="connsiteY59" fmla="*/ 221140 h 586216"/>
              <a:gd name="connsiteX60" fmla="*/ 172463 w 609549"/>
              <a:gd name="connsiteY60" fmla="*/ 224611 h 586216"/>
              <a:gd name="connsiteX61" fmla="*/ 170130 w 609549"/>
              <a:gd name="connsiteY61" fmla="*/ 226560 h 586216"/>
              <a:gd name="connsiteX62" fmla="*/ 162274 w 609549"/>
              <a:gd name="connsiteY62" fmla="*/ 229936 h 586216"/>
              <a:gd name="connsiteX63" fmla="*/ 158702 w 609549"/>
              <a:gd name="connsiteY63" fmla="*/ 230269 h 586216"/>
              <a:gd name="connsiteX64" fmla="*/ 144942 w 609549"/>
              <a:gd name="connsiteY64" fmla="*/ 224611 h 586216"/>
              <a:gd name="connsiteX65" fmla="*/ 137609 w 609549"/>
              <a:gd name="connsiteY65" fmla="*/ 217288 h 586216"/>
              <a:gd name="connsiteX66" fmla="*/ 69804 w 609549"/>
              <a:gd name="connsiteY66" fmla="*/ 149578 h 586216"/>
              <a:gd name="connsiteX67" fmla="*/ 62519 w 609549"/>
              <a:gd name="connsiteY67" fmla="*/ 142255 h 586216"/>
              <a:gd name="connsiteX68" fmla="*/ 62519 w 609549"/>
              <a:gd name="connsiteY68" fmla="*/ 114819 h 586216"/>
              <a:gd name="connsiteX69" fmla="*/ 144942 w 609549"/>
              <a:gd name="connsiteY69" fmla="*/ 32464 h 586216"/>
              <a:gd name="connsiteX70" fmla="*/ 158702 w 609549"/>
              <a:gd name="connsiteY70" fmla="*/ 26758 h 586216"/>
              <a:gd name="connsiteX71" fmla="*/ 254809 w 609549"/>
              <a:gd name="connsiteY71" fmla="*/ 6542 h 586216"/>
              <a:gd name="connsiteX72" fmla="*/ 321015 w 609549"/>
              <a:gd name="connsiteY72" fmla="*/ 29913 h 586216"/>
              <a:gd name="connsiteX73" fmla="*/ 260017 w 609549"/>
              <a:gd name="connsiteY73" fmla="*/ 97465 h 586216"/>
              <a:gd name="connsiteX74" fmla="*/ 193067 w 609549"/>
              <a:gd name="connsiteY74" fmla="*/ 30626 h 586216"/>
              <a:gd name="connsiteX75" fmla="*/ 254809 w 609549"/>
              <a:gd name="connsiteY75" fmla="*/ 6542 h 586216"/>
              <a:gd name="connsiteX76" fmla="*/ 503105 w 609549"/>
              <a:gd name="connsiteY76" fmla="*/ 953 h 586216"/>
              <a:gd name="connsiteX77" fmla="*/ 538560 w 609549"/>
              <a:gd name="connsiteY77" fmla="*/ 10911 h 586216"/>
              <a:gd name="connsiteX78" fmla="*/ 542083 w 609549"/>
              <a:gd name="connsiteY78" fmla="*/ 30073 h 586216"/>
              <a:gd name="connsiteX79" fmla="*/ 465709 w 609549"/>
              <a:gd name="connsiteY79" fmla="*/ 106341 h 586216"/>
              <a:gd name="connsiteX80" fmla="*/ 465709 w 609549"/>
              <a:gd name="connsiteY80" fmla="*/ 139911 h 586216"/>
              <a:gd name="connsiteX81" fmla="*/ 542131 w 609549"/>
              <a:gd name="connsiteY81" fmla="*/ 216227 h 586216"/>
              <a:gd name="connsiteX82" fmla="*/ 538655 w 609549"/>
              <a:gd name="connsiteY82" fmla="*/ 235246 h 586216"/>
              <a:gd name="connsiteX83" fmla="*/ 442187 w 609549"/>
              <a:gd name="connsiteY83" fmla="*/ 237528 h 586216"/>
              <a:gd name="connsiteX84" fmla="*/ 399238 w 609549"/>
              <a:gd name="connsiteY84" fmla="*/ 280370 h 586216"/>
              <a:gd name="connsiteX85" fmla="*/ 328482 w 609549"/>
              <a:gd name="connsiteY85" fmla="*/ 209712 h 586216"/>
              <a:gd name="connsiteX86" fmla="*/ 372240 w 609549"/>
              <a:gd name="connsiteY86" fmla="*/ 166015 h 586216"/>
              <a:gd name="connsiteX87" fmla="*/ 400571 w 609549"/>
              <a:gd name="connsiteY87" fmla="*/ 36064 h 586216"/>
              <a:gd name="connsiteX88" fmla="*/ 503105 w 609549"/>
              <a:gd name="connsiteY88" fmla="*/ 953 h 586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</a:cxnLst>
            <a:rect l="l" t="t" r="r" b="b"/>
            <a:pathLst>
              <a:path w="609549" h="586216">
                <a:moveTo>
                  <a:pt x="61288" y="383285"/>
                </a:moveTo>
                <a:cubicBezTo>
                  <a:pt x="64829" y="383106"/>
                  <a:pt x="68448" y="384367"/>
                  <a:pt x="71162" y="387101"/>
                </a:cubicBezTo>
                <a:lnTo>
                  <a:pt x="120018" y="435892"/>
                </a:lnTo>
                <a:cubicBezTo>
                  <a:pt x="125113" y="440933"/>
                  <a:pt x="125113" y="449160"/>
                  <a:pt x="120018" y="454200"/>
                </a:cubicBezTo>
                <a:lnTo>
                  <a:pt x="56639" y="517543"/>
                </a:lnTo>
                <a:cubicBezTo>
                  <a:pt x="50211" y="523963"/>
                  <a:pt x="39211" y="522013"/>
                  <a:pt x="35592" y="513644"/>
                </a:cubicBezTo>
                <a:cubicBezTo>
                  <a:pt x="17783" y="472794"/>
                  <a:pt x="23211" y="424288"/>
                  <a:pt x="51877" y="388099"/>
                </a:cubicBezTo>
                <a:cubicBezTo>
                  <a:pt x="54282" y="385079"/>
                  <a:pt x="57746" y="383463"/>
                  <a:pt x="61288" y="383285"/>
                </a:cubicBezTo>
                <a:close/>
                <a:moveTo>
                  <a:pt x="235245" y="302810"/>
                </a:moveTo>
                <a:lnTo>
                  <a:pt x="306042" y="373466"/>
                </a:lnTo>
                <a:lnTo>
                  <a:pt x="258717" y="420680"/>
                </a:lnTo>
                <a:cubicBezTo>
                  <a:pt x="274667" y="464329"/>
                  <a:pt x="265192" y="515300"/>
                  <a:pt x="230246" y="550152"/>
                </a:cubicBezTo>
                <a:cubicBezTo>
                  <a:pt x="192919" y="587430"/>
                  <a:pt x="137644" y="595798"/>
                  <a:pt x="92223" y="575305"/>
                </a:cubicBezTo>
                <a:cubicBezTo>
                  <a:pt x="84701" y="571882"/>
                  <a:pt x="82892" y="561992"/>
                  <a:pt x="88748" y="556143"/>
                </a:cubicBezTo>
                <a:lnTo>
                  <a:pt x="165115" y="479877"/>
                </a:lnTo>
                <a:cubicBezTo>
                  <a:pt x="174399" y="470605"/>
                  <a:pt x="174399" y="455580"/>
                  <a:pt x="165115" y="446308"/>
                </a:cubicBezTo>
                <a:lnTo>
                  <a:pt x="88700" y="369995"/>
                </a:lnTo>
                <a:cubicBezTo>
                  <a:pt x="82844" y="364194"/>
                  <a:pt x="84653" y="354399"/>
                  <a:pt x="92128" y="350976"/>
                </a:cubicBezTo>
                <a:cubicBezTo>
                  <a:pt x="122789" y="337092"/>
                  <a:pt x="157973" y="336379"/>
                  <a:pt x="189111" y="348884"/>
                </a:cubicBezTo>
                <a:close/>
                <a:moveTo>
                  <a:pt x="257958" y="161679"/>
                </a:moveTo>
                <a:lnTo>
                  <a:pt x="317251" y="220879"/>
                </a:lnTo>
                <a:lnTo>
                  <a:pt x="388070" y="291586"/>
                </a:lnTo>
                <a:lnTo>
                  <a:pt x="604906" y="508130"/>
                </a:lnTo>
                <a:cubicBezTo>
                  <a:pt x="611097" y="514311"/>
                  <a:pt x="611097" y="524344"/>
                  <a:pt x="604906" y="530526"/>
                </a:cubicBezTo>
                <a:lnTo>
                  <a:pt x="556567" y="578789"/>
                </a:lnTo>
                <a:cubicBezTo>
                  <a:pt x="553471" y="581880"/>
                  <a:pt x="549423" y="583449"/>
                  <a:pt x="545327" y="583449"/>
                </a:cubicBezTo>
                <a:cubicBezTo>
                  <a:pt x="541279" y="583449"/>
                  <a:pt x="537231" y="581880"/>
                  <a:pt x="534135" y="578789"/>
                </a:cubicBezTo>
                <a:lnTo>
                  <a:pt x="317251" y="362293"/>
                </a:lnTo>
                <a:lnTo>
                  <a:pt x="246481" y="291586"/>
                </a:lnTo>
                <a:lnTo>
                  <a:pt x="187140" y="232339"/>
                </a:lnTo>
                <a:close/>
                <a:moveTo>
                  <a:pt x="58606" y="160814"/>
                </a:moveTo>
                <a:lnTo>
                  <a:pt x="126401" y="228498"/>
                </a:lnTo>
                <a:lnTo>
                  <a:pt x="111975" y="242899"/>
                </a:lnTo>
                <a:lnTo>
                  <a:pt x="119307" y="250219"/>
                </a:lnTo>
                <a:cubicBezTo>
                  <a:pt x="126877" y="257824"/>
                  <a:pt x="126877" y="270087"/>
                  <a:pt x="119307" y="277692"/>
                </a:cubicBezTo>
                <a:lnTo>
                  <a:pt x="115641" y="281352"/>
                </a:lnTo>
                <a:cubicBezTo>
                  <a:pt x="108024" y="288909"/>
                  <a:pt x="95741" y="288909"/>
                  <a:pt x="88123" y="281352"/>
                </a:cubicBezTo>
                <a:lnTo>
                  <a:pt x="5712" y="199029"/>
                </a:lnTo>
                <a:cubicBezTo>
                  <a:pt x="-1905" y="191424"/>
                  <a:pt x="-1905" y="179161"/>
                  <a:pt x="5712" y="171604"/>
                </a:cubicBezTo>
                <a:lnTo>
                  <a:pt x="9378" y="167944"/>
                </a:lnTo>
                <a:cubicBezTo>
                  <a:pt x="16948" y="160339"/>
                  <a:pt x="29231" y="160339"/>
                  <a:pt x="36849" y="167944"/>
                </a:cubicBezTo>
                <a:lnTo>
                  <a:pt x="44180" y="175264"/>
                </a:lnTo>
                <a:close/>
                <a:moveTo>
                  <a:pt x="585775" y="66370"/>
                </a:moveTo>
                <a:cubicBezTo>
                  <a:pt x="589775" y="67101"/>
                  <a:pt x="593430" y="69680"/>
                  <a:pt x="595263" y="73839"/>
                </a:cubicBezTo>
                <a:cubicBezTo>
                  <a:pt x="613072" y="114675"/>
                  <a:pt x="607644" y="163212"/>
                  <a:pt x="578978" y="199341"/>
                </a:cubicBezTo>
                <a:cubicBezTo>
                  <a:pt x="574168" y="205379"/>
                  <a:pt x="565121" y="205854"/>
                  <a:pt x="559693" y="200387"/>
                </a:cubicBezTo>
                <a:lnTo>
                  <a:pt x="510789" y="151612"/>
                </a:lnTo>
                <a:cubicBezTo>
                  <a:pt x="505742" y="146526"/>
                  <a:pt x="505742" y="138349"/>
                  <a:pt x="510789" y="133262"/>
                </a:cubicBezTo>
                <a:lnTo>
                  <a:pt x="574216" y="69988"/>
                </a:lnTo>
                <a:cubicBezTo>
                  <a:pt x="577430" y="66756"/>
                  <a:pt x="581775" y="65639"/>
                  <a:pt x="585775" y="66370"/>
                </a:cubicBezTo>
                <a:close/>
                <a:moveTo>
                  <a:pt x="158702" y="26758"/>
                </a:moveTo>
                <a:cubicBezTo>
                  <a:pt x="163655" y="26758"/>
                  <a:pt x="168654" y="28660"/>
                  <a:pt x="172463" y="32464"/>
                </a:cubicBezTo>
                <a:lnTo>
                  <a:pt x="179701" y="39691"/>
                </a:lnTo>
                <a:lnTo>
                  <a:pt x="246935" y="106831"/>
                </a:lnTo>
                <a:lnTo>
                  <a:pt x="254886" y="114819"/>
                </a:lnTo>
                <a:cubicBezTo>
                  <a:pt x="261457" y="121334"/>
                  <a:pt x="262362" y="131414"/>
                  <a:pt x="257600" y="138879"/>
                </a:cubicBezTo>
                <a:cubicBezTo>
                  <a:pt x="256839" y="140068"/>
                  <a:pt x="255934" y="141209"/>
                  <a:pt x="254886" y="142255"/>
                </a:cubicBezTo>
                <a:lnTo>
                  <a:pt x="252315" y="144823"/>
                </a:lnTo>
                <a:lnTo>
                  <a:pt x="246696" y="150434"/>
                </a:lnTo>
                <a:lnTo>
                  <a:pt x="175892" y="221140"/>
                </a:lnTo>
                <a:lnTo>
                  <a:pt x="172463" y="224611"/>
                </a:lnTo>
                <a:cubicBezTo>
                  <a:pt x="171702" y="225324"/>
                  <a:pt x="170940" y="225990"/>
                  <a:pt x="170130" y="226560"/>
                </a:cubicBezTo>
                <a:cubicBezTo>
                  <a:pt x="167749" y="228319"/>
                  <a:pt x="165083" y="229413"/>
                  <a:pt x="162274" y="229936"/>
                </a:cubicBezTo>
                <a:cubicBezTo>
                  <a:pt x="161083" y="230174"/>
                  <a:pt x="159893" y="230269"/>
                  <a:pt x="158702" y="230269"/>
                </a:cubicBezTo>
                <a:cubicBezTo>
                  <a:pt x="153703" y="230269"/>
                  <a:pt x="148751" y="228367"/>
                  <a:pt x="144942" y="224611"/>
                </a:cubicBezTo>
                <a:lnTo>
                  <a:pt x="137609" y="217288"/>
                </a:lnTo>
                <a:lnTo>
                  <a:pt x="69804" y="149578"/>
                </a:lnTo>
                <a:lnTo>
                  <a:pt x="62519" y="142255"/>
                </a:lnTo>
                <a:cubicBezTo>
                  <a:pt x="54900" y="134647"/>
                  <a:pt x="54900" y="122380"/>
                  <a:pt x="62519" y="114819"/>
                </a:cubicBezTo>
                <a:lnTo>
                  <a:pt x="144942" y="32464"/>
                </a:lnTo>
                <a:cubicBezTo>
                  <a:pt x="148751" y="28660"/>
                  <a:pt x="153750" y="26758"/>
                  <a:pt x="158702" y="26758"/>
                </a:cubicBezTo>
                <a:close/>
                <a:moveTo>
                  <a:pt x="254809" y="6542"/>
                </a:moveTo>
                <a:cubicBezTo>
                  <a:pt x="277279" y="4029"/>
                  <a:pt x="300492" y="9424"/>
                  <a:pt x="321015" y="29913"/>
                </a:cubicBezTo>
                <a:cubicBezTo>
                  <a:pt x="380347" y="89193"/>
                  <a:pt x="337205" y="46124"/>
                  <a:pt x="260017" y="97465"/>
                </a:cubicBezTo>
                <a:lnTo>
                  <a:pt x="193067" y="30626"/>
                </a:lnTo>
                <a:cubicBezTo>
                  <a:pt x="210614" y="19479"/>
                  <a:pt x="232340" y="9056"/>
                  <a:pt x="254809" y="6542"/>
                </a:cubicBezTo>
                <a:close/>
                <a:moveTo>
                  <a:pt x="503105" y="953"/>
                </a:moveTo>
                <a:cubicBezTo>
                  <a:pt x="515252" y="2468"/>
                  <a:pt x="527216" y="5788"/>
                  <a:pt x="538560" y="10911"/>
                </a:cubicBezTo>
                <a:cubicBezTo>
                  <a:pt x="546131" y="14334"/>
                  <a:pt x="547940" y="24224"/>
                  <a:pt x="542083" y="30073"/>
                </a:cubicBezTo>
                <a:lnTo>
                  <a:pt x="465709" y="106341"/>
                </a:lnTo>
                <a:cubicBezTo>
                  <a:pt x="456424" y="115613"/>
                  <a:pt x="456424" y="130639"/>
                  <a:pt x="465709" y="139911"/>
                </a:cubicBezTo>
                <a:lnTo>
                  <a:pt x="542131" y="216227"/>
                </a:lnTo>
                <a:cubicBezTo>
                  <a:pt x="547940" y="222028"/>
                  <a:pt x="546178" y="231823"/>
                  <a:pt x="538655" y="235246"/>
                </a:cubicBezTo>
                <a:cubicBezTo>
                  <a:pt x="508181" y="249035"/>
                  <a:pt x="473184" y="249844"/>
                  <a:pt x="442187" y="237528"/>
                </a:cubicBezTo>
                <a:lnTo>
                  <a:pt x="399238" y="280370"/>
                </a:lnTo>
                <a:lnTo>
                  <a:pt x="328482" y="209712"/>
                </a:lnTo>
                <a:lnTo>
                  <a:pt x="372240" y="166015"/>
                </a:lnTo>
                <a:cubicBezTo>
                  <a:pt x="356051" y="122270"/>
                  <a:pt x="365527" y="71060"/>
                  <a:pt x="400571" y="36064"/>
                </a:cubicBezTo>
                <a:cubicBezTo>
                  <a:pt x="428569" y="8106"/>
                  <a:pt x="466664" y="-3592"/>
                  <a:pt x="503105" y="953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>
            <a:off x="1518281" y="2846046"/>
            <a:ext cx="3627552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1518281" y="4363499"/>
            <a:ext cx="3627552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íşḻiḓe"/>
          <p:cNvSpPr/>
          <p:nvPr/>
        </p:nvSpPr>
        <p:spPr bwMode="auto">
          <a:xfrm>
            <a:off x="1509087" y="1881591"/>
            <a:ext cx="4046761" cy="8321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Spring Boot微服务从0搭·权限菜单从0写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ïsļïdé"/>
          <p:cNvSpPr txBox="1"/>
          <p:nvPr/>
        </p:nvSpPr>
        <p:spPr bwMode="auto">
          <a:xfrm>
            <a:off x="1509087" y="1591358"/>
            <a:ext cx="1278498" cy="441805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让AI全生成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íşḻiḓe"/>
          <p:cNvSpPr/>
          <p:nvPr/>
        </p:nvSpPr>
        <p:spPr bwMode="auto">
          <a:xfrm>
            <a:off x="1509086" y="3501124"/>
            <a:ext cx="4046761" cy="8321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token消耗巨大·基础设施不是核心·调试周期长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ïsļïdé"/>
          <p:cNvSpPr txBox="1"/>
          <p:nvPr/>
        </p:nvSpPr>
        <p:spPr bwMode="auto">
          <a:xfrm>
            <a:off x="1509086" y="3210891"/>
            <a:ext cx="1278498" cy="441805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遇到的问题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íşḻiḓe"/>
          <p:cNvSpPr/>
          <p:nvPr/>
        </p:nvSpPr>
        <p:spPr bwMode="auto">
          <a:xfrm>
            <a:off x="1518281" y="4872164"/>
            <a:ext cx="4046761" cy="8321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应聚焦VPN业务(多线路同步)·不是重造轮子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ïsļïdé"/>
          <p:cNvSpPr txBox="1"/>
          <p:nvPr/>
        </p:nvSpPr>
        <p:spPr bwMode="auto">
          <a:xfrm>
            <a:off x="1518281" y="4581931"/>
            <a:ext cx="1278498" cy="441805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关键认知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íşḻiḓe"/>
          <p:cNvSpPr/>
          <p:nvPr/>
        </p:nvSpPr>
        <p:spPr bwMode="auto">
          <a:xfrm>
            <a:off x="8419475" y="2578838"/>
            <a:ext cx="2873365" cy="1248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寻找成熟管理系统底座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ïsļïdé"/>
          <p:cNvSpPr txBox="1"/>
          <p:nvPr/>
        </p:nvSpPr>
        <p:spPr bwMode="auto">
          <a:xfrm>
            <a:off x="8419475" y="2151645"/>
            <a:ext cx="1278498" cy="441805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决策转向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574382" y="449878"/>
            <a:ext cx="30432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最初方案：从0构建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标题 1"/>
          <p:cNvSpPr txBox="1"/>
          <p:nvPr/>
        </p:nvSpPr>
        <p:spPr>
          <a:xfrm>
            <a:off x="4024751" y="890576"/>
            <a:ext cx="4142498" cy="33520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TOKEN COST PROBLEM</a:t>
            </a:r>
            <a:endParaRPr lang="zh-CN" altLang="en-US" sz="105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/>
          <p:cNvSpPr/>
          <p:nvPr/>
        </p:nvSpPr>
        <p:spPr>
          <a:xfrm rot="16200000">
            <a:off x="337935" y="2293819"/>
            <a:ext cx="3176588" cy="2647157"/>
          </a:xfrm>
          <a:custGeom>
            <a:avLst/>
            <a:gdLst>
              <a:gd name="connsiteX0" fmla="*/ 0 w 2647156"/>
              <a:gd name="connsiteY0" fmla="*/ 132358 h 3176587"/>
              <a:gd name="connsiteX1" fmla="*/ 132358 w 2647156"/>
              <a:gd name="connsiteY1" fmla="*/ 0 h 3176587"/>
              <a:gd name="connsiteX2" fmla="*/ 2514798 w 2647156"/>
              <a:gd name="connsiteY2" fmla="*/ 0 h 3176587"/>
              <a:gd name="connsiteX3" fmla="*/ 2647156 w 2647156"/>
              <a:gd name="connsiteY3" fmla="*/ 132358 h 3176587"/>
              <a:gd name="connsiteX4" fmla="*/ 2647156 w 2647156"/>
              <a:gd name="connsiteY4" fmla="*/ 3044229 h 3176587"/>
              <a:gd name="connsiteX5" fmla="*/ 2514798 w 2647156"/>
              <a:gd name="connsiteY5" fmla="*/ 3176587 h 3176587"/>
              <a:gd name="connsiteX6" fmla="*/ 132358 w 2647156"/>
              <a:gd name="connsiteY6" fmla="*/ 3176587 h 3176587"/>
              <a:gd name="connsiteX7" fmla="*/ 0 w 2647156"/>
              <a:gd name="connsiteY7" fmla="*/ 3044229 h 3176587"/>
              <a:gd name="connsiteX8" fmla="*/ 0 w 2647156"/>
              <a:gd name="connsiteY8" fmla="*/ 132358 h 3176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47156" h="3176587">
                <a:moveTo>
                  <a:pt x="2536857" y="1"/>
                </a:moveTo>
                <a:cubicBezTo>
                  <a:pt x="2597773" y="1"/>
                  <a:pt x="2647156" y="71111"/>
                  <a:pt x="2647156" y="158830"/>
                </a:cubicBezTo>
                <a:lnTo>
                  <a:pt x="2647156" y="3017757"/>
                </a:lnTo>
                <a:cubicBezTo>
                  <a:pt x="2647156" y="3105476"/>
                  <a:pt x="2597773" y="3176586"/>
                  <a:pt x="2536857" y="3176586"/>
                </a:cubicBezTo>
                <a:lnTo>
                  <a:pt x="110299" y="3176586"/>
                </a:lnTo>
                <a:cubicBezTo>
                  <a:pt x="49383" y="3176586"/>
                  <a:pt x="0" y="3105476"/>
                  <a:pt x="0" y="3017757"/>
                </a:cubicBezTo>
                <a:lnTo>
                  <a:pt x="0" y="158830"/>
                </a:lnTo>
                <a:cubicBezTo>
                  <a:pt x="0" y="71111"/>
                  <a:pt x="49383" y="1"/>
                  <a:pt x="110299" y="1"/>
                </a:cubicBezTo>
                <a:lnTo>
                  <a:pt x="2536857" y="1"/>
                </a:lnTo>
                <a:close/>
              </a:path>
            </a:pathLst>
          </a:custGeom>
          <a:solidFill>
            <a:srgbClr val="C00000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71785" tIns="92582" rIns="120016" bIns="2117726" numCol="1" spcCol="1270" anchor="t" anchorCtr="0">
            <a:noAutofit/>
          </a:bodyPr>
          <a:lstStyle/>
          <a:p>
            <a:pPr marL="0" lvl="0" indent="0" algn="r" defTabSz="1200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zh-CN" altLang="en-US" sz="2700" kern="1200"/>
          </a:p>
        </p:txBody>
      </p:sp>
      <p:sp>
        <p:nvSpPr>
          <p:cNvPr id="5" name="任意多边形: 形状 4"/>
          <p:cNvSpPr/>
          <p:nvPr/>
        </p:nvSpPr>
        <p:spPr>
          <a:xfrm>
            <a:off x="1132082" y="2029104"/>
            <a:ext cx="1972131" cy="3176587"/>
          </a:xfrm>
          <a:custGeom>
            <a:avLst/>
            <a:gdLst>
              <a:gd name="connsiteX0" fmla="*/ 0 w 1972131"/>
              <a:gd name="connsiteY0" fmla="*/ 0 h 3176587"/>
              <a:gd name="connsiteX1" fmla="*/ 1972131 w 1972131"/>
              <a:gd name="connsiteY1" fmla="*/ 0 h 3176587"/>
              <a:gd name="connsiteX2" fmla="*/ 1972131 w 1972131"/>
              <a:gd name="connsiteY2" fmla="*/ 3176587 h 3176587"/>
              <a:gd name="connsiteX3" fmla="*/ 0 w 1972131"/>
              <a:gd name="connsiteY3" fmla="*/ 3176587 h 3176587"/>
              <a:gd name="connsiteX4" fmla="*/ 0 w 1972131"/>
              <a:gd name="connsiteY4" fmla="*/ 0 h 3176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72131" h="3176587">
                <a:moveTo>
                  <a:pt x="0" y="0"/>
                </a:moveTo>
                <a:lnTo>
                  <a:pt x="1972131" y="0"/>
                </a:lnTo>
                <a:lnTo>
                  <a:pt x="1972131" y="3176587"/>
                </a:lnTo>
                <a:lnTo>
                  <a:pt x="0" y="31765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sp3d/>
        </p:spPr>
        <p:style>
          <a:lnRef idx="0">
            <a:scrgbClr r="0" g="0" b="0"/>
          </a:lnRef>
          <a:fillRef idx="3">
            <a:scrgbClr r="0" g="0" b="0"/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222885" rIns="0" bIns="0" numCol="1" spcCol="1270" anchor="t" anchorCtr="0">
            <a:noAutofit/>
          </a:bodyPr>
          <a:lstStyle/>
          <a:p>
            <a:pPr marL="0" lvl="0" indent="0" algn="l" defTabSz="2889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zh-CN" altLang="en-US" sz="6500" kern="1200"/>
          </a:p>
        </p:txBody>
      </p:sp>
      <p:sp>
        <p:nvSpPr>
          <p:cNvPr id="6" name="任意多边形: 形状 5"/>
          <p:cNvSpPr/>
          <p:nvPr/>
        </p:nvSpPr>
        <p:spPr>
          <a:xfrm rot="16200000">
            <a:off x="3082641" y="2293819"/>
            <a:ext cx="3176588" cy="2647157"/>
          </a:xfrm>
          <a:custGeom>
            <a:avLst/>
            <a:gdLst>
              <a:gd name="connsiteX0" fmla="*/ 0 w 2647156"/>
              <a:gd name="connsiteY0" fmla="*/ 132358 h 3176587"/>
              <a:gd name="connsiteX1" fmla="*/ 132358 w 2647156"/>
              <a:gd name="connsiteY1" fmla="*/ 0 h 3176587"/>
              <a:gd name="connsiteX2" fmla="*/ 2514798 w 2647156"/>
              <a:gd name="connsiteY2" fmla="*/ 0 h 3176587"/>
              <a:gd name="connsiteX3" fmla="*/ 2647156 w 2647156"/>
              <a:gd name="connsiteY3" fmla="*/ 132358 h 3176587"/>
              <a:gd name="connsiteX4" fmla="*/ 2647156 w 2647156"/>
              <a:gd name="connsiteY4" fmla="*/ 3044229 h 3176587"/>
              <a:gd name="connsiteX5" fmla="*/ 2514798 w 2647156"/>
              <a:gd name="connsiteY5" fmla="*/ 3176587 h 3176587"/>
              <a:gd name="connsiteX6" fmla="*/ 132358 w 2647156"/>
              <a:gd name="connsiteY6" fmla="*/ 3176587 h 3176587"/>
              <a:gd name="connsiteX7" fmla="*/ 0 w 2647156"/>
              <a:gd name="connsiteY7" fmla="*/ 3044229 h 3176587"/>
              <a:gd name="connsiteX8" fmla="*/ 0 w 2647156"/>
              <a:gd name="connsiteY8" fmla="*/ 132358 h 3176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47156" h="3176587">
                <a:moveTo>
                  <a:pt x="2536857" y="1"/>
                </a:moveTo>
                <a:cubicBezTo>
                  <a:pt x="2597773" y="1"/>
                  <a:pt x="2647156" y="71111"/>
                  <a:pt x="2647156" y="158830"/>
                </a:cubicBezTo>
                <a:lnTo>
                  <a:pt x="2647156" y="3017757"/>
                </a:lnTo>
                <a:cubicBezTo>
                  <a:pt x="2647156" y="3105476"/>
                  <a:pt x="2597773" y="3176586"/>
                  <a:pt x="2536857" y="3176586"/>
                </a:cubicBezTo>
                <a:lnTo>
                  <a:pt x="110299" y="3176586"/>
                </a:lnTo>
                <a:cubicBezTo>
                  <a:pt x="49383" y="3176586"/>
                  <a:pt x="0" y="3105476"/>
                  <a:pt x="0" y="3017757"/>
                </a:cubicBezTo>
                <a:lnTo>
                  <a:pt x="0" y="158830"/>
                </a:lnTo>
                <a:cubicBezTo>
                  <a:pt x="0" y="71111"/>
                  <a:pt x="49383" y="1"/>
                  <a:pt x="110299" y="1"/>
                </a:cubicBezTo>
                <a:lnTo>
                  <a:pt x="2536857" y="1"/>
                </a:lnTo>
                <a:close/>
              </a:path>
            </a:pathLst>
          </a:custGeom>
          <a:solidFill>
            <a:srgbClr val="C00000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71785" tIns="92583" rIns="120016" bIns="2117726" numCol="1" spcCol="1270" anchor="t" anchorCtr="0">
            <a:noAutofit/>
          </a:bodyPr>
          <a:lstStyle/>
          <a:p>
            <a:pPr marL="0" lvl="0" indent="0" algn="r" defTabSz="1200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zh-CN" altLang="en-US" sz="2700" kern="1200"/>
          </a:p>
        </p:txBody>
      </p:sp>
      <p:sp>
        <p:nvSpPr>
          <p:cNvPr id="7" name="流程图: 摘录 6"/>
          <p:cNvSpPr/>
          <p:nvPr/>
        </p:nvSpPr>
        <p:spPr>
          <a:xfrm rot="5400000">
            <a:off x="3122335" y="4553076"/>
            <a:ext cx="466715" cy="397073"/>
          </a:xfrm>
          <a:prstGeom prst="flowChartExtra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2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8" name="任意多边形: 形状 7"/>
          <p:cNvSpPr/>
          <p:nvPr/>
        </p:nvSpPr>
        <p:spPr>
          <a:xfrm>
            <a:off x="3871889" y="2029104"/>
            <a:ext cx="1972131" cy="3176587"/>
          </a:xfrm>
          <a:custGeom>
            <a:avLst/>
            <a:gdLst>
              <a:gd name="connsiteX0" fmla="*/ 0 w 1972131"/>
              <a:gd name="connsiteY0" fmla="*/ 0 h 3176587"/>
              <a:gd name="connsiteX1" fmla="*/ 1972131 w 1972131"/>
              <a:gd name="connsiteY1" fmla="*/ 0 h 3176587"/>
              <a:gd name="connsiteX2" fmla="*/ 1972131 w 1972131"/>
              <a:gd name="connsiteY2" fmla="*/ 3176587 h 3176587"/>
              <a:gd name="connsiteX3" fmla="*/ 0 w 1972131"/>
              <a:gd name="connsiteY3" fmla="*/ 3176587 h 3176587"/>
              <a:gd name="connsiteX4" fmla="*/ 0 w 1972131"/>
              <a:gd name="connsiteY4" fmla="*/ 0 h 3176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72131" h="3176587">
                <a:moveTo>
                  <a:pt x="0" y="0"/>
                </a:moveTo>
                <a:lnTo>
                  <a:pt x="1972131" y="0"/>
                </a:lnTo>
                <a:lnTo>
                  <a:pt x="1972131" y="3176587"/>
                </a:lnTo>
                <a:lnTo>
                  <a:pt x="0" y="31765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sp3d/>
        </p:spPr>
        <p:style>
          <a:lnRef idx="0">
            <a:scrgbClr r="0" g="0" b="0"/>
          </a:lnRef>
          <a:fillRef idx="3">
            <a:scrgbClr r="0" g="0" b="0"/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222885" rIns="0" bIns="0" numCol="1" spcCol="1270" anchor="t" anchorCtr="0">
            <a:noAutofit/>
          </a:bodyPr>
          <a:lstStyle/>
          <a:p>
            <a:pPr marL="0" lvl="0" indent="0" algn="l" defTabSz="2889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zh-CN" altLang="en-US" sz="6500" kern="1200"/>
          </a:p>
        </p:txBody>
      </p:sp>
      <p:sp>
        <p:nvSpPr>
          <p:cNvPr id="9" name="任意多边形: 形状 8"/>
          <p:cNvSpPr/>
          <p:nvPr/>
        </p:nvSpPr>
        <p:spPr>
          <a:xfrm rot="16200000">
            <a:off x="5827347" y="2293819"/>
            <a:ext cx="3176588" cy="2647157"/>
          </a:xfrm>
          <a:custGeom>
            <a:avLst/>
            <a:gdLst>
              <a:gd name="connsiteX0" fmla="*/ 0 w 2647156"/>
              <a:gd name="connsiteY0" fmla="*/ 132358 h 3176587"/>
              <a:gd name="connsiteX1" fmla="*/ 132358 w 2647156"/>
              <a:gd name="connsiteY1" fmla="*/ 0 h 3176587"/>
              <a:gd name="connsiteX2" fmla="*/ 2514798 w 2647156"/>
              <a:gd name="connsiteY2" fmla="*/ 0 h 3176587"/>
              <a:gd name="connsiteX3" fmla="*/ 2647156 w 2647156"/>
              <a:gd name="connsiteY3" fmla="*/ 132358 h 3176587"/>
              <a:gd name="connsiteX4" fmla="*/ 2647156 w 2647156"/>
              <a:gd name="connsiteY4" fmla="*/ 3044229 h 3176587"/>
              <a:gd name="connsiteX5" fmla="*/ 2514798 w 2647156"/>
              <a:gd name="connsiteY5" fmla="*/ 3176587 h 3176587"/>
              <a:gd name="connsiteX6" fmla="*/ 132358 w 2647156"/>
              <a:gd name="connsiteY6" fmla="*/ 3176587 h 3176587"/>
              <a:gd name="connsiteX7" fmla="*/ 0 w 2647156"/>
              <a:gd name="connsiteY7" fmla="*/ 3044229 h 3176587"/>
              <a:gd name="connsiteX8" fmla="*/ 0 w 2647156"/>
              <a:gd name="connsiteY8" fmla="*/ 132358 h 3176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47156" h="3176587">
                <a:moveTo>
                  <a:pt x="2536857" y="1"/>
                </a:moveTo>
                <a:cubicBezTo>
                  <a:pt x="2597773" y="1"/>
                  <a:pt x="2647156" y="71111"/>
                  <a:pt x="2647156" y="158830"/>
                </a:cubicBezTo>
                <a:lnTo>
                  <a:pt x="2647156" y="3017757"/>
                </a:lnTo>
                <a:cubicBezTo>
                  <a:pt x="2647156" y="3105476"/>
                  <a:pt x="2597773" y="3176586"/>
                  <a:pt x="2536857" y="3176586"/>
                </a:cubicBezTo>
                <a:lnTo>
                  <a:pt x="110299" y="3176586"/>
                </a:lnTo>
                <a:cubicBezTo>
                  <a:pt x="49383" y="3176586"/>
                  <a:pt x="0" y="3105476"/>
                  <a:pt x="0" y="3017757"/>
                </a:cubicBezTo>
                <a:lnTo>
                  <a:pt x="0" y="158830"/>
                </a:lnTo>
                <a:cubicBezTo>
                  <a:pt x="0" y="71111"/>
                  <a:pt x="49383" y="1"/>
                  <a:pt x="110299" y="1"/>
                </a:cubicBezTo>
                <a:lnTo>
                  <a:pt x="2536857" y="1"/>
                </a:lnTo>
                <a:close/>
              </a:path>
            </a:pathLst>
          </a:custGeom>
          <a:solidFill>
            <a:srgbClr val="C00000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71785" tIns="92583" rIns="120016" bIns="2117725" numCol="1" spcCol="1270" anchor="t" anchorCtr="0">
            <a:noAutofit/>
          </a:bodyPr>
          <a:lstStyle/>
          <a:p>
            <a:pPr marL="0" lvl="0" indent="0" algn="r" defTabSz="1200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zh-CN" altLang="en-US" sz="2700" kern="1200"/>
          </a:p>
        </p:txBody>
      </p:sp>
      <p:sp>
        <p:nvSpPr>
          <p:cNvPr id="10" name="流程图: 摘录 9"/>
          <p:cNvSpPr/>
          <p:nvPr/>
        </p:nvSpPr>
        <p:spPr>
          <a:xfrm rot="5400000">
            <a:off x="5862142" y="4553076"/>
            <a:ext cx="466715" cy="397073"/>
          </a:xfrm>
          <a:prstGeom prst="flowChartExtra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2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2" name="文本框 11"/>
          <p:cNvSpPr txBox="1"/>
          <p:nvPr/>
        </p:nvSpPr>
        <p:spPr>
          <a:xfrm>
            <a:off x="1577415" y="2253570"/>
            <a:ext cx="6976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AI列方案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057028" y="2253570"/>
            <a:ext cx="6976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决策理由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317221" y="2253570"/>
            <a:ext cx="6976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人的约束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8" name="直接连接符 17"/>
          <p:cNvCxnSpPr/>
          <p:nvPr/>
        </p:nvCxnSpPr>
        <p:spPr>
          <a:xfrm>
            <a:off x="1657217" y="2771761"/>
            <a:ext cx="538019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4397023" y="2771761"/>
            <a:ext cx="538019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7136360" y="2771761"/>
            <a:ext cx="538019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任意多边形: 形状 22"/>
          <p:cNvSpPr/>
          <p:nvPr/>
        </p:nvSpPr>
        <p:spPr>
          <a:xfrm rot="16200000">
            <a:off x="8572053" y="2293819"/>
            <a:ext cx="3176588" cy="2647157"/>
          </a:xfrm>
          <a:custGeom>
            <a:avLst/>
            <a:gdLst>
              <a:gd name="connsiteX0" fmla="*/ 0 w 2647156"/>
              <a:gd name="connsiteY0" fmla="*/ 132358 h 3176587"/>
              <a:gd name="connsiteX1" fmla="*/ 132358 w 2647156"/>
              <a:gd name="connsiteY1" fmla="*/ 0 h 3176587"/>
              <a:gd name="connsiteX2" fmla="*/ 2514798 w 2647156"/>
              <a:gd name="connsiteY2" fmla="*/ 0 h 3176587"/>
              <a:gd name="connsiteX3" fmla="*/ 2647156 w 2647156"/>
              <a:gd name="connsiteY3" fmla="*/ 132358 h 3176587"/>
              <a:gd name="connsiteX4" fmla="*/ 2647156 w 2647156"/>
              <a:gd name="connsiteY4" fmla="*/ 3044229 h 3176587"/>
              <a:gd name="connsiteX5" fmla="*/ 2514798 w 2647156"/>
              <a:gd name="connsiteY5" fmla="*/ 3176587 h 3176587"/>
              <a:gd name="connsiteX6" fmla="*/ 132358 w 2647156"/>
              <a:gd name="connsiteY6" fmla="*/ 3176587 h 3176587"/>
              <a:gd name="connsiteX7" fmla="*/ 0 w 2647156"/>
              <a:gd name="connsiteY7" fmla="*/ 3044229 h 3176587"/>
              <a:gd name="connsiteX8" fmla="*/ 0 w 2647156"/>
              <a:gd name="connsiteY8" fmla="*/ 132358 h 3176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47156" h="3176587">
                <a:moveTo>
                  <a:pt x="2536857" y="1"/>
                </a:moveTo>
                <a:cubicBezTo>
                  <a:pt x="2597773" y="1"/>
                  <a:pt x="2647156" y="71111"/>
                  <a:pt x="2647156" y="158830"/>
                </a:cubicBezTo>
                <a:lnTo>
                  <a:pt x="2647156" y="3017757"/>
                </a:lnTo>
                <a:cubicBezTo>
                  <a:pt x="2647156" y="3105476"/>
                  <a:pt x="2597773" y="3176586"/>
                  <a:pt x="2536857" y="3176586"/>
                </a:cubicBezTo>
                <a:lnTo>
                  <a:pt x="110299" y="3176586"/>
                </a:lnTo>
                <a:cubicBezTo>
                  <a:pt x="49383" y="3176586"/>
                  <a:pt x="0" y="3105476"/>
                  <a:pt x="0" y="3017757"/>
                </a:cubicBezTo>
                <a:lnTo>
                  <a:pt x="0" y="158830"/>
                </a:lnTo>
                <a:cubicBezTo>
                  <a:pt x="0" y="71111"/>
                  <a:pt x="49383" y="1"/>
                  <a:pt x="110299" y="1"/>
                </a:cubicBezTo>
                <a:lnTo>
                  <a:pt x="2536857" y="1"/>
                </a:lnTo>
                <a:close/>
              </a:path>
            </a:pathLst>
          </a:custGeom>
          <a:solidFill>
            <a:srgbClr val="C00000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71785" tIns="92583" rIns="120016" bIns="2117725" numCol="1" spcCol="1270" anchor="t" anchorCtr="0">
            <a:noAutofit/>
          </a:bodyPr>
          <a:lstStyle/>
          <a:p>
            <a:pPr marL="0" lvl="0" indent="0" algn="r" defTabSz="1200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zh-CN" altLang="en-US" sz="2700" kern="1200"/>
          </a:p>
        </p:txBody>
      </p:sp>
      <p:sp>
        <p:nvSpPr>
          <p:cNvPr id="24" name="流程图: 摘录 23"/>
          <p:cNvSpPr/>
          <p:nvPr/>
        </p:nvSpPr>
        <p:spPr>
          <a:xfrm rot="5400000">
            <a:off x="8603410" y="4553075"/>
            <a:ext cx="466715" cy="397073"/>
          </a:xfrm>
          <a:prstGeom prst="flowChartExtra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2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5" name="íşḻiḓe"/>
          <p:cNvSpPr/>
          <p:nvPr/>
        </p:nvSpPr>
        <p:spPr bwMode="auto">
          <a:xfrm>
            <a:off x="3588335" y="3118388"/>
            <a:ext cx="2225911" cy="1504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一人维护·Java8环境·必须Win+Mac·30303不可改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íşḻiḓe"/>
          <p:cNvSpPr/>
          <p:nvPr/>
        </p:nvSpPr>
        <p:spPr bwMode="auto">
          <a:xfrm>
            <a:off x="6386523" y="3118387"/>
            <a:ext cx="2225911" cy="1504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权限菜单现成·微服务架构·token聚焦业务逻辑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íşḻiḓe"/>
          <p:cNvSpPr/>
          <p:nvPr/>
        </p:nvSpPr>
        <p:spPr bwMode="auto">
          <a:xfrm>
            <a:off x="818659" y="3118387"/>
            <a:ext cx="2225911" cy="1504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自研完整后台·升Boot3·用若依3.6.8(Boot2+Java8)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9694406" y="2253570"/>
            <a:ext cx="6976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核心模块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9" name="直接连接符 28"/>
          <p:cNvCxnSpPr/>
          <p:nvPr/>
        </p:nvCxnSpPr>
        <p:spPr>
          <a:xfrm>
            <a:off x="9773738" y="2771761"/>
            <a:ext cx="538019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íşḻiḓe"/>
          <p:cNvSpPr/>
          <p:nvPr/>
        </p:nvSpPr>
        <p:spPr bwMode="auto">
          <a:xfrm>
            <a:off x="9023901" y="3118387"/>
            <a:ext cx="2225911" cy="1504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yianlian模块·双服务层·多线路ID映射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4574382" y="449878"/>
            <a:ext cx="30432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选择若依作为底座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标题 1"/>
          <p:cNvSpPr txBox="1"/>
          <p:nvPr/>
        </p:nvSpPr>
        <p:spPr>
          <a:xfrm>
            <a:off x="4024751" y="890576"/>
            <a:ext cx="4142498" cy="33520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 ASSISTED DECISION</a:t>
            </a:r>
            <a:endParaRPr lang="zh-CN" altLang="en-US" sz="105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ṧ1îďê"/>
          <p:cNvSpPr/>
          <p:nvPr/>
        </p:nvSpPr>
        <p:spPr>
          <a:xfrm rot="19200000">
            <a:off x="5720636" y="3151680"/>
            <a:ext cx="1713959" cy="1701568"/>
          </a:xfrm>
          <a:custGeom>
            <a:avLst/>
            <a:gdLst>
              <a:gd name="connsiteX0" fmla="*/ 2094610 w 2932774"/>
              <a:gd name="connsiteY0" fmla="*/ 749566 h 2911576"/>
              <a:gd name="connsiteX1" fmla="*/ 725074 w 2932774"/>
              <a:gd name="connsiteY1" fmla="*/ 869385 h 2911576"/>
              <a:gd name="connsiteX2" fmla="*/ 844892 w 2932774"/>
              <a:gd name="connsiteY2" fmla="*/ 2238922 h 2911576"/>
              <a:gd name="connsiteX3" fmla="*/ 2214429 w 2932774"/>
              <a:gd name="connsiteY3" fmla="*/ 2119103 h 2911576"/>
              <a:gd name="connsiteX4" fmla="*/ 2094610 w 2932774"/>
              <a:gd name="connsiteY4" fmla="*/ 749566 h 2911576"/>
              <a:gd name="connsiteX5" fmla="*/ 2334142 w 2932774"/>
              <a:gd name="connsiteY5" fmla="*/ 298936 h 2911576"/>
              <a:gd name="connsiteX6" fmla="*/ 2489223 w 2932774"/>
              <a:gd name="connsiteY6" fmla="*/ 429064 h 2911576"/>
              <a:gd name="connsiteX7" fmla="*/ 2320667 w 2932774"/>
              <a:gd name="connsiteY7" fmla="*/ 742363 h 2911576"/>
              <a:gd name="connsiteX8" fmla="*/ 2354461 w 2932774"/>
              <a:gd name="connsiteY8" fmla="*/ 777201 h 2911576"/>
              <a:gd name="connsiteX9" fmla="*/ 2535311 w 2932774"/>
              <a:gd name="connsiteY9" fmla="*/ 1114855 h 2911576"/>
              <a:gd name="connsiteX10" fmla="*/ 2536967 w 2932774"/>
              <a:gd name="connsiteY10" fmla="*/ 1121826 h 2911576"/>
              <a:gd name="connsiteX11" fmla="*/ 2897593 w 2932774"/>
              <a:gd name="connsiteY11" fmla="*/ 1132603 h 2911576"/>
              <a:gd name="connsiteX12" fmla="*/ 2932774 w 2932774"/>
              <a:gd name="connsiteY12" fmla="*/ 1331966 h 2911576"/>
              <a:gd name="connsiteX13" fmla="*/ 2590256 w 2932774"/>
              <a:gd name="connsiteY13" fmla="*/ 1468461 h 2911576"/>
              <a:gd name="connsiteX14" fmla="*/ 2591629 w 2932774"/>
              <a:gd name="connsiteY14" fmla="*/ 1489431 h 2911576"/>
              <a:gd name="connsiteX15" fmla="*/ 2520747 w 2932774"/>
              <a:gd name="connsiteY15" fmla="*/ 1866501 h 2911576"/>
              <a:gd name="connsiteX16" fmla="*/ 2514437 w 2932774"/>
              <a:gd name="connsiteY16" fmla="*/ 1879930 h 2911576"/>
              <a:gd name="connsiteX17" fmla="*/ 2803260 w 2932774"/>
              <a:gd name="connsiteY17" fmla="*/ 2137440 h 2911576"/>
              <a:gd name="connsiteX18" fmla="*/ 2702039 w 2932774"/>
              <a:gd name="connsiteY18" fmla="*/ 2312761 h 2911576"/>
              <a:gd name="connsiteX19" fmla="*/ 2334283 w 2932774"/>
              <a:gd name="connsiteY19" fmla="*/ 2191277 h 2911576"/>
              <a:gd name="connsiteX20" fmla="*/ 2319995 w 2932774"/>
              <a:gd name="connsiteY20" fmla="*/ 2211637 h 2911576"/>
              <a:gd name="connsiteX21" fmla="*/ 2062648 w 2932774"/>
              <a:gd name="connsiteY21" fmla="*/ 2439877 h 2911576"/>
              <a:gd name="connsiteX22" fmla="*/ 2003075 w 2932774"/>
              <a:gd name="connsiteY22" fmla="*/ 2474637 h 2911576"/>
              <a:gd name="connsiteX23" fmla="*/ 2056587 w 2932774"/>
              <a:gd name="connsiteY23" fmla="*/ 2842337 h 2911576"/>
              <a:gd name="connsiteX24" fmla="*/ 1866354 w 2932774"/>
              <a:gd name="connsiteY24" fmla="*/ 2911576 h 2911576"/>
              <a:gd name="connsiteX25" fmla="*/ 1671448 w 2932774"/>
              <a:gd name="connsiteY25" fmla="*/ 2596242 h 2911576"/>
              <a:gd name="connsiteX26" fmla="*/ 1548242 w 2932774"/>
              <a:gd name="connsiteY26" fmla="*/ 2620265 h 2911576"/>
              <a:gd name="connsiteX27" fmla="*/ 1331260 w 2932774"/>
              <a:gd name="connsiteY27" fmla="*/ 2620591 h 2911576"/>
              <a:gd name="connsiteX28" fmla="*/ 1231810 w 2932774"/>
              <a:gd name="connsiteY28" fmla="*/ 2601211 h 2911576"/>
              <a:gd name="connsiteX29" fmla="*/ 1049067 w 2932774"/>
              <a:gd name="connsiteY29" fmla="*/ 2896869 h 2911576"/>
              <a:gd name="connsiteX30" fmla="*/ 858832 w 2932774"/>
              <a:gd name="connsiteY30" fmla="*/ 2827631 h 2911576"/>
              <a:gd name="connsiteX31" fmla="*/ 907780 w 2932774"/>
              <a:gd name="connsiteY31" fmla="*/ 2491308 h 2911576"/>
              <a:gd name="connsiteX32" fmla="*/ 816874 w 2932774"/>
              <a:gd name="connsiteY32" fmla="*/ 2436359 h 2911576"/>
              <a:gd name="connsiteX33" fmla="*/ 725221 w 2932774"/>
              <a:gd name="connsiteY33" fmla="*/ 2367165 h 2911576"/>
              <a:gd name="connsiteX34" fmla="*/ 641163 w 2932774"/>
              <a:gd name="connsiteY34" fmla="*/ 2288921 h 2911576"/>
              <a:gd name="connsiteX35" fmla="*/ 574277 w 2932774"/>
              <a:gd name="connsiteY35" fmla="*/ 2212385 h 2911576"/>
              <a:gd name="connsiteX36" fmla="*/ 268562 w 2932774"/>
              <a:gd name="connsiteY36" fmla="*/ 2313374 h 2911576"/>
              <a:gd name="connsiteX37" fmla="*/ 167340 w 2932774"/>
              <a:gd name="connsiteY37" fmla="*/ 2138053 h 2911576"/>
              <a:gd name="connsiteX38" fmla="*/ 411251 w 2932774"/>
              <a:gd name="connsiteY38" fmla="*/ 1920587 h 2911576"/>
              <a:gd name="connsiteX39" fmla="*/ 370408 w 2932774"/>
              <a:gd name="connsiteY39" fmla="*/ 1814340 h 2911576"/>
              <a:gd name="connsiteX40" fmla="*/ 330144 w 2932774"/>
              <a:gd name="connsiteY40" fmla="*/ 1546283 h 2911576"/>
              <a:gd name="connsiteX41" fmla="*/ 333010 w 2932774"/>
              <a:gd name="connsiteY41" fmla="*/ 1450313 h 2911576"/>
              <a:gd name="connsiteX42" fmla="*/ 0 w 2932774"/>
              <a:gd name="connsiteY42" fmla="*/ 1317659 h 2911576"/>
              <a:gd name="connsiteX43" fmla="*/ 35154 w 2932774"/>
              <a:gd name="connsiteY43" fmla="*/ 1118292 h 2911576"/>
              <a:gd name="connsiteX44" fmla="*/ 405289 w 2932774"/>
              <a:gd name="connsiteY44" fmla="*/ 1107180 h 2911576"/>
              <a:gd name="connsiteX45" fmla="*/ 444695 w 2932774"/>
              <a:gd name="connsiteY45" fmla="*/ 1011372 h 2911576"/>
              <a:gd name="connsiteX46" fmla="*/ 601458 w 2932774"/>
              <a:gd name="connsiteY46" fmla="*/ 769611 h 2911576"/>
              <a:gd name="connsiteX47" fmla="*/ 622589 w 2932774"/>
              <a:gd name="connsiteY47" fmla="*/ 747913 h 2911576"/>
              <a:gd name="connsiteX48" fmla="*/ 446039 w 2932774"/>
              <a:gd name="connsiteY48" fmla="*/ 419756 h 2911576"/>
              <a:gd name="connsiteX49" fmla="*/ 601120 w 2932774"/>
              <a:gd name="connsiteY49" fmla="*/ 289627 h 2911576"/>
              <a:gd name="connsiteX50" fmla="*/ 894887 w 2932774"/>
              <a:gd name="connsiteY50" fmla="*/ 521468 h 2911576"/>
              <a:gd name="connsiteX51" fmla="*/ 1005061 w 2932774"/>
              <a:gd name="connsiteY51" fmla="*/ 460695 h 2911576"/>
              <a:gd name="connsiteX52" fmla="*/ 1159434 w 2932774"/>
              <a:gd name="connsiteY52" fmla="*/ 402668 h 2911576"/>
              <a:gd name="connsiteX53" fmla="*/ 1288857 w 2932774"/>
              <a:gd name="connsiteY53" fmla="*/ 377431 h 2911576"/>
              <a:gd name="connsiteX54" fmla="*/ 1367154 w 2932774"/>
              <a:gd name="connsiteY54" fmla="*/ 0 h 2911576"/>
              <a:gd name="connsiteX55" fmla="*/ 1569597 w 2932774"/>
              <a:gd name="connsiteY55" fmla="*/ 0 h 2911576"/>
              <a:gd name="connsiteX56" fmla="*/ 1646698 w 2932774"/>
              <a:gd name="connsiteY56" fmla="*/ 371669 h 2911576"/>
              <a:gd name="connsiteX57" fmla="*/ 1803965 w 2932774"/>
              <a:gd name="connsiteY57" fmla="*/ 402316 h 2911576"/>
              <a:gd name="connsiteX58" fmla="*/ 2008116 w 2932774"/>
              <a:gd name="connsiteY58" fmla="*/ 486582 h 2911576"/>
              <a:gd name="connsiteX59" fmla="*/ 2055596 w 2932774"/>
              <a:gd name="connsiteY59" fmla="*/ 518765 h 2911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2932774" h="2911576">
                <a:moveTo>
                  <a:pt x="2094610" y="749566"/>
                </a:moveTo>
                <a:cubicBezTo>
                  <a:pt x="1683337" y="404466"/>
                  <a:pt x="1070173" y="458111"/>
                  <a:pt x="725074" y="869385"/>
                </a:cubicBezTo>
                <a:cubicBezTo>
                  <a:pt x="379974" y="1280659"/>
                  <a:pt x="433619" y="1893822"/>
                  <a:pt x="844892" y="2238922"/>
                </a:cubicBezTo>
                <a:cubicBezTo>
                  <a:pt x="1256166" y="2584021"/>
                  <a:pt x="1869330" y="2530377"/>
                  <a:pt x="2214429" y="2119103"/>
                </a:cubicBezTo>
                <a:cubicBezTo>
                  <a:pt x="2559529" y="1707829"/>
                  <a:pt x="2505884" y="1094665"/>
                  <a:pt x="2094610" y="749566"/>
                </a:cubicBezTo>
                <a:close/>
                <a:moveTo>
                  <a:pt x="2334142" y="298936"/>
                </a:moveTo>
                <a:lnTo>
                  <a:pt x="2489223" y="429064"/>
                </a:lnTo>
                <a:lnTo>
                  <a:pt x="2320667" y="742363"/>
                </a:lnTo>
                <a:lnTo>
                  <a:pt x="2354461" y="777201"/>
                </a:lnTo>
                <a:cubicBezTo>
                  <a:pt x="2435203" y="879773"/>
                  <a:pt x="2495636" y="994236"/>
                  <a:pt x="2535311" y="1114855"/>
                </a:cubicBezTo>
                <a:lnTo>
                  <a:pt x="2536967" y="1121826"/>
                </a:lnTo>
                <a:lnTo>
                  <a:pt x="2897593" y="1132603"/>
                </a:lnTo>
                <a:lnTo>
                  <a:pt x="2932774" y="1331966"/>
                </a:lnTo>
                <a:lnTo>
                  <a:pt x="2590256" y="1468461"/>
                </a:lnTo>
                <a:lnTo>
                  <a:pt x="2591629" y="1489431"/>
                </a:lnTo>
                <a:cubicBezTo>
                  <a:pt x="2589349" y="1616619"/>
                  <a:pt x="2565870" y="1744223"/>
                  <a:pt x="2520747" y="1866501"/>
                </a:cubicBezTo>
                <a:lnTo>
                  <a:pt x="2514437" y="1879930"/>
                </a:lnTo>
                <a:lnTo>
                  <a:pt x="2803260" y="2137440"/>
                </a:lnTo>
                <a:lnTo>
                  <a:pt x="2702039" y="2312761"/>
                </a:lnTo>
                <a:lnTo>
                  <a:pt x="2334283" y="2191277"/>
                </a:lnTo>
                <a:lnTo>
                  <a:pt x="2319995" y="2211637"/>
                </a:lnTo>
                <a:cubicBezTo>
                  <a:pt x="2243832" y="2302406"/>
                  <a:pt x="2156847" y="2378603"/>
                  <a:pt x="2062648" y="2439877"/>
                </a:cubicBezTo>
                <a:lnTo>
                  <a:pt x="2003075" y="2474637"/>
                </a:lnTo>
                <a:lnTo>
                  <a:pt x="2056587" y="2842337"/>
                </a:lnTo>
                <a:lnTo>
                  <a:pt x="1866354" y="2911576"/>
                </a:lnTo>
                <a:lnTo>
                  <a:pt x="1671448" y="2596242"/>
                </a:lnTo>
                <a:lnTo>
                  <a:pt x="1548242" y="2620265"/>
                </a:lnTo>
                <a:cubicBezTo>
                  <a:pt x="1476091" y="2627302"/>
                  <a:pt x="1403408" y="2627445"/>
                  <a:pt x="1331260" y="2620591"/>
                </a:cubicBezTo>
                <a:lnTo>
                  <a:pt x="1231810" y="2601211"/>
                </a:lnTo>
                <a:lnTo>
                  <a:pt x="1049067" y="2896869"/>
                </a:lnTo>
                <a:lnTo>
                  <a:pt x="858832" y="2827631"/>
                </a:lnTo>
                <a:lnTo>
                  <a:pt x="907780" y="2491308"/>
                </a:lnTo>
                <a:lnTo>
                  <a:pt x="816874" y="2436359"/>
                </a:lnTo>
                <a:cubicBezTo>
                  <a:pt x="785477" y="2415113"/>
                  <a:pt x="754881" y="2392053"/>
                  <a:pt x="725221" y="2367165"/>
                </a:cubicBezTo>
                <a:cubicBezTo>
                  <a:pt x="695562" y="2342277"/>
                  <a:pt x="667538" y="2316150"/>
                  <a:pt x="641163" y="2288921"/>
                </a:cubicBezTo>
                <a:lnTo>
                  <a:pt x="574277" y="2212385"/>
                </a:lnTo>
                <a:lnTo>
                  <a:pt x="268562" y="2313374"/>
                </a:lnTo>
                <a:lnTo>
                  <a:pt x="167340" y="2138053"/>
                </a:lnTo>
                <a:lnTo>
                  <a:pt x="411251" y="1920587"/>
                </a:lnTo>
                <a:lnTo>
                  <a:pt x="370408" y="1814340"/>
                </a:lnTo>
                <a:cubicBezTo>
                  <a:pt x="346310" y="1727013"/>
                  <a:pt x="332834" y="1636964"/>
                  <a:pt x="330144" y="1546283"/>
                </a:cubicBezTo>
                <a:lnTo>
                  <a:pt x="333010" y="1450313"/>
                </a:lnTo>
                <a:lnTo>
                  <a:pt x="0" y="1317659"/>
                </a:lnTo>
                <a:lnTo>
                  <a:pt x="35154" y="1118292"/>
                </a:lnTo>
                <a:lnTo>
                  <a:pt x="405289" y="1107180"/>
                </a:lnTo>
                <a:lnTo>
                  <a:pt x="444695" y="1011372"/>
                </a:lnTo>
                <a:cubicBezTo>
                  <a:pt x="485787" y="926536"/>
                  <a:pt x="537987" y="845252"/>
                  <a:pt x="601458" y="769611"/>
                </a:cubicBezTo>
                <a:lnTo>
                  <a:pt x="622589" y="747913"/>
                </a:lnTo>
                <a:lnTo>
                  <a:pt x="446039" y="419756"/>
                </a:lnTo>
                <a:lnTo>
                  <a:pt x="601120" y="289627"/>
                </a:lnTo>
                <a:lnTo>
                  <a:pt x="894887" y="521468"/>
                </a:lnTo>
                <a:lnTo>
                  <a:pt x="1005061" y="460695"/>
                </a:lnTo>
                <a:cubicBezTo>
                  <a:pt x="1055317" y="437563"/>
                  <a:pt x="1106924" y="418206"/>
                  <a:pt x="1159434" y="402668"/>
                </a:cubicBezTo>
                <a:lnTo>
                  <a:pt x="1288857" y="377431"/>
                </a:lnTo>
                <a:lnTo>
                  <a:pt x="1367154" y="0"/>
                </a:lnTo>
                <a:lnTo>
                  <a:pt x="1569597" y="0"/>
                </a:lnTo>
                <a:lnTo>
                  <a:pt x="1646698" y="371669"/>
                </a:lnTo>
                <a:lnTo>
                  <a:pt x="1803965" y="402316"/>
                </a:lnTo>
                <a:cubicBezTo>
                  <a:pt x="1873976" y="423270"/>
                  <a:pt x="1942381" y="451323"/>
                  <a:pt x="2008116" y="486582"/>
                </a:cubicBezTo>
                <a:lnTo>
                  <a:pt x="2055596" y="518765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zh-CN" altLang="en-US" sz="24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íŝľiḋe"/>
          <p:cNvSpPr/>
          <p:nvPr/>
        </p:nvSpPr>
        <p:spPr>
          <a:xfrm rot="19200000">
            <a:off x="6859176" y="2150057"/>
            <a:ext cx="1376220" cy="1366272"/>
          </a:xfrm>
          <a:custGeom>
            <a:avLst/>
            <a:gdLst>
              <a:gd name="connsiteX0" fmla="*/ 2094610 w 2932774"/>
              <a:gd name="connsiteY0" fmla="*/ 749566 h 2911576"/>
              <a:gd name="connsiteX1" fmla="*/ 725074 w 2932774"/>
              <a:gd name="connsiteY1" fmla="*/ 869385 h 2911576"/>
              <a:gd name="connsiteX2" fmla="*/ 844892 w 2932774"/>
              <a:gd name="connsiteY2" fmla="*/ 2238922 h 2911576"/>
              <a:gd name="connsiteX3" fmla="*/ 2214429 w 2932774"/>
              <a:gd name="connsiteY3" fmla="*/ 2119103 h 2911576"/>
              <a:gd name="connsiteX4" fmla="*/ 2094610 w 2932774"/>
              <a:gd name="connsiteY4" fmla="*/ 749566 h 2911576"/>
              <a:gd name="connsiteX5" fmla="*/ 2334142 w 2932774"/>
              <a:gd name="connsiteY5" fmla="*/ 298936 h 2911576"/>
              <a:gd name="connsiteX6" fmla="*/ 2489223 w 2932774"/>
              <a:gd name="connsiteY6" fmla="*/ 429064 h 2911576"/>
              <a:gd name="connsiteX7" fmla="*/ 2320667 w 2932774"/>
              <a:gd name="connsiteY7" fmla="*/ 742363 h 2911576"/>
              <a:gd name="connsiteX8" fmla="*/ 2354461 w 2932774"/>
              <a:gd name="connsiteY8" fmla="*/ 777201 h 2911576"/>
              <a:gd name="connsiteX9" fmla="*/ 2535311 w 2932774"/>
              <a:gd name="connsiteY9" fmla="*/ 1114855 h 2911576"/>
              <a:gd name="connsiteX10" fmla="*/ 2536967 w 2932774"/>
              <a:gd name="connsiteY10" fmla="*/ 1121826 h 2911576"/>
              <a:gd name="connsiteX11" fmla="*/ 2897593 w 2932774"/>
              <a:gd name="connsiteY11" fmla="*/ 1132603 h 2911576"/>
              <a:gd name="connsiteX12" fmla="*/ 2932774 w 2932774"/>
              <a:gd name="connsiteY12" fmla="*/ 1331966 h 2911576"/>
              <a:gd name="connsiteX13" fmla="*/ 2590256 w 2932774"/>
              <a:gd name="connsiteY13" fmla="*/ 1468461 h 2911576"/>
              <a:gd name="connsiteX14" fmla="*/ 2591629 w 2932774"/>
              <a:gd name="connsiteY14" fmla="*/ 1489431 h 2911576"/>
              <a:gd name="connsiteX15" fmla="*/ 2520747 w 2932774"/>
              <a:gd name="connsiteY15" fmla="*/ 1866501 h 2911576"/>
              <a:gd name="connsiteX16" fmla="*/ 2514437 w 2932774"/>
              <a:gd name="connsiteY16" fmla="*/ 1879930 h 2911576"/>
              <a:gd name="connsiteX17" fmla="*/ 2803260 w 2932774"/>
              <a:gd name="connsiteY17" fmla="*/ 2137440 h 2911576"/>
              <a:gd name="connsiteX18" fmla="*/ 2702039 w 2932774"/>
              <a:gd name="connsiteY18" fmla="*/ 2312761 h 2911576"/>
              <a:gd name="connsiteX19" fmla="*/ 2334283 w 2932774"/>
              <a:gd name="connsiteY19" fmla="*/ 2191277 h 2911576"/>
              <a:gd name="connsiteX20" fmla="*/ 2319995 w 2932774"/>
              <a:gd name="connsiteY20" fmla="*/ 2211637 h 2911576"/>
              <a:gd name="connsiteX21" fmla="*/ 2062648 w 2932774"/>
              <a:gd name="connsiteY21" fmla="*/ 2439877 h 2911576"/>
              <a:gd name="connsiteX22" fmla="*/ 2003075 w 2932774"/>
              <a:gd name="connsiteY22" fmla="*/ 2474637 h 2911576"/>
              <a:gd name="connsiteX23" fmla="*/ 2056587 w 2932774"/>
              <a:gd name="connsiteY23" fmla="*/ 2842337 h 2911576"/>
              <a:gd name="connsiteX24" fmla="*/ 1866354 w 2932774"/>
              <a:gd name="connsiteY24" fmla="*/ 2911576 h 2911576"/>
              <a:gd name="connsiteX25" fmla="*/ 1671448 w 2932774"/>
              <a:gd name="connsiteY25" fmla="*/ 2596242 h 2911576"/>
              <a:gd name="connsiteX26" fmla="*/ 1548242 w 2932774"/>
              <a:gd name="connsiteY26" fmla="*/ 2620265 h 2911576"/>
              <a:gd name="connsiteX27" fmla="*/ 1331260 w 2932774"/>
              <a:gd name="connsiteY27" fmla="*/ 2620591 h 2911576"/>
              <a:gd name="connsiteX28" fmla="*/ 1231810 w 2932774"/>
              <a:gd name="connsiteY28" fmla="*/ 2601211 h 2911576"/>
              <a:gd name="connsiteX29" fmla="*/ 1049067 w 2932774"/>
              <a:gd name="connsiteY29" fmla="*/ 2896869 h 2911576"/>
              <a:gd name="connsiteX30" fmla="*/ 858832 w 2932774"/>
              <a:gd name="connsiteY30" fmla="*/ 2827631 h 2911576"/>
              <a:gd name="connsiteX31" fmla="*/ 907780 w 2932774"/>
              <a:gd name="connsiteY31" fmla="*/ 2491308 h 2911576"/>
              <a:gd name="connsiteX32" fmla="*/ 816874 w 2932774"/>
              <a:gd name="connsiteY32" fmla="*/ 2436359 h 2911576"/>
              <a:gd name="connsiteX33" fmla="*/ 725221 w 2932774"/>
              <a:gd name="connsiteY33" fmla="*/ 2367165 h 2911576"/>
              <a:gd name="connsiteX34" fmla="*/ 641163 w 2932774"/>
              <a:gd name="connsiteY34" fmla="*/ 2288921 h 2911576"/>
              <a:gd name="connsiteX35" fmla="*/ 574277 w 2932774"/>
              <a:gd name="connsiteY35" fmla="*/ 2212385 h 2911576"/>
              <a:gd name="connsiteX36" fmla="*/ 268562 w 2932774"/>
              <a:gd name="connsiteY36" fmla="*/ 2313374 h 2911576"/>
              <a:gd name="connsiteX37" fmla="*/ 167340 w 2932774"/>
              <a:gd name="connsiteY37" fmla="*/ 2138053 h 2911576"/>
              <a:gd name="connsiteX38" fmla="*/ 411251 w 2932774"/>
              <a:gd name="connsiteY38" fmla="*/ 1920587 h 2911576"/>
              <a:gd name="connsiteX39" fmla="*/ 370408 w 2932774"/>
              <a:gd name="connsiteY39" fmla="*/ 1814340 h 2911576"/>
              <a:gd name="connsiteX40" fmla="*/ 330144 w 2932774"/>
              <a:gd name="connsiteY40" fmla="*/ 1546283 h 2911576"/>
              <a:gd name="connsiteX41" fmla="*/ 333010 w 2932774"/>
              <a:gd name="connsiteY41" fmla="*/ 1450313 h 2911576"/>
              <a:gd name="connsiteX42" fmla="*/ 0 w 2932774"/>
              <a:gd name="connsiteY42" fmla="*/ 1317659 h 2911576"/>
              <a:gd name="connsiteX43" fmla="*/ 35154 w 2932774"/>
              <a:gd name="connsiteY43" fmla="*/ 1118292 h 2911576"/>
              <a:gd name="connsiteX44" fmla="*/ 405289 w 2932774"/>
              <a:gd name="connsiteY44" fmla="*/ 1107180 h 2911576"/>
              <a:gd name="connsiteX45" fmla="*/ 444695 w 2932774"/>
              <a:gd name="connsiteY45" fmla="*/ 1011372 h 2911576"/>
              <a:gd name="connsiteX46" fmla="*/ 601458 w 2932774"/>
              <a:gd name="connsiteY46" fmla="*/ 769611 h 2911576"/>
              <a:gd name="connsiteX47" fmla="*/ 622589 w 2932774"/>
              <a:gd name="connsiteY47" fmla="*/ 747913 h 2911576"/>
              <a:gd name="connsiteX48" fmla="*/ 446039 w 2932774"/>
              <a:gd name="connsiteY48" fmla="*/ 419756 h 2911576"/>
              <a:gd name="connsiteX49" fmla="*/ 601120 w 2932774"/>
              <a:gd name="connsiteY49" fmla="*/ 289627 h 2911576"/>
              <a:gd name="connsiteX50" fmla="*/ 894887 w 2932774"/>
              <a:gd name="connsiteY50" fmla="*/ 521468 h 2911576"/>
              <a:gd name="connsiteX51" fmla="*/ 1005061 w 2932774"/>
              <a:gd name="connsiteY51" fmla="*/ 460695 h 2911576"/>
              <a:gd name="connsiteX52" fmla="*/ 1159434 w 2932774"/>
              <a:gd name="connsiteY52" fmla="*/ 402668 h 2911576"/>
              <a:gd name="connsiteX53" fmla="*/ 1288857 w 2932774"/>
              <a:gd name="connsiteY53" fmla="*/ 377431 h 2911576"/>
              <a:gd name="connsiteX54" fmla="*/ 1367154 w 2932774"/>
              <a:gd name="connsiteY54" fmla="*/ 0 h 2911576"/>
              <a:gd name="connsiteX55" fmla="*/ 1569597 w 2932774"/>
              <a:gd name="connsiteY55" fmla="*/ 0 h 2911576"/>
              <a:gd name="connsiteX56" fmla="*/ 1646698 w 2932774"/>
              <a:gd name="connsiteY56" fmla="*/ 371669 h 2911576"/>
              <a:gd name="connsiteX57" fmla="*/ 1803965 w 2932774"/>
              <a:gd name="connsiteY57" fmla="*/ 402316 h 2911576"/>
              <a:gd name="connsiteX58" fmla="*/ 2008116 w 2932774"/>
              <a:gd name="connsiteY58" fmla="*/ 486582 h 2911576"/>
              <a:gd name="connsiteX59" fmla="*/ 2055596 w 2932774"/>
              <a:gd name="connsiteY59" fmla="*/ 518765 h 2911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2932774" h="2911576">
                <a:moveTo>
                  <a:pt x="2094610" y="749566"/>
                </a:moveTo>
                <a:cubicBezTo>
                  <a:pt x="1683337" y="404466"/>
                  <a:pt x="1070173" y="458111"/>
                  <a:pt x="725074" y="869385"/>
                </a:cubicBezTo>
                <a:cubicBezTo>
                  <a:pt x="379974" y="1280659"/>
                  <a:pt x="433619" y="1893822"/>
                  <a:pt x="844892" y="2238922"/>
                </a:cubicBezTo>
                <a:cubicBezTo>
                  <a:pt x="1256166" y="2584021"/>
                  <a:pt x="1869330" y="2530377"/>
                  <a:pt x="2214429" y="2119103"/>
                </a:cubicBezTo>
                <a:cubicBezTo>
                  <a:pt x="2559529" y="1707829"/>
                  <a:pt x="2505884" y="1094665"/>
                  <a:pt x="2094610" y="749566"/>
                </a:cubicBezTo>
                <a:close/>
                <a:moveTo>
                  <a:pt x="2334142" y="298936"/>
                </a:moveTo>
                <a:lnTo>
                  <a:pt x="2489223" y="429064"/>
                </a:lnTo>
                <a:lnTo>
                  <a:pt x="2320667" y="742363"/>
                </a:lnTo>
                <a:lnTo>
                  <a:pt x="2354461" y="777201"/>
                </a:lnTo>
                <a:cubicBezTo>
                  <a:pt x="2435203" y="879773"/>
                  <a:pt x="2495636" y="994236"/>
                  <a:pt x="2535311" y="1114855"/>
                </a:cubicBezTo>
                <a:lnTo>
                  <a:pt x="2536967" y="1121826"/>
                </a:lnTo>
                <a:lnTo>
                  <a:pt x="2897593" y="1132603"/>
                </a:lnTo>
                <a:lnTo>
                  <a:pt x="2932774" y="1331966"/>
                </a:lnTo>
                <a:lnTo>
                  <a:pt x="2590256" y="1468461"/>
                </a:lnTo>
                <a:lnTo>
                  <a:pt x="2591629" y="1489431"/>
                </a:lnTo>
                <a:cubicBezTo>
                  <a:pt x="2589349" y="1616619"/>
                  <a:pt x="2565870" y="1744223"/>
                  <a:pt x="2520747" y="1866501"/>
                </a:cubicBezTo>
                <a:lnTo>
                  <a:pt x="2514437" y="1879930"/>
                </a:lnTo>
                <a:lnTo>
                  <a:pt x="2803260" y="2137440"/>
                </a:lnTo>
                <a:lnTo>
                  <a:pt x="2702039" y="2312761"/>
                </a:lnTo>
                <a:lnTo>
                  <a:pt x="2334283" y="2191277"/>
                </a:lnTo>
                <a:lnTo>
                  <a:pt x="2319995" y="2211637"/>
                </a:lnTo>
                <a:cubicBezTo>
                  <a:pt x="2243832" y="2302406"/>
                  <a:pt x="2156847" y="2378603"/>
                  <a:pt x="2062648" y="2439877"/>
                </a:cubicBezTo>
                <a:lnTo>
                  <a:pt x="2003075" y="2474637"/>
                </a:lnTo>
                <a:lnTo>
                  <a:pt x="2056587" y="2842337"/>
                </a:lnTo>
                <a:lnTo>
                  <a:pt x="1866354" y="2911576"/>
                </a:lnTo>
                <a:lnTo>
                  <a:pt x="1671448" y="2596242"/>
                </a:lnTo>
                <a:lnTo>
                  <a:pt x="1548242" y="2620265"/>
                </a:lnTo>
                <a:cubicBezTo>
                  <a:pt x="1476091" y="2627302"/>
                  <a:pt x="1403408" y="2627445"/>
                  <a:pt x="1331260" y="2620591"/>
                </a:cubicBezTo>
                <a:lnTo>
                  <a:pt x="1231810" y="2601211"/>
                </a:lnTo>
                <a:lnTo>
                  <a:pt x="1049067" y="2896869"/>
                </a:lnTo>
                <a:lnTo>
                  <a:pt x="858832" y="2827631"/>
                </a:lnTo>
                <a:lnTo>
                  <a:pt x="907780" y="2491308"/>
                </a:lnTo>
                <a:lnTo>
                  <a:pt x="816874" y="2436359"/>
                </a:lnTo>
                <a:cubicBezTo>
                  <a:pt x="785477" y="2415113"/>
                  <a:pt x="754881" y="2392053"/>
                  <a:pt x="725221" y="2367165"/>
                </a:cubicBezTo>
                <a:cubicBezTo>
                  <a:pt x="695562" y="2342277"/>
                  <a:pt x="667538" y="2316150"/>
                  <a:pt x="641163" y="2288921"/>
                </a:cubicBezTo>
                <a:lnTo>
                  <a:pt x="574277" y="2212385"/>
                </a:lnTo>
                <a:lnTo>
                  <a:pt x="268562" y="2313374"/>
                </a:lnTo>
                <a:lnTo>
                  <a:pt x="167340" y="2138053"/>
                </a:lnTo>
                <a:lnTo>
                  <a:pt x="411251" y="1920587"/>
                </a:lnTo>
                <a:lnTo>
                  <a:pt x="370408" y="1814340"/>
                </a:lnTo>
                <a:cubicBezTo>
                  <a:pt x="346310" y="1727013"/>
                  <a:pt x="332834" y="1636964"/>
                  <a:pt x="330144" y="1546283"/>
                </a:cubicBezTo>
                <a:lnTo>
                  <a:pt x="333010" y="1450313"/>
                </a:lnTo>
                <a:lnTo>
                  <a:pt x="0" y="1317659"/>
                </a:lnTo>
                <a:lnTo>
                  <a:pt x="35154" y="1118292"/>
                </a:lnTo>
                <a:lnTo>
                  <a:pt x="405289" y="1107180"/>
                </a:lnTo>
                <a:lnTo>
                  <a:pt x="444695" y="1011372"/>
                </a:lnTo>
                <a:cubicBezTo>
                  <a:pt x="485787" y="926536"/>
                  <a:pt x="537987" y="845252"/>
                  <a:pt x="601458" y="769611"/>
                </a:cubicBezTo>
                <a:lnTo>
                  <a:pt x="622589" y="747913"/>
                </a:lnTo>
                <a:lnTo>
                  <a:pt x="446039" y="419756"/>
                </a:lnTo>
                <a:lnTo>
                  <a:pt x="601120" y="289627"/>
                </a:lnTo>
                <a:lnTo>
                  <a:pt x="894887" y="521468"/>
                </a:lnTo>
                <a:lnTo>
                  <a:pt x="1005061" y="460695"/>
                </a:lnTo>
                <a:cubicBezTo>
                  <a:pt x="1055317" y="437563"/>
                  <a:pt x="1106924" y="418206"/>
                  <a:pt x="1159434" y="402668"/>
                </a:cubicBezTo>
                <a:lnTo>
                  <a:pt x="1288857" y="377431"/>
                </a:lnTo>
                <a:lnTo>
                  <a:pt x="1367154" y="0"/>
                </a:lnTo>
                <a:lnTo>
                  <a:pt x="1569597" y="0"/>
                </a:lnTo>
                <a:lnTo>
                  <a:pt x="1646698" y="371669"/>
                </a:lnTo>
                <a:lnTo>
                  <a:pt x="1803965" y="402316"/>
                </a:lnTo>
                <a:cubicBezTo>
                  <a:pt x="1873976" y="423270"/>
                  <a:pt x="1942381" y="451323"/>
                  <a:pt x="2008116" y="486582"/>
                </a:cubicBezTo>
                <a:lnTo>
                  <a:pt x="2055596" y="518765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zh-CN" altLang="en-US" sz="24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íSlide"/>
          <p:cNvSpPr/>
          <p:nvPr/>
        </p:nvSpPr>
        <p:spPr>
          <a:xfrm rot="19200000">
            <a:off x="4630312" y="4407761"/>
            <a:ext cx="1780436" cy="1750771"/>
          </a:xfrm>
          <a:custGeom>
            <a:avLst/>
            <a:gdLst>
              <a:gd name="connsiteX0" fmla="*/ 2094610 w 2932774"/>
              <a:gd name="connsiteY0" fmla="*/ 749566 h 2911576"/>
              <a:gd name="connsiteX1" fmla="*/ 725074 w 2932774"/>
              <a:gd name="connsiteY1" fmla="*/ 869385 h 2911576"/>
              <a:gd name="connsiteX2" fmla="*/ 844892 w 2932774"/>
              <a:gd name="connsiteY2" fmla="*/ 2238922 h 2911576"/>
              <a:gd name="connsiteX3" fmla="*/ 2214429 w 2932774"/>
              <a:gd name="connsiteY3" fmla="*/ 2119103 h 2911576"/>
              <a:gd name="connsiteX4" fmla="*/ 2094610 w 2932774"/>
              <a:gd name="connsiteY4" fmla="*/ 749566 h 2911576"/>
              <a:gd name="connsiteX5" fmla="*/ 2334142 w 2932774"/>
              <a:gd name="connsiteY5" fmla="*/ 298936 h 2911576"/>
              <a:gd name="connsiteX6" fmla="*/ 2489223 w 2932774"/>
              <a:gd name="connsiteY6" fmla="*/ 429064 h 2911576"/>
              <a:gd name="connsiteX7" fmla="*/ 2320667 w 2932774"/>
              <a:gd name="connsiteY7" fmla="*/ 742363 h 2911576"/>
              <a:gd name="connsiteX8" fmla="*/ 2354461 w 2932774"/>
              <a:gd name="connsiteY8" fmla="*/ 777201 h 2911576"/>
              <a:gd name="connsiteX9" fmla="*/ 2535311 w 2932774"/>
              <a:gd name="connsiteY9" fmla="*/ 1114855 h 2911576"/>
              <a:gd name="connsiteX10" fmla="*/ 2536967 w 2932774"/>
              <a:gd name="connsiteY10" fmla="*/ 1121826 h 2911576"/>
              <a:gd name="connsiteX11" fmla="*/ 2897593 w 2932774"/>
              <a:gd name="connsiteY11" fmla="*/ 1132603 h 2911576"/>
              <a:gd name="connsiteX12" fmla="*/ 2932774 w 2932774"/>
              <a:gd name="connsiteY12" fmla="*/ 1331966 h 2911576"/>
              <a:gd name="connsiteX13" fmla="*/ 2590256 w 2932774"/>
              <a:gd name="connsiteY13" fmla="*/ 1468461 h 2911576"/>
              <a:gd name="connsiteX14" fmla="*/ 2591629 w 2932774"/>
              <a:gd name="connsiteY14" fmla="*/ 1489431 h 2911576"/>
              <a:gd name="connsiteX15" fmla="*/ 2520747 w 2932774"/>
              <a:gd name="connsiteY15" fmla="*/ 1866501 h 2911576"/>
              <a:gd name="connsiteX16" fmla="*/ 2514437 w 2932774"/>
              <a:gd name="connsiteY16" fmla="*/ 1879930 h 2911576"/>
              <a:gd name="connsiteX17" fmla="*/ 2803260 w 2932774"/>
              <a:gd name="connsiteY17" fmla="*/ 2137440 h 2911576"/>
              <a:gd name="connsiteX18" fmla="*/ 2702039 w 2932774"/>
              <a:gd name="connsiteY18" fmla="*/ 2312761 h 2911576"/>
              <a:gd name="connsiteX19" fmla="*/ 2334283 w 2932774"/>
              <a:gd name="connsiteY19" fmla="*/ 2191277 h 2911576"/>
              <a:gd name="connsiteX20" fmla="*/ 2319995 w 2932774"/>
              <a:gd name="connsiteY20" fmla="*/ 2211637 h 2911576"/>
              <a:gd name="connsiteX21" fmla="*/ 2062648 w 2932774"/>
              <a:gd name="connsiteY21" fmla="*/ 2439877 h 2911576"/>
              <a:gd name="connsiteX22" fmla="*/ 2003075 w 2932774"/>
              <a:gd name="connsiteY22" fmla="*/ 2474637 h 2911576"/>
              <a:gd name="connsiteX23" fmla="*/ 2056587 w 2932774"/>
              <a:gd name="connsiteY23" fmla="*/ 2842337 h 2911576"/>
              <a:gd name="connsiteX24" fmla="*/ 1866354 w 2932774"/>
              <a:gd name="connsiteY24" fmla="*/ 2911576 h 2911576"/>
              <a:gd name="connsiteX25" fmla="*/ 1671448 w 2932774"/>
              <a:gd name="connsiteY25" fmla="*/ 2596242 h 2911576"/>
              <a:gd name="connsiteX26" fmla="*/ 1548242 w 2932774"/>
              <a:gd name="connsiteY26" fmla="*/ 2620265 h 2911576"/>
              <a:gd name="connsiteX27" fmla="*/ 1331260 w 2932774"/>
              <a:gd name="connsiteY27" fmla="*/ 2620591 h 2911576"/>
              <a:gd name="connsiteX28" fmla="*/ 1231810 w 2932774"/>
              <a:gd name="connsiteY28" fmla="*/ 2601211 h 2911576"/>
              <a:gd name="connsiteX29" fmla="*/ 1049067 w 2932774"/>
              <a:gd name="connsiteY29" fmla="*/ 2896869 h 2911576"/>
              <a:gd name="connsiteX30" fmla="*/ 858832 w 2932774"/>
              <a:gd name="connsiteY30" fmla="*/ 2827631 h 2911576"/>
              <a:gd name="connsiteX31" fmla="*/ 907780 w 2932774"/>
              <a:gd name="connsiteY31" fmla="*/ 2491308 h 2911576"/>
              <a:gd name="connsiteX32" fmla="*/ 816874 w 2932774"/>
              <a:gd name="connsiteY32" fmla="*/ 2436359 h 2911576"/>
              <a:gd name="connsiteX33" fmla="*/ 725221 w 2932774"/>
              <a:gd name="connsiteY33" fmla="*/ 2367165 h 2911576"/>
              <a:gd name="connsiteX34" fmla="*/ 641163 w 2932774"/>
              <a:gd name="connsiteY34" fmla="*/ 2288921 h 2911576"/>
              <a:gd name="connsiteX35" fmla="*/ 574277 w 2932774"/>
              <a:gd name="connsiteY35" fmla="*/ 2212385 h 2911576"/>
              <a:gd name="connsiteX36" fmla="*/ 268562 w 2932774"/>
              <a:gd name="connsiteY36" fmla="*/ 2313374 h 2911576"/>
              <a:gd name="connsiteX37" fmla="*/ 167340 w 2932774"/>
              <a:gd name="connsiteY37" fmla="*/ 2138053 h 2911576"/>
              <a:gd name="connsiteX38" fmla="*/ 411251 w 2932774"/>
              <a:gd name="connsiteY38" fmla="*/ 1920587 h 2911576"/>
              <a:gd name="connsiteX39" fmla="*/ 370408 w 2932774"/>
              <a:gd name="connsiteY39" fmla="*/ 1814340 h 2911576"/>
              <a:gd name="connsiteX40" fmla="*/ 330144 w 2932774"/>
              <a:gd name="connsiteY40" fmla="*/ 1546283 h 2911576"/>
              <a:gd name="connsiteX41" fmla="*/ 333010 w 2932774"/>
              <a:gd name="connsiteY41" fmla="*/ 1450313 h 2911576"/>
              <a:gd name="connsiteX42" fmla="*/ 0 w 2932774"/>
              <a:gd name="connsiteY42" fmla="*/ 1317659 h 2911576"/>
              <a:gd name="connsiteX43" fmla="*/ 35154 w 2932774"/>
              <a:gd name="connsiteY43" fmla="*/ 1118292 h 2911576"/>
              <a:gd name="connsiteX44" fmla="*/ 405289 w 2932774"/>
              <a:gd name="connsiteY44" fmla="*/ 1107180 h 2911576"/>
              <a:gd name="connsiteX45" fmla="*/ 444695 w 2932774"/>
              <a:gd name="connsiteY45" fmla="*/ 1011372 h 2911576"/>
              <a:gd name="connsiteX46" fmla="*/ 601458 w 2932774"/>
              <a:gd name="connsiteY46" fmla="*/ 769611 h 2911576"/>
              <a:gd name="connsiteX47" fmla="*/ 622589 w 2932774"/>
              <a:gd name="connsiteY47" fmla="*/ 747913 h 2911576"/>
              <a:gd name="connsiteX48" fmla="*/ 446039 w 2932774"/>
              <a:gd name="connsiteY48" fmla="*/ 419756 h 2911576"/>
              <a:gd name="connsiteX49" fmla="*/ 601120 w 2932774"/>
              <a:gd name="connsiteY49" fmla="*/ 289627 h 2911576"/>
              <a:gd name="connsiteX50" fmla="*/ 894887 w 2932774"/>
              <a:gd name="connsiteY50" fmla="*/ 521468 h 2911576"/>
              <a:gd name="connsiteX51" fmla="*/ 1005061 w 2932774"/>
              <a:gd name="connsiteY51" fmla="*/ 460695 h 2911576"/>
              <a:gd name="connsiteX52" fmla="*/ 1159434 w 2932774"/>
              <a:gd name="connsiteY52" fmla="*/ 402668 h 2911576"/>
              <a:gd name="connsiteX53" fmla="*/ 1288857 w 2932774"/>
              <a:gd name="connsiteY53" fmla="*/ 377431 h 2911576"/>
              <a:gd name="connsiteX54" fmla="*/ 1367154 w 2932774"/>
              <a:gd name="connsiteY54" fmla="*/ 0 h 2911576"/>
              <a:gd name="connsiteX55" fmla="*/ 1569597 w 2932774"/>
              <a:gd name="connsiteY55" fmla="*/ 0 h 2911576"/>
              <a:gd name="connsiteX56" fmla="*/ 1646698 w 2932774"/>
              <a:gd name="connsiteY56" fmla="*/ 371669 h 2911576"/>
              <a:gd name="connsiteX57" fmla="*/ 1803965 w 2932774"/>
              <a:gd name="connsiteY57" fmla="*/ 402316 h 2911576"/>
              <a:gd name="connsiteX58" fmla="*/ 2008116 w 2932774"/>
              <a:gd name="connsiteY58" fmla="*/ 486582 h 2911576"/>
              <a:gd name="connsiteX59" fmla="*/ 2055596 w 2932774"/>
              <a:gd name="connsiteY59" fmla="*/ 518765 h 2911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2932774" h="2911576">
                <a:moveTo>
                  <a:pt x="2094610" y="749566"/>
                </a:moveTo>
                <a:cubicBezTo>
                  <a:pt x="1683337" y="404466"/>
                  <a:pt x="1070173" y="458111"/>
                  <a:pt x="725074" y="869385"/>
                </a:cubicBezTo>
                <a:cubicBezTo>
                  <a:pt x="379974" y="1280659"/>
                  <a:pt x="433619" y="1893822"/>
                  <a:pt x="844892" y="2238922"/>
                </a:cubicBezTo>
                <a:cubicBezTo>
                  <a:pt x="1256166" y="2584021"/>
                  <a:pt x="1869330" y="2530377"/>
                  <a:pt x="2214429" y="2119103"/>
                </a:cubicBezTo>
                <a:cubicBezTo>
                  <a:pt x="2559529" y="1707829"/>
                  <a:pt x="2505884" y="1094665"/>
                  <a:pt x="2094610" y="749566"/>
                </a:cubicBezTo>
                <a:close/>
                <a:moveTo>
                  <a:pt x="2334142" y="298936"/>
                </a:moveTo>
                <a:lnTo>
                  <a:pt x="2489223" y="429064"/>
                </a:lnTo>
                <a:lnTo>
                  <a:pt x="2320667" y="742363"/>
                </a:lnTo>
                <a:lnTo>
                  <a:pt x="2354461" y="777201"/>
                </a:lnTo>
                <a:cubicBezTo>
                  <a:pt x="2435203" y="879773"/>
                  <a:pt x="2495636" y="994236"/>
                  <a:pt x="2535311" y="1114855"/>
                </a:cubicBezTo>
                <a:lnTo>
                  <a:pt x="2536967" y="1121826"/>
                </a:lnTo>
                <a:lnTo>
                  <a:pt x="2897593" y="1132603"/>
                </a:lnTo>
                <a:lnTo>
                  <a:pt x="2932774" y="1331966"/>
                </a:lnTo>
                <a:lnTo>
                  <a:pt x="2590256" y="1468461"/>
                </a:lnTo>
                <a:lnTo>
                  <a:pt x="2591629" y="1489431"/>
                </a:lnTo>
                <a:cubicBezTo>
                  <a:pt x="2589349" y="1616619"/>
                  <a:pt x="2565870" y="1744223"/>
                  <a:pt x="2520747" y="1866501"/>
                </a:cubicBezTo>
                <a:lnTo>
                  <a:pt x="2514437" y="1879930"/>
                </a:lnTo>
                <a:lnTo>
                  <a:pt x="2803260" y="2137440"/>
                </a:lnTo>
                <a:lnTo>
                  <a:pt x="2702039" y="2312761"/>
                </a:lnTo>
                <a:lnTo>
                  <a:pt x="2334283" y="2191277"/>
                </a:lnTo>
                <a:lnTo>
                  <a:pt x="2319995" y="2211637"/>
                </a:lnTo>
                <a:cubicBezTo>
                  <a:pt x="2243832" y="2302406"/>
                  <a:pt x="2156847" y="2378603"/>
                  <a:pt x="2062648" y="2439877"/>
                </a:cubicBezTo>
                <a:lnTo>
                  <a:pt x="2003075" y="2474637"/>
                </a:lnTo>
                <a:lnTo>
                  <a:pt x="2056587" y="2842337"/>
                </a:lnTo>
                <a:lnTo>
                  <a:pt x="1866354" y="2911576"/>
                </a:lnTo>
                <a:lnTo>
                  <a:pt x="1671448" y="2596242"/>
                </a:lnTo>
                <a:lnTo>
                  <a:pt x="1548242" y="2620265"/>
                </a:lnTo>
                <a:cubicBezTo>
                  <a:pt x="1476091" y="2627302"/>
                  <a:pt x="1403408" y="2627445"/>
                  <a:pt x="1331260" y="2620591"/>
                </a:cubicBezTo>
                <a:lnTo>
                  <a:pt x="1231810" y="2601211"/>
                </a:lnTo>
                <a:lnTo>
                  <a:pt x="1049067" y="2896869"/>
                </a:lnTo>
                <a:lnTo>
                  <a:pt x="858832" y="2827631"/>
                </a:lnTo>
                <a:lnTo>
                  <a:pt x="907780" y="2491308"/>
                </a:lnTo>
                <a:lnTo>
                  <a:pt x="816874" y="2436359"/>
                </a:lnTo>
                <a:cubicBezTo>
                  <a:pt x="785477" y="2415113"/>
                  <a:pt x="754881" y="2392053"/>
                  <a:pt x="725221" y="2367165"/>
                </a:cubicBezTo>
                <a:cubicBezTo>
                  <a:pt x="695562" y="2342277"/>
                  <a:pt x="667538" y="2316150"/>
                  <a:pt x="641163" y="2288921"/>
                </a:cubicBezTo>
                <a:lnTo>
                  <a:pt x="574277" y="2212385"/>
                </a:lnTo>
                <a:lnTo>
                  <a:pt x="268562" y="2313374"/>
                </a:lnTo>
                <a:lnTo>
                  <a:pt x="167340" y="2138053"/>
                </a:lnTo>
                <a:lnTo>
                  <a:pt x="411251" y="1920587"/>
                </a:lnTo>
                <a:lnTo>
                  <a:pt x="370408" y="1814340"/>
                </a:lnTo>
                <a:cubicBezTo>
                  <a:pt x="346310" y="1727013"/>
                  <a:pt x="332834" y="1636964"/>
                  <a:pt x="330144" y="1546283"/>
                </a:cubicBezTo>
                <a:lnTo>
                  <a:pt x="333010" y="1450313"/>
                </a:lnTo>
                <a:lnTo>
                  <a:pt x="0" y="1317659"/>
                </a:lnTo>
                <a:lnTo>
                  <a:pt x="35154" y="1118292"/>
                </a:lnTo>
                <a:lnTo>
                  <a:pt x="405289" y="1107180"/>
                </a:lnTo>
                <a:lnTo>
                  <a:pt x="444695" y="1011372"/>
                </a:lnTo>
                <a:cubicBezTo>
                  <a:pt x="485787" y="926536"/>
                  <a:pt x="537987" y="845252"/>
                  <a:pt x="601458" y="769611"/>
                </a:cubicBezTo>
                <a:lnTo>
                  <a:pt x="622589" y="747913"/>
                </a:lnTo>
                <a:lnTo>
                  <a:pt x="446039" y="419756"/>
                </a:lnTo>
                <a:lnTo>
                  <a:pt x="601120" y="289627"/>
                </a:lnTo>
                <a:lnTo>
                  <a:pt x="894887" y="521468"/>
                </a:lnTo>
                <a:lnTo>
                  <a:pt x="1005061" y="460695"/>
                </a:lnTo>
                <a:cubicBezTo>
                  <a:pt x="1055317" y="437563"/>
                  <a:pt x="1106924" y="418206"/>
                  <a:pt x="1159434" y="402668"/>
                </a:cubicBezTo>
                <a:lnTo>
                  <a:pt x="1288857" y="377431"/>
                </a:lnTo>
                <a:lnTo>
                  <a:pt x="1367154" y="0"/>
                </a:lnTo>
                <a:lnTo>
                  <a:pt x="1569597" y="0"/>
                </a:lnTo>
                <a:lnTo>
                  <a:pt x="1646698" y="371669"/>
                </a:lnTo>
                <a:lnTo>
                  <a:pt x="1803965" y="402316"/>
                </a:lnTo>
                <a:cubicBezTo>
                  <a:pt x="1873976" y="423270"/>
                  <a:pt x="1942381" y="451323"/>
                  <a:pt x="2008116" y="486582"/>
                </a:cubicBezTo>
                <a:lnTo>
                  <a:pt x="2055596" y="518765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zh-CN" altLang="en-US" sz="24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iślîḑé"/>
          <p:cNvSpPr/>
          <p:nvPr/>
        </p:nvSpPr>
        <p:spPr>
          <a:xfrm rot="19200000">
            <a:off x="3576144" y="3061494"/>
            <a:ext cx="1826039" cy="1812839"/>
          </a:xfrm>
          <a:custGeom>
            <a:avLst/>
            <a:gdLst>
              <a:gd name="connsiteX0" fmla="*/ 2094610 w 2932774"/>
              <a:gd name="connsiteY0" fmla="*/ 749566 h 2911576"/>
              <a:gd name="connsiteX1" fmla="*/ 725074 w 2932774"/>
              <a:gd name="connsiteY1" fmla="*/ 869385 h 2911576"/>
              <a:gd name="connsiteX2" fmla="*/ 844892 w 2932774"/>
              <a:gd name="connsiteY2" fmla="*/ 2238922 h 2911576"/>
              <a:gd name="connsiteX3" fmla="*/ 2214429 w 2932774"/>
              <a:gd name="connsiteY3" fmla="*/ 2119103 h 2911576"/>
              <a:gd name="connsiteX4" fmla="*/ 2094610 w 2932774"/>
              <a:gd name="connsiteY4" fmla="*/ 749566 h 2911576"/>
              <a:gd name="connsiteX5" fmla="*/ 2334142 w 2932774"/>
              <a:gd name="connsiteY5" fmla="*/ 298936 h 2911576"/>
              <a:gd name="connsiteX6" fmla="*/ 2489223 w 2932774"/>
              <a:gd name="connsiteY6" fmla="*/ 429064 h 2911576"/>
              <a:gd name="connsiteX7" fmla="*/ 2320667 w 2932774"/>
              <a:gd name="connsiteY7" fmla="*/ 742363 h 2911576"/>
              <a:gd name="connsiteX8" fmla="*/ 2354461 w 2932774"/>
              <a:gd name="connsiteY8" fmla="*/ 777201 h 2911576"/>
              <a:gd name="connsiteX9" fmla="*/ 2535311 w 2932774"/>
              <a:gd name="connsiteY9" fmla="*/ 1114855 h 2911576"/>
              <a:gd name="connsiteX10" fmla="*/ 2536967 w 2932774"/>
              <a:gd name="connsiteY10" fmla="*/ 1121826 h 2911576"/>
              <a:gd name="connsiteX11" fmla="*/ 2897593 w 2932774"/>
              <a:gd name="connsiteY11" fmla="*/ 1132603 h 2911576"/>
              <a:gd name="connsiteX12" fmla="*/ 2932774 w 2932774"/>
              <a:gd name="connsiteY12" fmla="*/ 1331966 h 2911576"/>
              <a:gd name="connsiteX13" fmla="*/ 2590256 w 2932774"/>
              <a:gd name="connsiteY13" fmla="*/ 1468461 h 2911576"/>
              <a:gd name="connsiteX14" fmla="*/ 2591629 w 2932774"/>
              <a:gd name="connsiteY14" fmla="*/ 1489431 h 2911576"/>
              <a:gd name="connsiteX15" fmla="*/ 2520747 w 2932774"/>
              <a:gd name="connsiteY15" fmla="*/ 1866501 h 2911576"/>
              <a:gd name="connsiteX16" fmla="*/ 2514437 w 2932774"/>
              <a:gd name="connsiteY16" fmla="*/ 1879930 h 2911576"/>
              <a:gd name="connsiteX17" fmla="*/ 2803260 w 2932774"/>
              <a:gd name="connsiteY17" fmla="*/ 2137440 h 2911576"/>
              <a:gd name="connsiteX18" fmla="*/ 2702039 w 2932774"/>
              <a:gd name="connsiteY18" fmla="*/ 2312761 h 2911576"/>
              <a:gd name="connsiteX19" fmla="*/ 2334283 w 2932774"/>
              <a:gd name="connsiteY19" fmla="*/ 2191277 h 2911576"/>
              <a:gd name="connsiteX20" fmla="*/ 2319995 w 2932774"/>
              <a:gd name="connsiteY20" fmla="*/ 2211637 h 2911576"/>
              <a:gd name="connsiteX21" fmla="*/ 2062648 w 2932774"/>
              <a:gd name="connsiteY21" fmla="*/ 2439877 h 2911576"/>
              <a:gd name="connsiteX22" fmla="*/ 2003075 w 2932774"/>
              <a:gd name="connsiteY22" fmla="*/ 2474637 h 2911576"/>
              <a:gd name="connsiteX23" fmla="*/ 2056587 w 2932774"/>
              <a:gd name="connsiteY23" fmla="*/ 2842337 h 2911576"/>
              <a:gd name="connsiteX24" fmla="*/ 1866354 w 2932774"/>
              <a:gd name="connsiteY24" fmla="*/ 2911576 h 2911576"/>
              <a:gd name="connsiteX25" fmla="*/ 1671448 w 2932774"/>
              <a:gd name="connsiteY25" fmla="*/ 2596242 h 2911576"/>
              <a:gd name="connsiteX26" fmla="*/ 1548242 w 2932774"/>
              <a:gd name="connsiteY26" fmla="*/ 2620265 h 2911576"/>
              <a:gd name="connsiteX27" fmla="*/ 1331260 w 2932774"/>
              <a:gd name="connsiteY27" fmla="*/ 2620591 h 2911576"/>
              <a:gd name="connsiteX28" fmla="*/ 1231810 w 2932774"/>
              <a:gd name="connsiteY28" fmla="*/ 2601211 h 2911576"/>
              <a:gd name="connsiteX29" fmla="*/ 1049067 w 2932774"/>
              <a:gd name="connsiteY29" fmla="*/ 2896869 h 2911576"/>
              <a:gd name="connsiteX30" fmla="*/ 858832 w 2932774"/>
              <a:gd name="connsiteY30" fmla="*/ 2827631 h 2911576"/>
              <a:gd name="connsiteX31" fmla="*/ 907780 w 2932774"/>
              <a:gd name="connsiteY31" fmla="*/ 2491308 h 2911576"/>
              <a:gd name="connsiteX32" fmla="*/ 816874 w 2932774"/>
              <a:gd name="connsiteY32" fmla="*/ 2436359 h 2911576"/>
              <a:gd name="connsiteX33" fmla="*/ 725221 w 2932774"/>
              <a:gd name="connsiteY33" fmla="*/ 2367165 h 2911576"/>
              <a:gd name="connsiteX34" fmla="*/ 641163 w 2932774"/>
              <a:gd name="connsiteY34" fmla="*/ 2288921 h 2911576"/>
              <a:gd name="connsiteX35" fmla="*/ 574277 w 2932774"/>
              <a:gd name="connsiteY35" fmla="*/ 2212385 h 2911576"/>
              <a:gd name="connsiteX36" fmla="*/ 268562 w 2932774"/>
              <a:gd name="connsiteY36" fmla="*/ 2313374 h 2911576"/>
              <a:gd name="connsiteX37" fmla="*/ 167340 w 2932774"/>
              <a:gd name="connsiteY37" fmla="*/ 2138053 h 2911576"/>
              <a:gd name="connsiteX38" fmla="*/ 411251 w 2932774"/>
              <a:gd name="connsiteY38" fmla="*/ 1920587 h 2911576"/>
              <a:gd name="connsiteX39" fmla="*/ 370408 w 2932774"/>
              <a:gd name="connsiteY39" fmla="*/ 1814340 h 2911576"/>
              <a:gd name="connsiteX40" fmla="*/ 330144 w 2932774"/>
              <a:gd name="connsiteY40" fmla="*/ 1546283 h 2911576"/>
              <a:gd name="connsiteX41" fmla="*/ 333010 w 2932774"/>
              <a:gd name="connsiteY41" fmla="*/ 1450313 h 2911576"/>
              <a:gd name="connsiteX42" fmla="*/ 0 w 2932774"/>
              <a:gd name="connsiteY42" fmla="*/ 1317659 h 2911576"/>
              <a:gd name="connsiteX43" fmla="*/ 35154 w 2932774"/>
              <a:gd name="connsiteY43" fmla="*/ 1118292 h 2911576"/>
              <a:gd name="connsiteX44" fmla="*/ 405289 w 2932774"/>
              <a:gd name="connsiteY44" fmla="*/ 1107180 h 2911576"/>
              <a:gd name="connsiteX45" fmla="*/ 444695 w 2932774"/>
              <a:gd name="connsiteY45" fmla="*/ 1011372 h 2911576"/>
              <a:gd name="connsiteX46" fmla="*/ 601458 w 2932774"/>
              <a:gd name="connsiteY46" fmla="*/ 769611 h 2911576"/>
              <a:gd name="connsiteX47" fmla="*/ 622589 w 2932774"/>
              <a:gd name="connsiteY47" fmla="*/ 747913 h 2911576"/>
              <a:gd name="connsiteX48" fmla="*/ 446039 w 2932774"/>
              <a:gd name="connsiteY48" fmla="*/ 419756 h 2911576"/>
              <a:gd name="connsiteX49" fmla="*/ 601120 w 2932774"/>
              <a:gd name="connsiteY49" fmla="*/ 289627 h 2911576"/>
              <a:gd name="connsiteX50" fmla="*/ 894887 w 2932774"/>
              <a:gd name="connsiteY50" fmla="*/ 521468 h 2911576"/>
              <a:gd name="connsiteX51" fmla="*/ 1005061 w 2932774"/>
              <a:gd name="connsiteY51" fmla="*/ 460695 h 2911576"/>
              <a:gd name="connsiteX52" fmla="*/ 1159434 w 2932774"/>
              <a:gd name="connsiteY52" fmla="*/ 402668 h 2911576"/>
              <a:gd name="connsiteX53" fmla="*/ 1288857 w 2932774"/>
              <a:gd name="connsiteY53" fmla="*/ 377431 h 2911576"/>
              <a:gd name="connsiteX54" fmla="*/ 1367154 w 2932774"/>
              <a:gd name="connsiteY54" fmla="*/ 0 h 2911576"/>
              <a:gd name="connsiteX55" fmla="*/ 1569597 w 2932774"/>
              <a:gd name="connsiteY55" fmla="*/ 0 h 2911576"/>
              <a:gd name="connsiteX56" fmla="*/ 1646698 w 2932774"/>
              <a:gd name="connsiteY56" fmla="*/ 371669 h 2911576"/>
              <a:gd name="connsiteX57" fmla="*/ 1803965 w 2932774"/>
              <a:gd name="connsiteY57" fmla="*/ 402316 h 2911576"/>
              <a:gd name="connsiteX58" fmla="*/ 2008116 w 2932774"/>
              <a:gd name="connsiteY58" fmla="*/ 486582 h 2911576"/>
              <a:gd name="connsiteX59" fmla="*/ 2055596 w 2932774"/>
              <a:gd name="connsiteY59" fmla="*/ 518765 h 2911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2932774" h="2911576">
                <a:moveTo>
                  <a:pt x="2094610" y="749566"/>
                </a:moveTo>
                <a:cubicBezTo>
                  <a:pt x="1683337" y="404466"/>
                  <a:pt x="1070173" y="458111"/>
                  <a:pt x="725074" y="869385"/>
                </a:cubicBezTo>
                <a:cubicBezTo>
                  <a:pt x="379974" y="1280659"/>
                  <a:pt x="433619" y="1893822"/>
                  <a:pt x="844892" y="2238922"/>
                </a:cubicBezTo>
                <a:cubicBezTo>
                  <a:pt x="1256166" y="2584021"/>
                  <a:pt x="1869330" y="2530377"/>
                  <a:pt x="2214429" y="2119103"/>
                </a:cubicBezTo>
                <a:cubicBezTo>
                  <a:pt x="2559529" y="1707829"/>
                  <a:pt x="2505884" y="1094665"/>
                  <a:pt x="2094610" y="749566"/>
                </a:cubicBezTo>
                <a:close/>
                <a:moveTo>
                  <a:pt x="2334142" y="298936"/>
                </a:moveTo>
                <a:lnTo>
                  <a:pt x="2489223" y="429064"/>
                </a:lnTo>
                <a:lnTo>
                  <a:pt x="2320667" y="742363"/>
                </a:lnTo>
                <a:lnTo>
                  <a:pt x="2354461" y="777201"/>
                </a:lnTo>
                <a:cubicBezTo>
                  <a:pt x="2435203" y="879773"/>
                  <a:pt x="2495636" y="994236"/>
                  <a:pt x="2535311" y="1114855"/>
                </a:cubicBezTo>
                <a:lnTo>
                  <a:pt x="2536967" y="1121826"/>
                </a:lnTo>
                <a:lnTo>
                  <a:pt x="2897593" y="1132603"/>
                </a:lnTo>
                <a:lnTo>
                  <a:pt x="2932774" y="1331966"/>
                </a:lnTo>
                <a:lnTo>
                  <a:pt x="2590256" y="1468461"/>
                </a:lnTo>
                <a:lnTo>
                  <a:pt x="2591629" y="1489431"/>
                </a:lnTo>
                <a:cubicBezTo>
                  <a:pt x="2589349" y="1616619"/>
                  <a:pt x="2565870" y="1744223"/>
                  <a:pt x="2520747" y="1866501"/>
                </a:cubicBezTo>
                <a:lnTo>
                  <a:pt x="2514437" y="1879930"/>
                </a:lnTo>
                <a:lnTo>
                  <a:pt x="2803260" y="2137440"/>
                </a:lnTo>
                <a:lnTo>
                  <a:pt x="2702039" y="2312761"/>
                </a:lnTo>
                <a:lnTo>
                  <a:pt x="2334283" y="2191277"/>
                </a:lnTo>
                <a:lnTo>
                  <a:pt x="2319995" y="2211637"/>
                </a:lnTo>
                <a:cubicBezTo>
                  <a:pt x="2243832" y="2302406"/>
                  <a:pt x="2156847" y="2378603"/>
                  <a:pt x="2062648" y="2439877"/>
                </a:cubicBezTo>
                <a:lnTo>
                  <a:pt x="2003075" y="2474637"/>
                </a:lnTo>
                <a:lnTo>
                  <a:pt x="2056587" y="2842337"/>
                </a:lnTo>
                <a:lnTo>
                  <a:pt x="1866354" y="2911576"/>
                </a:lnTo>
                <a:lnTo>
                  <a:pt x="1671448" y="2596242"/>
                </a:lnTo>
                <a:lnTo>
                  <a:pt x="1548242" y="2620265"/>
                </a:lnTo>
                <a:cubicBezTo>
                  <a:pt x="1476091" y="2627302"/>
                  <a:pt x="1403408" y="2627445"/>
                  <a:pt x="1331260" y="2620591"/>
                </a:cubicBezTo>
                <a:lnTo>
                  <a:pt x="1231810" y="2601211"/>
                </a:lnTo>
                <a:lnTo>
                  <a:pt x="1049067" y="2896869"/>
                </a:lnTo>
                <a:lnTo>
                  <a:pt x="858832" y="2827631"/>
                </a:lnTo>
                <a:lnTo>
                  <a:pt x="907780" y="2491308"/>
                </a:lnTo>
                <a:lnTo>
                  <a:pt x="816874" y="2436359"/>
                </a:lnTo>
                <a:cubicBezTo>
                  <a:pt x="785477" y="2415113"/>
                  <a:pt x="754881" y="2392053"/>
                  <a:pt x="725221" y="2367165"/>
                </a:cubicBezTo>
                <a:cubicBezTo>
                  <a:pt x="695562" y="2342277"/>
                  <a:pt x="667538" y="2316150"/>
                  <a:pt x="641163" y="2288921"/>
                </a:cubicBezTo>
                <a:lnTo>
                  <a:pt x="574277" y="2212385"/>
                </a:lnTo>
                <a:lnTo>
                  <a:pt x="268562" y="2313374"/>
                </a:lnTo>
                <a:lnTo>
                  <a:pt x="167340" y="2138053"/>
                </a:lnTo>
                <a:lnTo>
                  <a:pt x="411251" y="1920587"/>
                </a:lnTo>
                <a:lnTo>
                  <a:pt x="370408" y="1814340"/>
                </a:lnTo>
                <a:cubicBezTo>
                  <a:pt x="346310" y="1727013"/>
                  <a:pt x="332834" y="1636964"/>
                  <a:pt x="330144" y="1546283"/>
                </a:cubicBezTo>
                <a:lnTo>
                  <a:pt x="333010" y="1450313"/>
                </a:lnTo>
                <a:lnTo>
                  <a:pt x="0" y="1317659"/>
                </a:lnTo>
                <a:lnTo>
                  <a:pt x="35154" y="1118292"/>
                </a:lnTo>
                <a:lnTo>
                  <a:pt x="405289" y="1107180"/>
                </a:lnTo>
                <a:lnTo>
                  <a:pt x="444695" y="1011372"/>
                </a:lnTo>
                <a:cubicBezTo>
                  <a:pt x="485787" y="926536"/>
                  <a:pt x="537987" y="845252"/>
                  <a:pt x="601458" y="769611"/>
                </a:cubicBezTo>
                <a:lnTo>
                  <a:pt x="622589" y="747913"/>
                </a:lnTo>
                <a:lnTo>
                  <a:pt x="446039" y="419756"/>
                </a:lnTo>
                <a:lnTo>
                  <a:pt x="601120" y="289627"/>
                </a:lnTo>
                <a:lnTo>
                  <a:pt x="894887" y="521468"/>
                </a:lnTo>
                <a:lnTo>
                  <a:pt x="1005061" y="460695"/>
                </a:lnTo>
                <a:cubicBezTo>
                  <a:pt x="1055317" y="437563"/>
                  <a:pt x="1106924" y="418206"/>
                  <a:pt x="1159434" y="402668"/>
                </a:cubicBezTo>
                <a:lnTo>
                  <a:pt x="1288857" y="377431"/>
                </a:lnTo>
                <a:lnTo>
                  <a:pt x="1367154" y="0"/>
                </a:lnTo>
                <a:lnTo>
                  <a:pt x="1569597" y="0"/>
                </a:lnTo>
                <a:lnTo>
                  <a:pt x="1646698" y="371669"/>
                </a:lnTo>
                <a:lnTo>
                  <a:pt x="1803965" y="402316"/>
                </a:lnTo>
                <a:cubicBezTo>
                  <a:pt x="1873976" y="423270"/>
                  <a:pt x="1942381" y="451323"/>
                  <a:pt x="2008116" y="486582"/>
                </a:cubicBezTo>
                <a:lnTo>
                  <a:pt x="2055596" y="518765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zh-CN" altLang="en-US" sz="24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1" name="ïş1îdè"/>
          <p:cNvSpPr/>
          <p:nvPr/>
        </p:nvSpPr>
        <p:spPr bwMode="auto">
          <a:xfrm>
            <a:off x="6414702" y="3860104"/>
            <a:ext cx="325827" cy="310737"/>
          </a:xfrm>
          <a:custGeom>
            <a:avLst/>
            <a:gdLst>
              <a:gd name="connsiteX0" fmla="*/ 315778 w 607639"/>
              <a:gd name="connsiteY0" fmla="*/ 173080 h 579502"/>
              <a:gd name="connsiteX1" fmla="*/ 315778 w 607639"/>
              <a:gd name="connsiteY1" fmla="*/ 266058 h 579502"/>
              <a:gd name="connsiteX2" fmla="*/ 303493 w 607639"/>
              <a:gd name="connsiteY2" fmla="*/ 278325 h 579502"/>
              <a:gd name="connsiteX3" fmla="*/ 210375 w 607639"/>
              <a:gd name="connsiteY3" fmla="*/ 278325 h 579502"/>
              <a:gd name="connsiteX4" fmla="*/ 303493 w 607639"/>
              <a:gd name="connsiteY4" fmla="*/ 359925 h 579502"/>
              <a:gd name="connsiteX5" fmla="*/ 397500 w 607639"/>
              <a:gd name="connsiteY5" fmla="*/ 266058 h 579502"/>
              <a:gd name="connsiteX6" fmla="*/ 315778 w 607639"/>
              <a:gd name="connsiteY6" fmla="*/ 173080 h 579502"/>
              <a:gd name="connsiteX7" fmla="*/ 249814 w 607639"/>
              <a:gd name="connsiteY7" fmla="*/ 160816 h 579502"/>
              <a:gd name="connsiteX8" fmla="*/ 198110 w 607639"/>
              <a:gd name="connsiteY8" fmla="*/ 212449 h 579502"/>
              <a:gd name="connsiteX9" fmla="*/ 249814 w 607639"/>
              <a:gd name="connsiteY9" fmla="*/ 212449 h 579502"/>
              <a:gd name="connsiteX10" fmla="*/ 303493 w 607639"/>
              <a:gd name="connsiteY10" fmla="*/ 147835 h 579502"/>
              <a:gd name="connsiteX11" fmla="*/ 421981 w 607639"/>
              <a:gd name="connsiteY11" fmla="*/ 266058 h 579502"/>
              <a:gd name="connsiteX12" fmla="*/ 303493 w 607639"/>
              <a:gd name="connsiteY12" fmla="*/ 384370 h 579502"/>
              <a:gd name="connsiteX13" fmla="*/ 185093 w 607639"/>
              <a:gd name="connsiteY13" fmla="*/ 266058 h 579502"/>
              <a:gd name="connsiteX14" fmla="*/ 197289 w 607639"/>
              <a:gd name="connsiteY14" fmla="*/ 253880 h 579502"/>
              <a:gd name="connsiteX15" fmla="*/ 291297 w 607639"/>
              <a:gd name="connsiteY15" fmla="*/ 253880 h 579502"/>
              <a:gd name="connsiteX16" fmla="*/ 291297 w 607639"/>
              <a:gd name="connsiteY16" fmla="*/ 160013 h 579502"/>
              <a:gd name="connsiteX17" fmla="*/ 303493 w 607639"/>
              <a:gd name="connsiteY17" fmla="*/ 147835 h 579502"/>
              <a:gd name="connsiteX18" fmla="*/ 262095 w 607639"/>
              <a:gd name="connsiteY18" fmla="*/ 135133 h 579502"/>
              <a:gd name="connsiteX19" fmla="*/ 274287 w 607639"/>
              <a:gd name="connsiteY19" fmla="*/ 147397 h 579502"/>
              <a:gd name="connsiteX20" fmla="*/ 274287 w 607639"/>
              <a:gd name="connsiteY20" fmla="*/ 224713 h 579502"/>
              <a:gd name="connsiteX21" fmla="*/ 262095 w 607639"/>
              <a:gd name="connsiteY21" fmla="*/ 236888 h 579502"/>
              <a:gd name="connsiteX22" fmla="*/ 184672 w 607639"/>
              <a:gd name="connsiteY22" fmla="*/ 236888 h 579502"/>
              <a:gd name="connsiteX23" fmla="*/ 172391 w 607639"/>
              <a:gd name="connsiteY23" fmla="*/ 224713 h 579502"/>
              <a:gd name="connsiteX24" fmla="*/ 262095 w 607639"/>
              <a:gd name="connsiteY24" fmla="*/ 135133 h 579502"/>
              <a:gd name="connsiteX25" fmla="*/ 58120 w 607639"/>
              <a:gd name="connsiteY25" fmla="*/ 108514 h 579502"/>
              <a:gd name="connsiteX26" fmla="*/ 58120 w 607639"/>
              <a:gd name="connsiteY26" fmla="*/ 413970 h 579502"/>
              <a:gd name="connsiteX27" fmla="*/ 549430 w 607639"/>
              <a:gd name="connsiteY27" fmla="*/ 413970 h 579502"/>
              <a:gd name="connsiteX28" fmla="*/ 549430 w 607639"/>
              <a:gd name="connsiteY28" fmla="*/ 108514 h 579502"/>
              <a:gd name="connsiteX29" fmla="*/ 27236 w 607639"/>
              <a:gd name="connsiteY29" fmla="*/ 56079 h 579502"/>
              <a:gd name="connsiteX30" fmla="*/ 27236 w 607639"/>
              <a:gd name="connsiteY30" fmla="*/ 81319 h 579502"/>
              <a:gd name="connsiteX31" fmla="*/ 580403 w 607639"/>
              <a:gd name="connsiteY31" fmla="*/ 81319 h 579502"/>
              <a:gd name="connsiteX32" fmla="*/ 580403 w 607639"/>
              <a:gd name="connsiteY32" fmla="*/ 56079 h 579502"/>
              <a:gd name="connsiteX33" fmla="*/ 303775 w 607639"/>
              <a:gd name="connsiteY33" fmla="*/ 0 h 579502"/>
              <a:gd name="connsiteX34" fmla="*/ 317393 w 607639"/>
              <a:gd name="connsiteY34" fmla="*/ 13597 h 579502"/>
              <a:gd name="connsiteX35" fmla="*/ 317393 w 607639"/>
              <a:gd name="connsiteY35" fmla="*/ 28884 h 579502"/>
              <a:gd name="connsiteX36" fmla="*/ 580403 w 607639"/>
              <a:gd name="connsiteY36" fmla="*/ 28884 h 579502"/>
              <a:gd name="connsiteX37" fmla="*/ 607639 w 607639"/>
              <a:gd name="connsiteY37" fmla="*/ 56079 h 579502"/>
              <a:gd name="connsiteX38" fmla="*/ 607639 w 607639"/>
              <a:gd name="connsiteY38" fmla="*/ 81319 h 579502"/>
              <a:gd name="connsiteX39" fmla="*/ 580403 w 607639"/>
              <a:gd name="connsiteY39" fmla="*/ 108514 h 579502"/>
              <a:gd name="connsiteX40" fmla="*/ 576665 w 607639"/>
              <a:gd name="connsiteY40" fmla="*/ 108514 h 579502"/>
              <a:gd name="connsiteX41" fmla="*/ 576665 w 607639"/>
              <a:gd name="connsiteY41" fmla="*/ 413970 h 579502"/>
              <a:gd name="connsiteX42" fmla="*/ 549430 w 607639"/>
              <a:gd name="connsiteY42" fmla="*/ 441165 h 579502"/>
              <a:gd name="connsiteX43" fmla="*/ 317393 w 607639"/>
              <a:gd name="connsiteY43" fmla="*/ 441165 h 579502"/>
              <a:gd name="connsiteX44" fmla="*/ 317393 w 607639"/>
              <a:gd name="connsiteY44" fmla="*/ 481069 h 579502"/>
              <a:gd name="connsiteX45" fmla="*/ 418236 w 607639"/>
              <a:gd name="connsiteY45" fmla="*/ 554923 h 579502"/>
              <a:gd name="connsiteX46" fmla="*/ 421173 w 607639"/>
              <a:gd name="connsiteY46" fmla="*/ 573942 h 579502"/>
              <a:gd name="connsiteX47" fmla="*/ 410225 w 607639"/>
              <a:gd name="connsiteY47" fmla="*/ 579452 h 579502"/>
              <a:gd name="connsiteX48" fmla="*/ 402215 w 607639"/>
              <a:gd name="connsiteY48" fmla="*/ 576874 h 579502"/>
              <a:gd name="connsiteX49" fmla="*/ 317393 w 607639"/>
              <a:gd name="connsiteY49" fmla="*/ 514752 h 579502"/>
              <a:gd name="connsiteX50" fmla="*/ 317393 w 607639"/>
              <a:gd name="connsiteY50" fmla="*/ 565854 h 579502"/>
              <a:gd name="connsiteX51" fmla="*/ 303775 w 607639"/>
              <a:gd name="connsiteY51" fmla="*/ 579452 h 579502"/>
              <a:gd name="connsiteX52" fmla="*/ 290157 w 607639"/>
              <a:gd name="connsiteY52" fmla="*/ 565854 h 579502"/>
              <a:gd name="connsiteX53" fmla="*/ 290157 w 607639"/>
              <a:gd name="connsiteY53" fmla="*/ 514752 h 579502"/>
              <a:gd name="connsiteX54" fmla="*/ 205424 w 607639"/>
              <a:gd name="connsiteY54" fmla="*/ 576874 h 579502"/>
              <a:gd name="connsiteX55" fmla="*/ 186377 w 607639"/>
              <a:gd name="connsiteY55" fmla="*/ 573942 h 579502"/>
              <a:gd name="connsiteX56" fmla="*/ 189314 w 607639"/>
              <a:gd name="connsiteY56" fmla="*/ 554923 h 579502"/>
              <a:gd name="connsiteX57" fmla="*/ 290157 w 607639"/>
              <a:gd name="connsiteY57" fmla="*/ 481069 h 579502"/>
              <a:gd name="connsiteX58" fmla="*/ 290157 w 607639"/>
              <a:gd name="connsiteY58" fmla="*/ 441165 h 579502"/>
              <a:gd name="connsiteX59" fmla="*/ 58120 w 607639"/>
              <a:gd name="connsiteY59" fmla="*/ 441165 h 579502"/>
              <a:gd name="connsiteX60" fmla="*/ 30885 w 607639"/>
              <a:gd name="connsiteY60" fmla="*/ 413970 h 579502"/>
              <a:gd name="connsiteX61" fmla="*/ 30885 w 607639"/>
              <a:gd name="connsiteY61" fmla="*/ 108514 h 579502"/>
              <a:gd name="connsiteX62" fmla="*/ 27236 w 607639"/>
              <a:gd name="connsiteY62" fmla="*/ 108514 h 579502"/>
              <a:gd name="connsiteX63" fmla="*/ 0 w 607639"/>
              <a:gd name="connsiteY63" fmla="*/ 81319 h 579502"/>
              <a:gd name="connsiteX64" fmla="*/ 0 w 607639"/>
              <a:gd name="connsiteY64" fmla="*/ 56079 h 579502"/>
              <a:gd name="connsiteX65" fmla="*/ 27236 w 607639"/>
              <a:gd name="connsiteY65" fmla="*/ 28884 h 579502"/>
              <a:gd name="connsiteX66" fmla="*/ 290157 w 607639"/>
              <a:gd name="connsiteY66" fmla="*/ 28884 h 579502"/>
              <a:gd name="connsiteX67" fmla="*/ 290157 w 607639"/>
              <a:gd name="connsiteY67" fmla="*/ 13597 h 579502"/>
              <a:gd name="connsiteX68" fmla="*/ 303775 w 607639"/>
              <a:gd name="connsiteY68" fmla="*/ 0 h 579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607639" h="579502">
                <a:moveTo>
                  <a:pt x="315778" y="173080"/>
                </a:moveTo>
                <a:lnTo>
                  <a:pt x="315778" y="266058"/>
                </a:lnTo>
                <a:cubicBezTo>
                  <a:pt x="315778" y="272814"/>
                  <a:pt x="310258" y="278325"/>
                  <a:pt x="303493" y="278325"/>
                </a:cubicBezTo>
                <a:lnTo>
                  <a:pt x="210375" y="278325"/>
                </a:lnTo>
                <a:cubicBezTo>
                  <a:pt x="216429" y="324281"/>
                  <a:pt x="255866" y="359925"/>
                  <a:pt x="303493" y="359925"/>
                </a:cubicBezTo>
                <a:cubicBezTo>
                  <a:pt x="355303" y="359925"/>
                  <a:pt x="397500" y="317792"/>
                  <a:pt x="397500" y="266058"/>
                </a:cubicBezTo>
                <a:cubicBezTo>
                  <a:pt x="397500" y="218502"/>
                  <a:pt x="361802" y="179124"/>
                  <a:pt x="315778" y="173080"/>
                </a:cubicBezTo>
                <a:close/>
                <a:moveTo>
                  <a:pt x="249814" y="160816"/>
                </a:moveTo>
                <a:cubicBezTo>
                  <a:pt x="223740" y="165793"/>
                  <a:pt x="203093" y="186410"/>
                  <a:pt x="198110" y="212449"/>
                </a:cubicBezTo>
                <a:lnTo>
                  <a:pt x="249814" y="212449"/>
                </a:lnTo>
                <a:close/>
                <a:moveTo>
                  <a:pt x="303493" y="147835"/>
                </a:moveTo>
                <a:cubicBezTo>
                  <a:pt x="368835" y="147835"/>
                  <a:pt x="421981" y="200902"/>
                  <a:pt x="421981" y="266058"/>
                </a:cubicBezTo>
                <a:cubicBezTo>
                  <a:pt x="421981" y="331303"/>
                  <a:pt x="368835" y="384370"/>
                  <a:pt x="303493" y="384370"/>
                </a:cubicBezTo>
                <a:cubicBezTo>
                  <a:pt x="238239" y="384370"/>
                  <a:pt x="185093" y="331303"/>
                  <a:pt x="185093" y="266058"/>
                </a:cubicBezTo>
                <a:cubicBezTo>
                  <a:pt x="185093" y="259303"/>
                  <a:pt x="190523" y="253880"/>
                  <a:pt x="197289" y="253880"/>
                </a:cubicBezTo>
                <a:lnTo>
                  <a:pt x="291297" y="253880"/>
                </a:lnTo>
                <a:lnTo>
                  <a:pt x="291297" y="160013"/>
                </a:lnTo>
                <a:cubicBezTo>
                  <a:pt x="291297" y="153257"/>
                  <a:pt x="296727" y="147835"/>
                  <a:pt x="303493" y="147835"/>
                </a:cubicBezTo>
                <a:close/>
                <a:moveTo>
                  <a:pt x="262095" y="135133"/>
                </a:moveTo>
                <a:cubicBezTo>
                  <a:pt x="268859" y="135133"/>
                  <a:pt x="274287" y="140643"/>
                  <a:pt x="274287" y="147397"/>
                </a:cubicBezTo>
                <a:lnTo>
                  <a:pt x="274287" y="224713"/>
                </a:lnTo>
                <a:cubicBezTo>
                  <a:pt x="274287" y="231467"/>
                  <a:pt x="268859" y="236888"/>
                  <a:pt x="262095" y="236888"/>
                </a:cubicBezTo>
                <a:lnTo>
                  <a:pt x="184672" y="236888"/>
                </a:lnTo>
                <a:cubicBezTo>
                  <a:pt x="177909" y="236888"/>
                  <a:pt x="172391" y="231467"/>
                  <a:pt x="172391" y="224713"/>
                </a:cubicBezTo>
                <a:cubicBezTo>
                  <a:pt x="172391" y="175302"/>
                  <a:pt x="212616" y="135133"/>
                  <a:pt x="262095" y="135133"/>
                </a:cubicBezTo>
                <a:close/>
                <a:moveTo>
                  <a:pt x="58120" y="108514"/>
                </a:moveTo>
                <a:lnTo>
                  <a:pt x="58120" y="413970"/>
                </a:lnTo>
                <a:lnTo>
                  <a:pt x="549430" y="413970"/>
                </a:lnTo>
                <a:lnTo>
                  <a:pt x="549430" y="108514"/>
                </a:lnTo>
                <a:close/>
                <a:moveTo>
                  <a:pt x="27236" y="56079"/>
                </a:moveTo>
                <a:lnTo>
                  <a:pt x="27236" y="81319"/>
                </a:lnTo>
                <a:lnTo>
                  <a:pt x="580403" y="81319"/>
                </a:lnTo>
                <a:lnTo>
                  <a:pt x="580403" y="56079"/>
                </a:lnTo>
                <a:close/>
                <a:moveTo>
                  <a:pt x="303775" y="0"/>
                </a:moveTo>
                <a:cubicBezTo>
                  <a:pt x="311341" y="0"/>
                  <a:pt x="317393" y="6132"/>
                  <a:pt x="317393" y="13597"/>
                </a:cubicBezTo>
                <a:lnTo>
                  <a:pt x="317393" y="28884"/>
                </a:lnTo>
                <a:lnTo>
                  <a:pt x="580403" y="28884"/>
                </a:lnTo>
                <a:cubicBezTo>
                  <a:pt x="595356" y="28884"/>
                  <a:pt x="607639" y="41148"/>
                  <a:pt x="607639" y="56079"/>
                </a:cubicBezTo>
                <a:lnTo>
                  <a:pt x="607639" y="81319"/>
                </a:lnTo>
                <a:cubicBezTo>
                  <a:pt x="607639" y="96338"/>
                  <a:pt x="595356" y="108514"/>
                  <a:pt x="580403" y="108514"/>
                </a:cubicBezTo>
                <a:lnTo>
                  <a:pt x="576665" y="108514"/>
                </a:lnTo>
                <a:lnTo>
                  <a:pt x="576665" y="413970"/>
                </a:lnTo>
                <a:cubicBezTo>
                  <a:pt x="576665" y="428990"/>
                  <a:pt x="564472" y="441165"/>
                  <a:pt x="549430" y="441165"/>
                </a:cubicBezTo>
                <a:lnTo>
                  <a:pt x="317393" y="441165"/>
                </a:lnTo>
                <a:lnTo>
                  <a:pt x="317393" y="481069"/>
                </a:lnTo>
                <a:lnTo>
                  <a:pt x="418236" y="554923"/>
                </a:lnTo>
                <a:cubicBezTo>
                  <a:pt x="424377" y="559366"/>
                  <a:pt x="425623" y="567898"/>
                  <a:pt x="421173" y="573942"/>
                </a:cubicBezTo>
                <a:cubicBezTo>
                  <a:pt x="418503" y="577585"/>
                  <a:pt x="414409" y="579452"/>
                  <a:pt x="410225" y="579452"/>
                </a:cubicBezTo>
                <a:cubicBezTo>
                  <a:pt x="407466" y="579452"/>
                  <a:pt x="404618" y="578652"/>
                  <a:pt x="402215" y="576874"/>
                </a:cubicBezTo>
                <a:lnTo>
                  <a:pt x="317393" y="514752"/>
                </a:lnTo>
                <a:lnTo>
                  <a:pt x="317393" y="565854"/>
                </a:lnTo>
                <a:cubicBezTo>
                  <a:pt x="317393" y="573408"/>
                  <a:pt x="311341" y="579452"/>
                  <a:pt x="303775" y="579452"/>
                </a:cubicBezTo>
                <a:cubicBezTo>
                  <a:pt x="296299" y="579452"/>
                  <a:pt x="290157" y="573408"/>
                  <a:pt x="290157" y="565854"/>
                </a:cubicBezTo>
                <a:lnTo>
                  <a:pt x="290157" y="514752"/>
                </a:lnTo>
                <a:lnTo>
                  <a:pt x="205424" y="576874"/>
                </a:lnTo>
                <a:cubicBezTo>
                  <a:pt x="199372" y="581318"/>
                  <a:pt x="190827" y="579985"/>
                  <a:pt x="186377" y="573942"/>
                </a:cubicBezTo>
                <a:cubicBezTo>
                  <a:pt x="181927" y="567898"/>
                  <a:pt x="183262" y="559366"/>
                  <a:pt x="189314" y="554923"/>
                </a:cubicBezTo>
                <a:lnTo>
                  <a:pt x="290157" y="481069"/>
                </a:lnTo>
                <a:lnTo>
                  <a:pt x="290157" y="441165"/>
                </a:lnTo>
                <a:lnTo>
                  <a:pt x="58120" y="441165"/>
                </a:lnTo>
                <a:cubicBezTo>
                  <a:pt x="43167" y="441165"/>
                  <a:pt x="30885" y="428990"/>
                  <a:pt x="30885" y="413970"/>
                </a:cubicBezTo>
                <a:lnTo>
                  <a:pt x="30885" y="108514"/>
                </a:lnTo>
                <a:lnTo>
                  <a:pt x="27236" y="108514"/>
                </a:lnTo>
                <a:cubicBezTo>
                  <a:pt x="12194" y="108514"/>
                  <a:pt x="0" y="96338"/>
                  <a:pt x="0" y="81319"/>
                </a:cubicBezTo>
                <a:lnTo>
                  <a:pt x="0" y="56079"/>
                </a:lnTo>
                <a:cubicBezTo>
                  <a:pt x="0" y="41148"/>
                  <a:pt x="12194" y="28884"/>
                  <a:pt x="27236" y="28884"/>
                </a:cubicBezTo>
                <a:lnTo>
                  <a:pt x="290157" y="28884"/>
                </a:lnTo>
                <a:lnTo>
                  <a:pt x="290157" y="13597"/>
                </a:lnTo>
                <a:cubicBezTo>
                  <a:pt x="290157" y="6132"/>
                  <a:pt x="296299" y="0"/>
                  <a:pt x="303775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vert="horz" wrap="square" lIns="243776" tIns="121888" rIns="243776" bIns="121888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/>
            <a:endParaRPr lang="en-US" sz="9595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9" name="íṩ1ïḓe"/>
          <p:cNvSpPr/>
          <p:nvPr/>
        </p:nvSpPr>
        <p:spPr bwMode="auto">
          <a:xfrm>
            <a:off x="4281308" y="3834860"/>
            <a:ext cx="415713" cy="292123"/>
          </a:xfrm>
          <a:custGeom>
            <a:avLst/>
            <a:gdLst>
              <a:gd name="connsiteX0" fmla="*/ 450100 w 607639"/>
              <a:gd name="connsiteY0" fmla="*/ 313203 h 426991"/>
              <a:gd name="connsiteX1" fmla="*/ 450100 w 607639"/>
              <a:gd name="connsiteY1" fmla="*/ 403167 h 426991"/>
              <a:gd name="connsiteX2" fmla="*/ 585744 w 607639"/>
              <a:gd name="connsiteY2" fmla="*/ 403167 h 426991"/>
              <a:gd name="connsiteX3" fmla="*/ 586100 w 607639"/>
              <a:gd name="connsiteY3" fmla="*/ 313203 h 426991"/>
              <a:gd name="connsiteX4" fmla="*/ 530294 w 607639"/>
              <a:gd name="connsiteY4" fmla="*/ 313203 h 426991"/>
              <a:gd name="connsiteX5" fmla="*/ 530116 w 607639"/>
              <a:gd name="connsiteY5" fmla="*/ 313203 h 426991"/>
              <a:gd name="connsiteX6" fmla="*/ 529760 w 607639"/>
              <a:gd name="connsiteY6" fmla="*/ 313203 h 426991"/>
              <a:gd name="connsiteX7" fmla="*/ 450901 w 607639"/>
              <a:gd name="connsiteY7" fmla="*/ 313203 h 426991"/>
              <a:gd name="connsiteX8" fmla="*/ 236309 w 607639"/>
              <a:gd name="connsiteY8" fmla="*/ 313203 h 426991"/>
              <a:gd name="connsiteX9" fmla="*/ 236309 w 607639"/>
              <a:gd name="connsiteY9" fmla="*/ 403167 h 426991"/>
              <a:gd name="connsiteX10" fmla="*/ 371953 w 607639"/>
              <a:gd name="connsiteY10" fmla="*/ 403167 h 426991"/>
              <a:gd name="connsiteX11" fmla="*/ 372754 w 607639"/>
              <a:gd name="connsiteY11" fmla="*/ 313203 h 426991"/>
              <a:gd name="connsiteX12" fmla="*/ 237110 w 607639"/>
              <a:gd name="connsiteY12" fmla="*/ 313203 h 426991"/>
              <a:gd name="connsiteX13" fmla="*/ 22519 w 607639"/>
              <a:gd name="connsiteY13" fmla="*/ 313203 h 426991"/>
              <a:gd name="connsiteX14" fmla="*/ 22519 w 607639"/>
              <a:gd name="connsiteY14" fmla="*/ 403167 h 426991"/>
              <a:gd name="connsiteX15" fmla="*/ 158163 w 607639"/>
              <a:gd name="connsiteY15" fmla="*/ 403167 h 426991"/>
              <a:gd name="connsiteX16" fmla="*/ 158964 w 607639"/>
              <a:gd name="connsiteY16" fmla="*/ 313203 h 426991"/>
              <a:gd name="connsiteX17" fmla="*/ 91498 w 607639"/>
              <a:gd name="connsiteY17" fmla="*/ 313203 h 426991"/>
              <a:gd name="connsiteX18" fmla="*/ 91231 w 607639"/>
              <a:gd name="connsiteY18" fmla="*/ 313203 h 426991"/>
              <a:gd name="connsiteX19" fmla="*/ 90964 w 607639"/>
              <a:gd name="connsiteY19" fmla="*/ 313203 h 426991"/>
              <a:gd name="connsiteX20" fmla="*/ 23320 w 607639"/>
              <a:gd name="connsiteY20" fmla="*/ 313203 h 426991"/>
              <a:gd name="connsiteX21" fmla="*/ 91409 w 607639"/>
              <a:gd name="connsiteY21" fmla="*/ 224751 h 426991"/>
              <a:gd name="connsiteX22" fmla="*/ 530294 w 607639"/>
              <a:gd name="connsiteY22" fmla="*/ 224751 h 426991"/>
              <a:gd name="connsiteX23" fmla="*/ 540084 w 607639"/>
              <a:gd name="connsiteY23" fmla="*/ 234530 h 426991"/>
              <a:gd name="connsiteX24" fmla="*/ 540084 w 607639"/>
              <a:gd name="connsiteY24" fmla="*/ 292135 h 426991"/>
              <a:gd name="connsiteX25" fmla="*/ 586456 w 607639"/>
              <a:gd name="connsiteY25" fmla="*/ 292135 h 426991"/>
              <a:gd name="connsiteX26" fmla="*/ 607639 w 607639"/>
              <a:gd name="connsiteY26" fmla="*/ 313203 h 426991"/>
              <a:gd name="connsiteX27" fmla="*/ 607639 w 607639"/>
              <a:gd name="connsiteY27" fmla="*/ 403167 h 426991"/>
              <a:gd name="connsiteX28" fmla="*/ 586456 w 607639"/>
              <a:gd name="connsiteY28" fmla="*/ 426991 h 426991"/>
              <a:gd name="connsiteX29" fmla="*/ 451524 w 607639"/>
              <a:gd name="connsiteY29" fmla="*/ 426991 h 426991"/>
              <a:gd name="connsiteX30" fmla="*/ 427582 w 607639"/>
              <a:gd name="connsiteY30" fmla="*/ 403167 h 426991"/>
              <a:gd name="connsiteX31" fmla="*/ 427582 w 607639"/>
              <a:gd name="connsiteY31" fmla="*/ 313203 h 426991"/>
              <a:gd name="connsiteX32" fmla="*/ 451524 w 607639"/>
              <a:gd name="connsiteY32" fmla="*/ 292135 h 426991"/>
              <a:gd name="connsiteX33" fmla="*/ 517566 w 607639"/>
              <a:gd name="connsiteY33" fmla="*/ 292135 h 426991"/>
              <a:gd name="connsiteX34" fmla="*/ 517566 w 607639"/>
              <a:gd name="connsiteY34" fmla="*/ 247242 h 426991"/>
              <a:gd name="connsiteX35" fmla="*/ 315079 w 607639"/>
              <a:gd name="connsiteY35" fmla="*/ 247242 h 426991"/>
              <a:gd name="connsiteX36" fmla="*/ 315079 w 607639"/>
              <a:gd name="connsiteY36" fmla="*/ 292135 h 426991"/>
              <a:gd name="connsiteX37" fmla="*/ 372665 w 607639"/>
              <a:gd name="connsiteY37" fmla="*/ 292135 h 426991"/>
              <a:gd name="connsiteX38" fmla="*/ 393849 w 607639"/>
              <a:gd name="connsiteY38" fmla="*/ 313203 h 426991"/>
              <a:gd name="connsiteX39" fmla="*/ 393849 w 607639"/>
              <a:gd name="connsiteY39" fmla="*/ 403167 h 426991"/>
              <a:gd name="connsiteX40" fmla="*/ 372665 w 607639"/>
              <a:gd name="connsiteY40" fmla="*/ 426991 h 426991"/>
              <a:gd name="connsiteX41" fmla="*/ 237733 w 607639"/>
              <a:gd name="connsiteY41" fmla="*/ 426991 h 426991"/>
              <a:gd name="connsiteX42" fmla="*/ 213791 w 607639"/>
              <a:gd name="connsiteY42" fmla="*/ 403167 h 426991"/>
              <a:gd name="connsiteX43" fmla="*/ 213791 w 607639"/>
              <a:gd name="connsiteY43" fmla="*/ 313203 h 426991"/>
              <a:gd name="connsiteX44" fmla="*/ 237733 w 607639"/>
              <a:gd name="connsiteY44" fmla="*/ 292135 h 426991"/>
              <a:gd name="connsiteX45" fmla="*/ 292561 w 607639"/>
              <a:gd name="connsiteY45" fmla="*/ 292135 h 426991"/>
              <a:gd name="connsiteX46" fmla="*/ 292561 w 607639"/>
              <a:gd name="connsiteY46" fmla="*/ 247242 h 426991"/>
              <a:gd name="connsiteX47" fmla="*/ 101288 w 607639"/>
              <a:gd name="connsiteY47" fmla="*/ 247242 h 426991"/>
              <a:gd name="connsiteX48" fmla="*/ 101288 w 607639"/>
              <a:gd name="connsiteY48" fmla="*/ 292135 h 426991"/>
              <a:gd name="connsiteX49" fmla="*/ 158875 w 607639"/>
              <a:gd name="connsiteY49" fmla="*/ 292135 h 426991"/>
              <a:gd name="connsiteX50" fmla="*/ 180058 w 607639"/>
              <a:gd name="connsiteY50" fmla="*/ 313203 h 426991"/>
              <a:gd name="connsiteX51" fmla="*/ 180058 w 607639"/>
              <a:gd name="connsiteY51" fmla="*/ 403167 h 426991"/>
              <a:gd name="connsiteX52" fmla="*/ 158875 w 607639"/>
              <a:gd name="connsiteY52" fmla="*/ 426991 h 426991"/>
              <a:gd name="connsiteX53" fmla="*/ 24032 w 607639"/>
              <a:gd name="connsiteY53" fmla="*/ 426991 h 426991"/>
              <a:gd name="connsiteX54" fmla="*/ 0 w 607639"/>
              <a:gd name="connsiteY54" fmla="*/ 403167 h 426991"/>
              <a:gd name="connsiteX55" fmla="*/ 0 w 607639"/>
              <a:gd name="connsiteY55" fmla="*/ 313203 h 426991"/>
              <a:gd name="connsiteX56" fmla="*/ 24032 w 607639"/>
              <a:gd name="connsiteY56" fmla="*/ 292135 h 426991"/>
              <a:gd name="connsiteX57" fmla="*/ 78770 w 607639"/>
              <a:gd name="connsiteY57" fmla="*/ 292135 h 426991"/>
              <a:gd name="connsiteX58" fmla="*/ 78770 w 607639"/>
              <a:gd name="connsiteY58" fmla="*/ 234530 h 426991"/>
              <a:gd name="connsiteX59" fmla="*/ 91409 w 607639"/>
              <a:gd name="connsiteY59" fmla="*/ 224751 h 426991"/>
              <a:gd name="connsiteX60" fmla="*/ 236326 w 607639"/>
              <a:gd name="connsiteY60" fmla="*/ 21066 h 426991"/>
              <a:gd name="connsiteX61" fmla="*/ 236326 w 607639"/>
              <a:gd name="connsiteY61" fmla="*/ 111021 h 426991"/>
              <a:gd name="connsiteX62" fmla="*/ 371758 w 607639"/>
              <a:gd name="connsiteY62" fmla="*/ 111021 h 426991"/>
              <a:gd name="connsiteX63" fmla="*/ 372380 w 607639"/>
              <a:gd name="connsiteY63" fmla="*/ 21066 h 426991"/>
              <a:gd name="connsiteX64" fmla="*/ 237127 w 607639"/>
              <a:gd name="connsiteY64" fmla="*/ 21066 h 426991"/>
              <a:gd name="connsiteX65" fmla="*/ 237750 w 607639"/>
              <a:gd name="connsiteY65" fmla="*/ 0 h 426991"/>
              <a:gd name="connsiteX66" fmla="*/ 372647 w 607639"/>
              <a:gd name="connsiteY66" fmla="*/ 0 h 426991"/>
              <a:gd name="connsiteX67" fmla="*/ 393825 w 607639"/>
              <a:gd name="connsiteY67" fmla="*/ 21066 h 426991"/>
              <a:gd name="connsiteX68" fmla="*/ 393825 w 607639"/>
              <a:gd name="connsiteY68" fmla="*/ 111021 h 426991"/>
              <a:gd name="connsiteX69" fmla="*/ 372647 w 607639"/>
              <a:gd name="connsiteY69" fmla="*/ 134843 h 426991"/>
              <a:gd name="connsiteX70" fmla="*/ 315076 w 607639"/>
              <a:gd name="connsiteY70" fmla="*/ 134843 h 426991"/>
              <a:gd name="connsiteX71" fmla="*/ 315076 w 607639"/>
              <a:gd name="connsiteY71" fmla="*/ 191020 h 426991"/>
              <a:gd name="connsiteX72" fmla="*/ 292563 w 607639"/>
              <a:gd name="connsiteY72" fmla="*/ 191020 h 426991"/>
              <a:gd name="connsiteX73" fmla="*/ 292563 w 607639"/>
              <a:gd name="connsiteY73" fmla="*/ 134843 h 426991"/>
              <a:gd name="connsiteX74" fmla="*/ 237750 w 607639"/>
              <a:gd name="connsiteY74" fmla="*/ 134843 h 426991"/>
              <a:gd name="connsiteX75" fmla="*/ 213813 w 607639"/>
              <a:gd name="connsiteY75" fmla="*/ 111021 h 426991"/>
              <a:gd name="connsiteX76" fmla="*/ 213813 w 607639"/>
              <a:gd name="connsiteY76" fmla="*/ 21066 h 426991"/>
              <a:gd name="connsiteX77" fmla="*/ 237750 w 607639"/>
              <a:gd name="connsiteY77" fmla="*/ 0 h 426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607639" h="426991">
                <a:moveTo>
                  <a:pt x="450100" y="313203"/>
                </a:moveTo>
                <a:lnTo>
                  <a:pt x="450100" y="403167"/>
                </a:lnTo>
                <a:lnTo>
                  <a:pt x="585744" y="403167"/>
                </a:lnTo>
                <a:lnTo>
                  <a:pt x="586100" y="313203"/>
                </a:lnTo>
                <a:lnTo>
                  <a:pt x="530294" y="313203"/>
                </a:lnTo>
                <a:cubicBezTo>
                  <a:pt x="530294" y="313203"/>
                  <a:pt x="530116" y="313203"/>
                  <a:pt x="530116" y="313203"/>
                </a:cubicBezTo>
                <a:cubicBezTo>
                  <a:pt x="530027" y="313203"/>
                  <a:pt x="529849" y="313203"/>
                  <a:pt x="529760" y="313203"/>
                </a:cubicBezTo>
                <a:lnTo>
                  <a:pt x="450901" y="313203"/>
                </a:lnTo>
                <a:close/>
                <a:moveTo>
                  <a:pt x="236309" y="313203"/>
                </a:moveTo>
                <a:lnTo>
                  <a:pt x="236309" y="403167"/>
                </a:lnTo>
                <a:lnTo>
                  <a:pt x="371953" y="403167"/>
                </a:lnTo>
                <a:lnTo>
                  <a:pt x="372754" y="313203"/>
                </a:lnTo>
                <a:lnTo>
                  <a:pt x="237110" y="313203"/>
                </a:lnTo>
                <a:close/>
                <a:moveTo>
                  <a:pt x="22519" y="313203"/>
                </a:moveTo>
                <a:lnTo>
                  <a:pt x="22519" y="403167"/>
                </a:lnTo>
                <a:lnTo>
                  <a:pt x="158163" y="403167"/>
                </a:lnTo>
                <a:lnTo>
                  <a:pt x="158964" y="313203"/>
                </a:lnTo>
                <a:lnTo>
                  <a:pt x="91498" y="313203"/>
                </a:lnTo>
                <a:cubicBezTo>
                  <a:pt x="91409" y="313203"/>
                  <a:pt x="91320" y="313203"/>
                  <a:pt x="91231" y="313203"/>
                </a:cubicBezTo>
                <a:cubicBezTo>
                  <a:pt x="91231" y="313203"/>
                  <a:pt x="90964" y="313203"/>
                  <a:pt x="90964" y="313203"/>
                </a:cubicBezTo>
                <a:lnTo>
                  <a:pt x="23320" y="313203"/>
                </a:lnTo>
                <a:close/>
                <a:moveTo>
                  <a:pt x="91409" y="224751"/>
                </a:moveTo>
                <a:lnTo>
                  <a:pt x="530294" y="224751"/>
                </a:lnTo>
                <a:cubicBezTo>
                  <a:pt x="536435" y="224751"/>
                  <a:pt x="540084" y="228396"/>
                  <a:pt x="540084" y="234530"/>
                </a:cubicBezTo>
                <a:lnTo>
                  <a:pt x="540084" y="292135"/>
                </a:lnTo>
                <a:lnTo>
                  <a:pt x="586456" y="292135"/>
                </a:lnTo>
                <a:cubicBezTo>
                  <a:pt x="598917" y="292135"/>
                  <a:pt x="607639" y="300847"/>
                  <a:pt x="607639" y="313203"/>
                </a:cubicBezTo>
                <a:lnTo>
                  <a:pt x="607639" y="403167"/>
                </a:lnTo>
                <a:cubicBezTo>
                  <a:pt x="607639" y="415524"/>
                  <a:pt x="598917" y="426991"/>
                  <a:pt x="586456" y="426991"/>
                </a:cubicBezTo>
                <a:lnTo>
                  <a:pt x="451524" y="426991"/>
                </a:lnTo>
                <a:cubicBezTo>
                  <a:pt x="439152" y="426991"/>
                  <a:pt x="427582" y="415524"/>
                  <a:pt x="427582" y="403167"/>
                </a:cubicBezTo>
                <a:lnTo>
                  <a:pt x="427582" y="313203"/>
                </a:lnTo>
                <a:cubicBezTo>
                  <a:pt x="427582" y="300847"/>
                  <a:pt x="439152" y="292135"/>
                  <a:pt x="451524" y="292135"/>
                </a:cubicBezTo>
                <a:lnTo>
                  <a:pt x="517566" y="292135"/>
                </a:lnTo>
                <a:lnTo>
                  <a:pt x="517566" y="247242"/>
                </a:lnTo>
                <a:lnTo>
                  <a:pt x="315079" y="247242"/>
                </a:lnTo>
                <a:lnTo>
                  <a:pt x="315079" y="292135"/>
                </a:lnTo>
                <a:lnTo>
                  <a:pt x="372665" y="292135"/>
                </a:lnTo>
                <a:cubicBezTo>
                  <a:pt x="385126" y="292135"/>
                  <a:pt x="393849" y="300847"/>
                  <a:pt x="393849" y="313203"/>
                </a:cubicBezTo>
                <a:lnTo>
                  <a:pt x="393849" y="403167"/>
                </a:lnTo>
                <a:cubicBezTo>
                  <a:pt x="393849" y="415524"/>
                  <a:pt x="385126" y="426991"/>
                  <a:pt x="372665" y="426991"/>
                </a:cubicBezTo>
                <a:lnTo>
                  <a:pt x="237733" y="426991"/>
                </a:lnTo>
                <a:cubicBezTo>
                  <a:pt x="225362" y="426991"/>
                  <a:pt x="213791" y="415524"/>
                  <a:pt x="213791" y="403167"/>
                </a:cubicBezTo>
                <a:lnTo>
                  <a:pt x="213791" y="313203"/>
                </a:lnTo>
                <a:cubicBezTo>
                  <a:pt x="213791" y="300847"/>
                  <a:pt x="225362" y="292135"/>
                  <a:pt x="237733" y="292135"/>
                </a:cubicBezTo>
                <a:lnTo>
                  <a:pt x="292561" y="292135"/>
                </a:lnTo>
                <a:lnTo>
                  <a:pt x="292561" y="247242"/>
                </a:lnTo>
                <a:lnTo>
                  <a:pt x="101288" y="247242"/>
                </a:lnTo>
                <a:lnTo>
                  <a:pt x="101288" y="292135"/>
                </a:lnTo>
                <a:lnTo>
                  <a:pt x="158875" y="292135"/>
                </a:lnTo>
                <a:cubicBezTo>
                  <a:pt x="171335" y="292135"/>
                  <a:pt x="180058" y="300847"/>
                  <a:pt x="180058" y="313203"/>
                </a:cubicBezTo>
                <a:lnTo>
                  <a:pt x="180058" y="403167"/>
                </a:lnTo>
                <a:cubicBezTo>
                  <a:pt x="180058" y="415524"/>
                  <a:pt x="171335" y="426991"/>
                  <a:pt x="158875" y="426991"/>
                </a:cubicBezTo>
                <a:lnTo>
                  <a:pt x="24032" y="426991"/>
                </a:lnTo>
                <a:cubicBezTo>
                  <a:pt x="11571" y="426991"/>
                  <a:pt x="0" y="415524"/>
                  <a:pt x="0" y="403167"/>
                </a:cubicBezTo>
                <a:lnTo>
                  <a:pt x="0" y="313203"/>
                </a:lnTo>
                <a:cubicBezTo>
                  <a:pt x="0" y="300847"/>
                  <a:pt x="11571" y="292135"/>
                  <a:pt x="24032" y="292135"/>
                </a:cubicBezTo>
                <a:lnTo>
                  <a:pt x="78770" y="292135"/>
                </a:lnTo>
                <a:lnTo>
                  <a:pt x="78770" y="234530"/>
                </a:lnTo>
                <a:cubicBezTo>
                  <a:pt x="78770" y="228396"/>
                  <a:pt x="85178" y="224751"/>
                  <a:pt x="91409" y="224751"/>
                </a:cubicBezTo>
                <a:close/>
                <a:moveTo>
                  <a:pt x="236326" y="21066"/>
                </a:moveTo>
                <a:lnTo>
                  <a:pt x="236326" y="111021"/>
                </a:lnTo>
                <a:lnTo>
                  <a:pt x="371758" y="111021"/>
                </a:lnTo>
                <a:lnTo>
                  <a:pt x="372380" y="21066"/>
                </a:lnTo>
                <a:lnTo>
                  <a:pt x="237127" y="21066"/>
                </a:lnTo>
                <a:close/>
                <a:moveTo>
                  <a:pt x="237750" y="0"/>
                </a:moveTo>
                <a:lnTo>
                  <a:pt x="372647" y="0"/>
                </a:lnTo>
                <a:cubicBezTo>
                  <a:pt x="385105" y="0"/>
                  <a:pt x="393825" y="8711"/>
                  <a:pt x="393825" y="21066"/>
                </a:cubicBezTo>
                <a:lnTo>
                  <a:pt x="393825" y="111021"/>
                </a:lnTo>
                <a:cubicBezTo>
                  <a:pt x="393825" y="123376"/>
                  <a:pt x="385105" y="134843"/>
                  <a:pt x="372647" y="134843"/>
                </a:cubicBezTo>
                <a:lnTo>
                  <a:pt x="315076" y="134843"/>
                </a:lnTo>
                <a:lnTo>
                  <a:pt x="315076" y="191020"/>
                </a:lnTo>
                <a:lnTo>
                  <a:pt x="292563" y="191020"/>
                </a:lnTo>
                <a:lnTo>
                  <a:pt x="292563" y="134843"/>
                </a:lnTo>
                <a:lnTo>
                  <a:pt x="237750" y="134843"/>
                </a:lnTo>
                <a:cubicBezTo>
                  <a:pt x="225381" y="134843"/>
                  <a:pt x="213813" y="123376"/>
                  <a:pt x="213813" y="111021"/>
                </a:cubicBezTo>
                <a:lnTo>
                  <a:pt x="213813" y="21066"/>
                </a:lnTo>
                <a:cubicBezTo>
                  <a:pt x="213813" y="8711"/>
                  <a:pt x="225381" y="0"/>
                  <a:pt x="237750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vert="horz" wrap="square" lIns="243776" tIns="121888" rIns="243776" bIns="121888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/>
            <a:endParaRPr lang="en-US" sz="9595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7" name="iSḷîḓe"/>
          <p:cNvSpPr/>
          <p:nvPr/>
        </p:nvSpPr>
        <p:spPr bwMode="auto">
          <a:xfrm>
            <a:off x="5310404" y="5144519"/>
            <a:ext cx="420255" cy="303269"/>
          </a:xfrm>
          <a:custGeom>
            <a:avLst/>
            <a:gdLst>
              <a:gd name="connsiteX0" fmla="*/ 91000 w 605879"/>
              <a:gd name="connsiteY0" fmla="*/ 173662 h 437224"/>
              <a:gd name="connsiteX1" fmla="*/ 331193 w 605879"/>
              <a:gd name="connsiteY1" fmla="*/ 173662 h 437224"/>
              <a:gd name="connsiteX2" fmla="*/ 342454 w 605879"/>
              <a:gd name="connsiteY2" fmla="*/ 184882 h 437224"/>
              <a:gd name="connsiteX3" fmla="*/ 331193 w 605879"/>
              <a:gd name="connsiteY3" fmla="*/ 196102 h 437224"/>
              <a:gd name="connsiteX4" fmla="*/ 91000 w 605879"/>
              <a:gd name="connsiteY4" fmla="*/ 196102 h 437224"/>
              <a:gd name="connsiteX5" fmla="*/ 79739 w 605879"/>
              <a:gd name="connsiteY5" fmla="*/ 184882 h 437224"/>
              <a:gd name="connsiteX6" fmla="*/ 91000 w 605879"/>
              <a:gd name="connsiteY6" fmla="*/ 173662 h 437224"/>
              <a:gd name="connsiteX7" fmla="*/ 421630 w 605879"/>
              <a:gd name="connsiteY7" fmla="*/ 131441 h 437224"/>
              <a:gd name="connsiteX8" fmla="*/ 423552 w 605879"/>
              <a:gd name="connsiteY8" fmla="*/ 152274 h 437224"/>
              <a:gd name="connsiteX9" fmla="*/ 275961 w 605879"/>
              <a:gd name="connsiteY9" fmla="*/ 300986 h 437224"/>
              <a:gd name="connsiteX10" fmla="*/ 408175 w 605879"/>
              <a:gd name="connsiteY10" fmla="*/ 358277 h 437224"/>
              <a:gd name="connsiteX11" fmla="*/ 418060 w 605879"/>
              <a:gd name="connsiteY11" fmla="*/ 365267 h 437224"/>
              <a:gd name="connsiteX12" fmla="*/ 488218 w 605879"/>
              <a:gd name="connsiteY12" fmla="*/ 410360 h 437224"/>
              <a:gd name="connsiteX13" fmla="*/ 474214 w 605879"/>
              <a:gd name="connsiteY13" fmla="*/ 363348 h 437224"/>
              <a:gd name="connsiteX14" fmla="*/ 482039 w 605879"/>
              <a:gd name="connsiteY14" fmla="*/ 349916 h 437224"/>
              <a:gd name="connsiteX15" fmla="*/ 583363 w 605879"/>
              <a:gd name="connsiteY15" fmla="*/ 244928 h 437224"/>
              <a:gd name="connsiteX16" fmla="*/ 421630 w 605879"/>
              <a:gd name="connsiteY16" fmla="*/ 131441 h 437224"/>
              <a:gd name="connsiteX17" fmla="*/ 75898 w 605879"/>
              <a:gd name="connsiteY17" fmla="*/ 120173 h 437224"/>
              <a:gd name="connsiteX18" fmla="*/ 340509 w 605879"/>
              <a:gd name="connsiteY18" fmla="*/ 120173 h 437224"/>
              <a:gd name="connsiteX19" fmla="*/ 351769 w 605879"/>
              <a:gd name="connsiteY19" fmla="*/ 131428 h 437224"/>
              <a:gd name="connsiteX20" fmla="*/ 340509 w 605879"/>
              <a:gd name="connsiteY20" fmla="*/ 142683 h 437224"/>
              <a:gd name="connsiteX21" fmla="*/ 75898 w 605879"/>
              <a:gd name="connsiteY21" fmla="*/ 142683 h 437224"/>
              <a:gd name="connsiteX22" fmla="*/ 64638 w 605879"/>
              <a:gd name="connsiteY22" fmla="*/ 131428 h 437224"/>
              <a:gd name="connsiteX23" fmla="*/ 75898 w 605879"/>
              <a:gd name="connsiteY23" fmla="*/ 120173 h 437224"/>
              <a:gd name="connsiteX24" fmla="*/ 210609 w 605879"/>
              <a:gd name="connsiteY24" fmla="*/ 22478 h 437224"/>
              <a:gd name="connsiteX25" fmla="*/ 22516 w 605879"/>
              <a:gd name="connsiteY25" fmla="*/ 153508 h 437224"/>
              <a:gd name="connsiteX26" fmla="*/ 139216 w 605879"/>
              <a:gd name="connsiteY26" fmla="*/ 274807 h 437224"/>
              <a:gd name="connsiteX27" fmla="*/ 147042 w 605879"/>
              <a:gd name="connsiteY27" fmla="*/ 288102 h 437224"/>
              <a:gd name="connsiteX28" fmla="*/ 130017 w 605879"/>
              <a:gd name="connsiteY28" fmla="*/ 344297 h 437224"/>
              <a:gd name="connsiteX29" fmla="*/ 214041 w 605879"/>
              <a:gd name="connsiteY29" fmla="*/ 291254 h 437224"/>
              <a:gd name="connsiteX30" fmla="*/ 223927 w 605879"/>
              <a:gd name="connsiteY30" fmla="*/ 284264 h 437224"/>
              <a:gd name="connsiteX31" fmla="*/ 398839 w 605879"/>
              <a:gd name="connsiteY31" fmla="*/ 152960 h 437224"/>
              <a:gd name="connsiteX32" fmla="*/ 369596 w 605879"/>
              <a:gd name="connsiteY32" fmla="*/ 80592 h 437224"/>
              <a:gd name="connsiteX33" fmla="*/ 210609 w 605879"/>
              <a:gd name="connsiteY33" fmla="*/ 22478 h 437224"/>
              <a:gd name="connsiteX34" fmla="*/ 210609 w 605879"/>
              <a:gd name="connsiteY34" fmla="*/ 0 h 437224"/>
              <a:gd name="connsiteX35" fmla="*/ 385796 w 605879"/>
              <a:gd name="connsiteY35" fmla="*/ 64967 h 437224"/>
              <a:gd name="connsiteX36" fmla="*/ 414079 w 605879"/>
              <a:gd name="connsiteY36" fmla="*/ 109100 h 437224"/>
              <a:gd name="connsiteX37" fmla="*/ 419845 w 605879"/>
              <a:gd name="connsiteY37" fmla="*/ 108963 h 437224"/>
              <a:gd name="connsiteX38" fmla="*/ 605879 w 605879"/>
              <a:gd name="connsiteY38" fmla="*/ 244928 h 437224"/>
              <a:gd name="connsiteX39" fmla="*/ 498515 w 605879"/>
              <a:gd name="connsiteY39" fmla="*/ 368420 h 437224"/>
              <a:gd name="connsiteX40" fmla="*/ 516088 w 605879"/>
              <a:gd name="connsiteY40" fmla="*/ 414609 h 437224"/>
              <a:gd name="connsiteX41" fmla="*/ 522953 w 605879"/>
              <a:gd name="connsiteY41" fmla="*/ 428178 h 437224"/>
              <a:gd name="connsiteX42" fmla="*/ 510185 w 605879"/>
              <a:gd name="connsiteY42" fmla="*/ 437224 h 437224"/>
              <a:gd name="connsiteX43" fmla="*/ 400487 w 605879"/>
              <a:gd name="connsiteY43" fmla="*/ 380344 h 437224"/>
              <a:gd name="connsiteX44" fmla="*/ 250836 w 605879"/>
              <a:gd name="connsiteY44" fmla="*/ 304275 h 437224"/>
              <a:gd name="connsiteX45" fmla="*/ 231752 w 605879"/>
              <a:gd name="connsiteY45" fmla="*/ 306331 h 437224"/>
              <a:gd name="connsiteX46" fmla="*/ 107639 w 605879"/>
              <a:gd name="connsiteY46" fmla="*/ 371161 h 437224"/>
              <a:gd name="connsiteX47" fmla="*/ 94596 w 605879"/>
              <a:gd name="connsiteY47" fmla="*/ 361978 h 437224"/>
              <a:gd name="connsiteX48" fmla="*/ 102009 w 605879"/>
              <a:gd name="connsiteY48" fmla="*/ 348135 h 437224"/>
              <a:gd name="connsiteX49" fmla="*/ 122741 w 605879"/>
              <a:gd name="connsiteY49" fmla="*/ 293173 h 437224"/>
              <a:gd name="connsiteX50" fmla="*/ 0 w 605879"/>
              <a:gd name="connsiteY50" fmla="*/ 153508 h 437224"/>
              <a:gd name="connsiteX51" fmla="*/ 210609 w 605879"/>
              <a:gd name="connsiteY51" fmla="*/ 0 h 437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879" h="437224">
                <a:moveTo>
                  <a:pt x="91000" y="173662"/>
                </a:moveTo>
                <a:lnTo>
                  <a:pt x="331193" y="173662"/>
                </a:lnTo>
                <a:cubicBezTo>
                  <a:pt x="337373" y="173662"/>
                  <a:pt x="342454" y="178725"/>
                  <a:pt x="342454" y="184882"/>
                </a:cubicBezTo>
                <a:cubicBezTo>
                  <a:pt x="342454" y="191040"/>
                  <a:pt x="337373" y="196102"/>
                  <a:pt x="331193" y="196102"/>
                </a:cubicBezTo>
                <a:lnTo>
                  <a:pt x="91000" y="196102"/>
                </a:lnTo>
                <a:cubicBezTo>
                  <a:pt x="84683" y="196102"/>
                  <a:pt x="79739" y="191040"/>
                  <a:pt x="79739" y="184882"/>
                </a:cubicBezTo>
                <a:cubicBezTo>
                  <a:pt x="79739" y="178725"/>
                  <a:pt x="84683" y="173662"/>
                  <a:pt x="91000" y="173662"/>
                </a:cubicBezTo>
                <a:close/>
                <a:moveTo>
                  <a:pt x="421630" y="131441"/>
                </a:moveTo>
                <a:cubicBezTo>
                  <a:pt x="423003" y="138294"/>
                  <a:pt x="423552" y="145284"/>
                  <a:pt x="423552" y="152274"/>
                </a:cubicBezTo>
                <a:cubicBezTo>
                  <a:pt x="423552" y="220668"/>
                  <a:pt x="362456" y="281249"/>
                  <a:pt x="275961" y="300986"/>
                </a:cubicBezTo>
                <a:cubicBezTo>
                  <a:pt x="302047" y="334017"/>
                  <a:pt x="350924" y="355536"/>
                  <a:pt x="408175" y="358277"/>
                </a:cubicBezTo>
                <a:cubicBezTo>
                  <a:pt x="412569" y="358551"/>
                  <a:pt x="416413" y="361293"/>
                  <a:pt x="418060" y="365267"/>
                </a:cubicBezTo>
                <a:cubicBezTo>
                  <a:pt x="427259" y="388019"/>
                  <a:pt x="463505" y="403370"/>
                  <a:pt x="488218" y="410360"/>
                </a:cubicBezTo>
                <a:cubicBezTo>
                  <a:pt x="483962" y="399944"/>
                  <a:pt x="479156" y="385004"/>
                  <a:pt x="474214" y="363348"/>
                </a:cubicBezTo>
                <a:cubicBezTo>
                  <a:pt x="472841" y="357455"/>
                  <a:pt x="476273" y="351698"/>
                  <a:pt x="482039" y="349916"/>
                </a:cubicBezTo>
                <a:cubicBezTo>
                  <a:pt x="543685" y="332236"/>
                  <a:pt x="583500" y="290980"/>
                  <a:pt x="583363" y="244928"/>
                </a:cubicBezTo>
                <a:cubicBezTo>
                  <a:pt x="583363" y="182839"/>
                  <a:pt x="511009" y="132126"/>
                  <a:pt x="421630" y="131441"/>
                </a:cubicBezTo>
                <a:close/>
                <a:moveTo>
                  <a:pt x="75898" y="120173"/>
                </a:moveTo>
                <a:lnTo>
                  <a:pt x="340509" y="120173"/>
                </a:lnTo>
                <a:cubicBezTo>
                  <a:pt x="346826" y="120173"/>
                  <a:pt x="351769" y="125114"/>
                  <a:pt x="351769" y="131428"/>
                </a:cubicBezTo>
                <a:cubicBezTo>
                  <a:pt x="351769" y="137604"/>
                  <a:pt x="346826" y="142683"/>
                  <a:pt x="340509" y="142683"/>
                </a:cubicBezTo>
                <a:lnTo>
                  <a:pt x="75898" y="142683"/>
                </a:lnTo>
                <a:cubicBezTo>
                  <a:pt x="69719" y="142683"/>
                  <a:pt x="64638" y="137604"/>
                  <a:pt x="64638" y="131428"/>
                </a:cubicBezTo>
                <a:cubicBezTo>
                  <a:pt x="64638" y="125114"/>
                  <a:pt x="69719" y="120173"/>
                  <a:pt x="75898" y="120173"/>
                </a:cubicBezTo>
                <a:close/>
                <a:moveTo>
                  <a:pt x="210609" y="22478"/>
                </a:moveTo>
                <a:cubicBezTo>
                  <a:pt x="106952" y="22478"/>
                  <a:pt x="22516" y="81277"/>
                  <a:pt x="22516" y="153508"/>
                </a:cubicBezTo>
                <a:cubicBezTo>
                  <a:pt x="22516" y="206688"/>
                  <a:pt x="68372" y="254385"/>
                  <a:pt x="139216" y="274807"/>
                </a:cubicBezTo>
                <a:cubicBezTo>
                  <a:pt x="144983" y="276452"/>
                  <a:pt x="148415" y="282208"/>
                  <a:pt x="147042" y="288102"/>
                </a:cubicBezTo>
                <a:cubicBezTo>
                  <a:pt x="140864" y="314966"/>
                  <a:pt x="135097" y="332647"/>
                  <a:pt x="130017" y="344297"/>
                </a:cubicBezTo>
                <a:cubicBezTo>
                  <a:pt x="158437" y="336622"/>
                  <a:pt x="203058" y="318667"/>
                  <a:pt x="214041" y="291254"/>
                </a:cubicBezTo>
                <a:cubicBezTo>
                  <a:pt x="215689" y="287280"/>
                  <a:pt x="219533" y="284538"/>
                  <a:pt x="223927" y="284264"/>
                </a:cubicBezTo>
                <a:cubicBezTo>
                  <a:pt x="320170" y="279604"/>
                  <a:pt x="395407" y="223135"/>
                  <a:pt x="398839" y="152960"/>
                </a:cubicBezTo>
                <a:cubicBezTo>
                  <a:pt x="400075" y="126918"/>
                  <a:pt x="389915" y="101836"/>
                  <a:pt x="369596" y="80592"/>
                </a:cubicBezTo>
                <a:cubicBezTo>
                  <a:pt x="334860" y="44133"/>
                  <a:pt x="275412" y="22478"/>
                  <a:pt x="210609" y="22478"/>
                </a:cubicBezTo>
                <a:close/>
                <a:moveTo>
                  <a:pt x="210609" y="0"/>
                </a:moveTo>
                <a:cubicBezTo>
                  <a:pt x="281453" y="0"/>
                  <a:pt x="346942" y="24260"/>
                  <a:pt x="385796" y="64967"/>
                </a:cubicBezTo>
                <a:cubicBezTo>
                  <a:pt x="398702" y="78536"/>
                  <a:pt x="408175" y="93338"/>
                  <a:pt x="414079" y="109100"/>
                </a:cubicBezTo>
                <a:cubicBezTo>
                  <a:pt x="416001" y="108963"/>
                  <a:pt x="417923" y="108963"/>
                  <a:pt x="419845" y="108963"/>
                </a:cubicBezTo>
                <a:cubicBezTo>
                  <a:pt x="522404" y="108963"/>
                  <a:pt x="606016" y="169955"/>
                  <a:pt x="605879" y="244928"/>
                </a:cubicBezTo>
                <a:cubicBezTo>
                  <a:pt x="605879" y="298519"/>
                  <a:pt x="564141" y="346079"/>
                  <a:pt x="498515" y="368420"/>
                </a:cubicBezTo>
                <a:cubicBezTo>
                  <a:pt x="506066" y="398025"/>
                  <a:pt x="512931" y="412279"/>
                  <a:pt x="516088" y="414609"/>
                </a:cubicBezTo>
                <a:cubicBezTo>
                  <a:pt x="524601" y="418858"/>
                  <a:pt x="523228" y="426671"/>
                  <a:pt x="522953" y="428178"/>
                </a:cubicBezTo>
                <a:cubicBezTo>
                  <a:pt x="522541" y="429686"/>
                  <a:pt x="520207" y="437224"/>
                  <a:pt x="510185" y="437224"/>
                </a:cubicBezTo>
                <a:cubicBezTo>
                  <a:pt x="497828" y="437224"/>
                  <a:pt x="423689" y="421325"/>
                  <a:pt x="400487" y="380344"/>
                </a:cubicBezTo>
                <a:cubicBezTo>
                  <a:pt x="333899" y="375410"/>
                  <a:pt x="277746" y="346764"/>
                  <a:pt x="250836" y="304275"/>
                </a:cubicBezTo>
                <a:cubicBezTo>
                  <a:pt x="244521" y="305098"/>
                  <a:pt x="238205" y="305783"/>
                  <a:pt x="231752" y="306331"/>
                </a:cubicBezTo>
                <a:cubicBezTo>
                  <a:pt x="206216" y="353069"/>
                  <a:pt x="121643" y="371161"/>
                  <a:pt x="107639" y="371161"/>
                </a:cubicBezTo>
                <a:cubicBezTo>
                  <a:pt x="97616" y="371161"/>
                  <a:pt x="95145" y="364171"/>
                  <a:pt x="94596" y="361978"/>
                </a:cubicBezTo>
                <a:cubicBezTo>
                  <a:pt x="94184" y="360470"/>
                  <a:pt x="92948" y="352658"/>
                  <a:pt x="102009" y="348135"/>
                </a:cubicBezTo>
                <a:cubicBezTo>
                  <a:pt x="105030" y="345942"/>
                  <a:pt x="113130" y="331550"/>
                  <a:pt x="122741" y="293173"/>
                </a:cubicBezTo>
                <a:cubicBezTo>
                  <a:pt x="47778" y="268228"/>
                  <a:pt x="0" y="214226"/>
                  <a:pt x="0" y="153508"/>
                </a:cubicBezTo>
                <a:cubicBezTo>
                  <a:pt x="0" y="68804"/>
                  <a:pt x="94458" y="0"/>
                  <a:pt x="210609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vert="horz" wrap="square" lIns="243776" tIns="121888" rIns="243776" bIns="121888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/>
            <a:endParaRPr lang="en-US" sz="9595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5" name="ïṣļïḓè"/>
          <p:cNvSpPr/>
          <p:nvPr/>
        </p:nvSpPr>
        <p:spPr bwMode="auto">
          <a:xfrm>
            <a:off x="7377632" y="2730434"/>
            <a:ext cx="339304" cy="231533"/>
          </a:xfrm>
          <a:custGeom>
            <a:avLst/>
            <a:gdLst>
              <a:gd name="connsiteX0" fmla="*/ 20293 w 607639"/>
              <a:gd name="connsiteY0" fmla="*/ 364067 h 414642"/>
              <a:gd name="connsiteX1" fmla="*/ 20293 w 607639"/>
              <a:gd name="connsiteY1" fmla="*/ 384244 h 414642"/>
              <a:gd name="connsiteX2" fmla="*/ 30351 w 607639"/>
              <a:gd name="connsiteY2" fmla="*/ 394377 h 414642"/>
              <a:gd name="connsiteX3" fmla="*/ 577199 w 607639"/>
              <a:gd name="connsiteY3" fmla="*/ 394377 h 414642"/>
              <a:gd name="connsiteX4" fmla="*/ 587346 w 607639"/>
              <a:gd name="connsiteY4" fmla="*/ 384244 h 414642"/>
              <a:gd name="connsiteX5" fmla="*/ 587346 w 607639"/>
              <a:gd name="connsiteY5" fmla="*/ 364067 h 414642"/>
              <a:gd name="connsiteX6" fmla="*/ 556995 w 607639"/>
              <a:gd name="connsiteY6" fmla="*/ 364067 h 414642"/>
              <a:gd name="connsiteX7" fmla="*/ 394916 w 607639"/>
              <a:gd name="connsiteY7" fmla="*/ 364067 h 414642"/>
              <a:gd name="connsiteX8" fmla="*/ 394916 w 607639"/>
              <a:gd name="connsiteY8" fmla="*/ 374200 h 414642"/>
              <a:gd name="connsiteX9" fmla="*/ 384859 w 607639"/>
              <a:gd name="connsiteY9" fmla="*/ 384244 h 414642"/>
              <a:gd name="connsiteX10" fmla="*/ 222780 w 607639"/>
              <a:gd name="connsiteY10" fmla="*/ 384244 h 414642"/>
              <a:gd name="connsiteX11" fmla="*/ 212634 w 607639"/>
              <a:gd name="connsiteY11" fmla="*/ 374200 h 414642"/>
              <a:gd name="connsiteX12" fmla="*/ 212634 w 607639"/>
              <a:gd name="connsiteY12" fmla="*/ 364067 h 414642"/>
              <a:gd name="connsiteX13" fmla="*/ 50644 w 607639"/>
              <a:gd name="connsiteY13" fmla="*/ 364067 h 414642"/>
              <a:gd name="connsiteX14" fmla="*/ 182270 w 607639"/>
              <a:gd name="connsiteY14" fmla="*/ 262926 h 414642"/>
              <a:gd name="connsiteX15" fmla="*/ 192432 w 607639"/>
              <a:gd name="connsiteY15" fmla="*/ 262926 h 414642"/>
              <a:gd name="connsiteX16" fmla="*/ 202593 w 607639"/>
              <a:gd name="connsiteY16" fmla="*/ 273052 h 414642"/>
              <a:gd name="connsiteX17" fmla="*/ 192432 w 607639"/>
              <a:gd name="connsiteY17" fmla="*/ 283178 h 414642"/>
              <a:gd name="connsiteX18" fmla="*/ 182270 w 607639"/>
              <a:gd name="connsiteY18" fmla="*/ 283178 h 414642"/>
              <a:gd name="connsiteX19" fmla="*/ 172109 w 607639"/>
              <a:gd name="connsiteY19" fmla="*/ 273052 h 414642"/>
              <a:gd name="connsiteX20" fmla="*/ 182270 w 607639"/>
              <a:gd name="connsiteY20" fmla="*/ 262926 h 414642"/>
              <a:gd name="connsiteX21" fmla="*/ 91153 w 607639"/>
              <a:gd name="connsiteY21" fmla="*/ 262926 h 414642"/>
              <a:gd name="connsiteX22" fmla="*/ 141783 w 607639"/>
              <a:gd name="connsiteY22" fmla="*/ 262926 h 414642"/>
              <a:gd name="connsiteX23" fmla="*/ 151927 w 607639"/>
              <a:gd name="connsiteY23" fmla="*/ 273052 h 414642"/>
              <a:gd name="connsiteX24" fmla="*/ 141783 w 607639"/>
              <a:gd name="connsiteY24" fmla="*/ 283178 h 414642"/>
              <a:gd name="connsiteX25" fmla="*/ 91153 w 607639"/>
              <a:gd name="connsiteY25" fmla="*/ 283178 h 414642"/>
              <a:gd name="connsiteX26" fmla="*/ 81009 w 607639"/>
              <a:gd name="connsiteY26" fmla="*/ 273052 h 414642"/>
              <a:gd name="connsiteX27" fmla="*/ 91153 w 607639"/>
              <a:gd name="connsiteY27" fmla="*/ 262926 h 414642"/>
              <a:gd name="connsiteX28" fmla="*/ 161988 w 607639"/>
              <a:gd name="connsiteY28" fmla="*/ 222493 h 414642"/>
              <a:gd name="connsiteX29" fmla="*/ 232948 w 607639"/>
              <a:gd name="connsiteY29" fmla="*/ 222493 h 414642"/>
              <a:gd name="connsiteX30" fmla="*/ 243098 w 607639"/>
              <a:gd name="connsiteY30" fmla="*/ 232619 h 414642"/>
              <a:gd name="connsiteX31" fmla="*/ 232948 w 607639"/>
              <a:gd name="connsiteY31" fmla="*/ 242745 h 414642"/>
              <a:gd name="connsiteX32" fmla="*/ 161988 w 607639"/>
              <a:gd name="connsiteY32" fmla="*/ 242745 h 414642"/>
              <a:gd name="connsiteX33" fmla="*/ 151927 w 607639"/>
              <a:gd name="connsiteY33" fmla="*/ 232619 h 414642"/>
              <a:gd name="connsiteX34" fmla="*/ 161988 w 607639"/>
              <a:gd name="connsiteY34" fmla="*/ 222493 h 414642"/>
              <a:gd name="connsiteX35" fmla="*/ 91146 w 607639"/>
              <a:gd name="connsiteY35" fmla="*/ 222493 h 414642"/>
              <a:gd name="connsiteX36" fmla="*/ 121467 w 607639"/>
              <a:gd name="connsiteY36" fmla="*/ 222493 h 414642"/>
              <a:gd name="connsiteX37" fmla="*/ 131604 w 607639"/>
              <a:gd name="connsiteY37" fmla="*/ 232619 h 414642"/>
              <a:gd name="connsiteX38" fmla="*/ 121467 w 607639"/>
              <a:gd name="connsiteY38" fmla="*/ 242745 h 414642"/>
              <a:gd name="connsiteX39" fmla="*/ 91146 w 607639"/>
              <a:gd name="connsiteY39" fmla="*/ 242745 h 414642"/>
              <a:gd name="connsiteX40" fmla="*/ 81009 w 607639"/>
              <a:gd name="connsiteY40" fmla="*/ 232619 h 414642"/>
              <a:gd name="connsiteX41" fmla="*/ 91146 w 607639"/>
              <a:gd name="connsiteY41" fmla="*/ 222493 h 414642"/>
              <a:gd name="connsiteX42" fmla="*/ 182270 w 607639"/>
              <a:gd name="connsiteY42" fmla="*/ 182059 h 414642"/>
              <a:gd name="connsiteX43" fmla="*/ 192432 w 607639"/>
              <a:gd name="connsiteY43" fmla="*/ 182059 h 414642"/>
              <a:gd name="connsiteX44" fmla="*/ 202593 w 607639"/>
              <a:gd name="connsiteY44" fmla="*/ 192195 h 414642"/>
              <a:gd name="connsiteX45" fmla="*/ 192432 w 607639"/>
              <a:gd name="connsiteY45" fmla="*/ 202241 h 414642"/>
              <a:gd name="connsiteX46" fmla="*/ 182270 w 607639"/>
              <a:gd name="connsiteY46" fmla="*/ 202241 h 414642"/>
              <a:gd name="connsiteX47" fmla="*/ 172109 w 607639"/>
              <a:gd name="connsiteY47" fmla="*/ 192195 h 414642"/>
              <a:gd name="connsiteX48" fmla="*/ 182270 w 607639"/>
              <a:gd name="connsiteY48" fmla="*/ 182059 h 414642"/>
              <a:gd name="connsiteX49" fmla="*/ 91153 w 607639"/>
              <a:gd name="connsiteY49" fmla="*/ 182059 h 414642"/>
              <a:gd name="connsiteX50" fmla="*/ 141783 w 607639"/>
              <a:gd name="connsiteY50" fmla="*/ 182059 h 414642"/>
              <a:gd name="connsiteX51" fmla="*/ 151927 w 607639"/>
              <a:gd name="connsiteY51" fmla="*/ 192195 h 414642"/>
              <a:gd name="connsiteX52" fmla="*/ 141783 w 607639"/>
              <a:gd name="connsiteY52" fmla="*/ 202241 h 414642"/>
              <a:gd name="connsiteX53" fmla="*/ 91153 w 607639"/>
              <a:gd name="connsiteY53" fmla="*/ 202241 h 414642"/>
              <a:gd name="connsiteX54" fmla="*/ 81009 w 607639"/>
              <a:gd name="connsiteY54" fmla="*/ 192195 h 414642"/>
              <a:gd name="connsiteX55" fmla="*/ 91153 w 607639"/>
              <a:gd name="connsiteY55" fmla="*/ 182059 h 414642"/>
              <a:gd name="connsiteX56" fmla="*/ 161988 w 607639"/>
              <a:gd name="connsiteY56" fmla="*/ 141625 h 414642"/>
              <a:gd name="connsiteX57" fmla="*/ 232948 w 607639"/>
              <a:gd name="connsiteY57" fmla="*/ 141625 h 414642"/>
              <a:gd name="connsiteX58" fmla="*/ 243098 w 607639"/>
              <a:gd name="connsiteY58" fmla="*/ 151761 h 414642"/>
              <a:gd name="connsiteX59" fmla="*/ 232948 w 607639"/>
              <a:gd name="connsiteY59" fmla="*/ 161807 h 414642"/>
              <a:gd name="connsiteX60" fmla="*/ 161988 w 607639"/>
              <a:gd name="connsiteY60" fmla="*/ 161807 h 414642"/>
              <a:gd name="connsiteX61" fmla="*/ 151927 w 607639"/>
              <a:gd name="connsiteY61" fmla="*/ 151761 h 414642"/>
              <a:gd name="connsiteX62" fmla="*/ 161988 w 607639"/>
              <a:gd name="connsiteY62" fmla="*/ 141625 h 414642"/>
              <a:gd name="connsiteX63" fmla="*/ 91146 w 607639"/>
              <a:gd name="connsiteY63" fmla="*/ 141625 h 414642"/>
              <a:gd name="connsiteX64" fmla="*/ 121467 w 607639"/>
              <a:gd name="connsiteY64" fmla="*/ 141625 h 414642"/>
              <a:gd name="connsiteX65" fmla="*/ 131604 w 607639"/>
              <a:gd name="connsiteY65" fmla="*/ 151761 h 414642"/>
              <a:gd name="connsiteX66" fmla="*/ 121467 w 607639"/>
              <a:gd name="connsiteY66" fmla="*/ 161807 h 414642"/>
              <a:gd name="connsiteX67" fmla="*/ 91146 w 607639"/>
              <a:gd name="connsiteY67" fmla="*/ 161807 h 414642"/>
              <a:gd name="connsiteX68" fmla="*/ 81009 w 607639"/>
              <a:gd name="connsiteY68" fmla="*/ 151761 h 414642"/>
              <a:gd name="connsiteX69" fmla="*/ 91146 w 607639"/>
              <a:gd name="connsiteY69" fmla="*/ 141625 h 414642"/>
              <a:gd name="connsiteX70" fmla="*/ 364566 w 607639"/>
              <a:gd name="connsiteY70" fmla="*/ 102176 h 414642"/>
              <a:gd name="connsiteX71" fmla="*/ 283573 w 607639"/>
              <a:gd name="connsiteY71" fmla="*/ 192194 h 414642"/>
              <a:gd name="connsiteX72" fmla="*/ 374712 w 607639"/>
              <a:gd name="connsiteY72" fmla="*/ 283188 h 414642"/>
              <a:gd name="connsiteX73" fmla="*/ 464783 w 607639"/>
              <a:gd name="connsiteY73" fmla="*/ 202235 h 414642"/>
              <a:gd name="connsiteX74" fmla="*/ 374712 w 607639"/>
              <a:gd name="connsiteY74" fmla="*/ 202235 h 414642"/>
              <a:gd name="connsiteX75" fmla="*/ 364566 w 607639"/>
              <a:gd name="connsiteY75" fmla="*/ 192194 h 414642"/>
              <a:gd name="connsiteX76" fmla="*/ 182270 w 607639"/>
              <a:gd name="connsiteY76" fmla="*/ 101191 h 414642"/>
              <a:gd name="connsiteX77" fmla="*/ 192432 w 607639"/>
              <a:gd name="connsiteY77" fmla="*/ 101191 h 414642"/>
              <a:gd name="connsiteX78" fmla="*/ 202593 w 607639"/>
              <a:gd name="connsiteY78" fmla="*/ 111238 h 414642"/>
              <a:gd name="connsiteX79" fmla="*/ 192432 w 607639"/>
              <a:gd name="connsiteY79" fmla="*/ 121373 h 414642"/>
              <a:gd name="connsiteX80" fmla="*/ 182270 w 607639"/>
              <a:gd name="connsiteY80" fmla="*/ 121373 h 414642"/>
              <a:gd name="connsiteX81" fmla="*/ 172109 w 607639"/>
              <a:gd name="connsiteY81" fmla="*/ 111238 h 414642"/>
              <a:gd name="connsiteX82" fmla="*/ 182270 w 607639"/>
              <a:gd name="connsiteY82" fmla="*/ 101191 h 414642"/>
              <a:gd name="connsiteX83" fmla="*/ 91153 w 607639"/>
              <a:gd name="connsiteY83" fmla="*/ 101191 h 414642"/>
              <a:gd name="connsiteX84" fmla="*/ 141783 w 607639"/>
              <a:gd name="connsiteY84" fmla="*/ 101191 h 414642"/>
              <a:gd name="connsiteX85" fmla="*/ 151927 w 607639"/>
              <a:gd name="connsiteY85" fmla="*/ 111238 h 414642"/>
              <a:gd name="connsiteX86" fmla="*/ 141783 w 607639"/>
              <a:gd name="connsiteY86" fmla="*/ 121373 h 414642"/>
              <a:gd name="connsiteX87" fmla="*/ 91153 w 607639"/>
              <a:gd name="connsiteY87" fmla="*/ 121373 h 414642"/>
              <a:gd name="connsiteX88" fmla="*/ 81009 w 607639"/>
              <a:gd name="connsiteY88" fmla="*/ 111238 h 414642"/>
              <a:gd name="connsiteX89" fmla="*/ 91153 w 607639"/>
              <a:gd name="connsiteY89" fmla="*/ 101191 h 414642"/>
              <a:gd name="connsiteX90" fmla="*/ 374712 w 607639"/>
              <a:gd name="connsiteY90" fmla="*/ 80938 h 414642"/>
              <a:gd name="connsiteX91" fmla="*/ 384858 w 607639"/>
              <a:gd name="connsiteY91" fmla="*/ 91068 h 414642"/>
              <a:gd name="connsiteX92" fmla="*/ 384858 w 607639"/>
              <a:gd name="connsiteY92" fmla="*/ 182063 h 414642"/>
              <a:gd name="connsiteX93" fmla="*/ 475998 w 607639"/>
              <a:gd name="connsiteY93" fmla="*/ 182063 h 414642"/>
              <a:gd name="connsiteX94" fmla="*/ 486055 w 607639"/>
              <a:gd name="connsiteY94" fmla="*/ 192194 h 414642"/>
              <a:gd name="connsiteX95" fmla="*/ 374712 w 607639"/>
              <a:gd name="connsiteY95" fmla="*/ 303360 h 414642"/>
              <a:gd name="connsiteX96" fmla="*/ 263280 w 607639"/>
              <a:gd name="connsiteY96" fmla="*/ 192194 h 414642"/>
              <a:gd name="connsiteX97" fmla="*/ 374712 w 607639"/>
              <a:gd name="connsiteY97" fmla="*/ 80938 h 414642"/>
              <a:gd name="connsiteX98" fmla="*/ 425343 w 607639"/>
              <a:gd name="connsiteY98" fmla="*/ 61744 h 414642"/>
              <a:gd name="connsiteX99" fmla="*/ 425343 w 607639"/>
              <a:gd name="connsiteY99" fmla="*/ 141635 h 414642"/>
              <a:gd name="connsiteX100" fmla="*/ 505373 w 607639"/>
              <a:gd name="connsiteY100" fmla="*/ 141635 h 414642"/>
              <a:gd name="connsiteX101" fmla="*/ 425343 w 607639"/>
              <a:gd name="connsiteY101" fmla="*/ 61744 h 414642"/>
              <a:gd name="connsiteX102" fmla="*/ 161988 w 607639"/>
              <a:gd name="connsiteY102" fmla="*/ 60757 h 414642"/>
              <a:gd name="connsiteX103" fmla="*/ 232948 w 607639"/>
              <a:gd name="connsiteY103" fmla="*/ 60757 h 414642"/>
              <a:gd name="connsiteX104" fmla="*/ 243098 w 607639"/>
              <a:gd name="connsiteY104" fmla="*/ 70804 h 414642"/>
              <a:gd name="connsiteX105" fmla="*/ 232948 w 607639"/>
              <a:gd name="connsiteY105" fmla="*/ 80939 h 414642"/>
              <a:gd name="connsiteX106" fmla="*/ 161988 w 607639"/>
              <a:gd name="connsiteY106" fmla="*/ 80939 h 414642"/>
              <a:gd name="connsiteX107" fmla="*/ 151927 w 607639"/>
              <a:gd name="connsiteY107" fmla="*/ 70804 h 414642"/>
              <a:gd name="connsiteX108" fmla="*/ 161988 w 607639"/>
              <a:gd name="connsiteY108" fmla="*/ 60757 h 414642"/>
              <a:gd name="connsiteX109" fmla="*/ 91146 w 607639"/>
              <a:gd name="connsiteY109" fmla="*/ 60757 h 414642"/>
              <a:gd name="connsiteX110" fmla="*/ 121467 w 607639"/>
              <a:gd name="connsiteY110" fmla="*/ 60757 h 414642"/>
              <a:gd name="connsiteX111" fmla="*/ 131604 w 607639"/>
              <a:gd name="connsiteY111" fmla="*/ 70804 h 414642"/>
              <a:gd name="connsiteX112" fmla="*/ 121467 w 607639"/>
              <a:gd name="connsiteY112" fmla="*/ 80939 h 414642"/>
              <a:gd name="connsiteX113" fmla="*/ 91146 w 607639"/>
              <a:gd name="connsiteY113" fmla="*/ 80939 h 414642"/>
              <a:gd name="connsiteX114" fmla="*/ 81009 w 607639"/>
              <a:gd name="connsiteY114" fmla="*/ 70804 h 414642"/>
              <a:gd name="connsiteX115" fmla="*/ 91146 w 607639"/>
              <a:gd name="connsiteY115" fmla="*/ 60757 h 414642"/>
              <a:gd name="connsiteX116" fmla="*/ 415194 w 607639"/>
              <a:gd name="connsiteY116" fmla="*/ 40505 h 414642"/>
              <a:gd name="connsiteX117" fmla="*/ 526560 w 607639"/>
              <a:gd name="connsiteY117" fmla="*/ 151765 h 414642"/>
              <a:gd name="connsiteX118" fmla="*/ 516501 w 607639"/>
              <a:gd name="connsiteY118" fmla="*/ 161807 h 414642"/>
              <a:gd name="connsiteX119" fmla="*/ 415194 w 607639"/>
              <a:gd name="connsiteY119" fmla="*/ 161807 h 414642"/>
              <a:gd name="connsiteX120" fmla="*/ 405046 w 607639"/>
              <a:gd name="connsiteY120" fmla="*/ 151765 h 414642"/>
              <a:gd name="connsiteX121" fmla="*/ 405046 w 607639"/>
              <a:gd name="connsiteY121" fmla="*/ 50636 h 414642"/>
              <a:gd name="connsiteX122" fmla="*/ 415194 w 607639"/>
              <a:gd name="connsiteY122" fmla="*/ 40505 h 414642"/>
              <a:gd name="connsiteX123" fmla="*/ 70848 w 607639"/>
              <a:gd name="connsiteY123" fmla="*/ 20177 h 414642"/>
              <a:gd name="connsiteX124" fmla="*/ 60791 w 607639"/>
              <a:gd name="connsiteY124" fmla="*/ 30309 h 414642"/>
              <a:gd name="connsiteX125" fmla="*/ 60791 w 607639"/>
              <a:gd name="connsiteY125" fmla="*/ 343802 h 414642"/>
              <a:gd name="connsiteX126" fmla="*/ 222780 w 607639"/>
              <a:gd name="connsiteY126" fmla="*/ 343802 h 414642"/>
              <a:gd name="connsiteX127" fmla="*/ 232927 w 607639"/>
              <a:gd name="connsiteY127" fmla="*/ 353935 h 414642"/>
              <a:gd name="connsiteX128" fmla="*/ 232927 w 607639"/>
              <a:gd name="connsiteY128" fmla="*/ 364067 h 414642"/>
              <a:gd name="connsiteX129" fmla="*/ 374712 w 607639"/>
              <a:gd name="connsiteY129" fmla="*/ 364067 h 414642"/>
              <a:gd name="connsiteX130" fmla="*/ 374712 w 607639"/>
              <a:gd name="connsiteY130" fmla="*/ 353935 h 414642"/>
              <a:gd name="connsiteX131" fmla="*/ 384859 w 607639"/>
              <a:gd name="connsiteY131" fmla="*/ 343802 h 414642"/>
              <a:gd name="connsiteX132" fmla="*/ 546848 w 607639"/>
              <a:gd name="connsiteY132" fmla="*/ 343802 h 414642"/>
              <a:gd name="connsiteX133" fmla="*/ 546848 w 607639"/>
              <a:gd name="connsiteY133" fmla="*/ 30309 h 414642"/>
              <a:gd name="connsiteX134" fmla="*/ 536702 w 607639"/>
              <a:gd name="connsiteY134" fmla="*/ 20177 h 414642"/>
              <a:gd name="connsiteX135" fmla="*/ 70848 w 607639"/>
              <a:gd name="connsiteY135" fmla="*/ 0 h 414642"/>
              <a:gd name="connsiteX136" fmla="*/ 536702 w 607639"/>
              <a:gd name="connsiteY136" fmla="*/ 0 h 414642"/>
              <a:gd name="connsiteX137" fmla="*/ 567142 w 607639"/>
              <a:gd name="connsiteY137" fmla="*/ 30309 h 414642"/>
              <a:gd name="connsiteX138" fmla="*/ 567142 w 607639"/>
              <a:gd name="connsiteY138" fmla="*/ 343802 h 414642"/>
              <a:gd name="connsiteX139" fmla="*/ 597492 w 607639"/>
              <a:gd name="connsiteY139" fmla="*/ 343802 h 414642"/>
              <a:gd name="connsiteX140" fmla="*/ 607639 w 607639"/>
              <a:gd name="connsiteY140" fmla="*/ 353935 h 414642"/>
              <a:gd name="connsiteX141" fmla="*/ 607639 w 607639"/>
              <a:gd name="connsiteY141" fmla="*/ 384244 h 414642"/>
              <a:gd name="connsiteX142" fmla="*/ 577199 w 607639"/>
              <a:gd name="connsiteY142" fmla="*/ 414642 h 414642"/>
              <a:gd name="connsiteX143" fmla="*/ 30351 w 607639"/>
              <a:gd name="connsiteY143" fmla="*/ 414642 h 414642"/>
              <a:gd name="connsiteX144" fmla="*/ 0 w 607639"/>
              <a:gd name="connsiteY144" fmla="*/ 384244 h 414642"/>
              <a:gd name="connsiteX145" fmla="*/ 0 w 607639"/>
              <a:gd name="connsiteY145" fmla="*/ 353935 h 414642"/>
              <a:gd name="connsiteX146" fmla="*/ 10147 w 607639"/>
              <a:gd name="connsiteY146" fmla="*/ 343802 h 414642"/>
              <a:gd name="connsiteX147" fmla="*/ 40497 w 607639"/>
              <a:gd name="connsiteY147" fmla="*/ 343802 h 414642"/>
              <a:gd name="connsiteX148" fmla="*/ 40497 w 607639"/>
              <a:gd name="connsiteY148" fmla="*/ 30309 h 414642"/>
              <a:gd name="connsiteX149" fmla="*/ 70848 w 607639"/>
              <a:gd name="connsiteY149" fmla="*/ 0 h 414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607639" h="414642">
                <a:moveTo>
                  <a:pt x="20293" y="364067"/>
                </a:moveTo>
                <a:lnTo>
                  <a:pt x="20293" y="384244"/>
                </a:lnTo>
                <a:cubicBezTo>
                  <a:pt x="20293" y="390377"/>
                  <a:pt x="24299" y="394377"/>
                  <a:pt x="30351" y="394377"/>
                </a:cubicBezTo>
                <a:lnTo>
                  <a:pt x="577199" y="394377"/>
                </a:lnTo>
                <a:cubicBezTo>
                  <a:pt x="583341" y="394377"/>
                  <a:pt x="587346" y="390377"/>
                  <a:pt x="587346" y="384244"/>
                </a:cubicBezTo>
                <a:lnTo>
                  <a:pt x="587346" y="364067"/>
                </a:lnTo>
                <a:lnTo>
                  <a:pt x="556995" y="364067"/>
                </a:lnTo>
                <a:lnTo>
                  <a:pt x="394916" y="364067"/>
                </a:lnTo>
                <a:lnTo>
                  <a:pt x="394916" y="374200"/>
                </a:lnTo>
                <a:cubicBezTo>
                  <a:pt x="394916" y="380244"/>
                  <a:pt x="390911" y="384244"/>
                  <a:pt x="384859" y="384244"/>
                </a:cubicBezTo>
                <a:lnTo>
                  <a:pt x="222780" y="384244"/>
                </a:lnTo>
                <a:cubicBezTo>
                  <a:pt x="216728" y="384244"/>
                  <a:pt x="212634" y="380244"/>
                  <a:pt x="212634" y="374200"/>
                </a:cubicBezTo>
                <a:lnTo>
                  <a:pt x="212634" y="364067"/>
                </a:lnTo>
                <a:lnTo>
                  <a:pt x="50644" y="364067"/>
                </a:lnTo>
                <a:close/>
                <a:moveTo>
                  <a:pt x="182270" y="262926"/>
                </a:moveTo>
                <a:lnTo>
                  <a:pt x="192432" y="262926"/>
                </a:lnTo>
                <a:cubicBezTo>
                  <a:pt x="198493" y="262926"/>
                  <a:pt x="202593" y="267012"/>
                  <a:pt x="202593" y="273052"/>
                </a:cubicBezTo>
                <a:cubicBezTo>
                  <a:pt x="202593" y="279092"/>
                  <a:pt x="198493" y="283178"/>
                  <a:pt x="192432" y="283178"/>
                </a:cubicBezTo>
                <a:lnTo>
                  <a:pt x="182270" y="283178"/>
                </a:lnTo>
                <a:cubicBezTo>
                  <a:pt x="176209" y="283178"/>
                  <a:pt x="172109" y="279092"/>
                  <a:pt x="172109" y="273052"/>
                </a:cubicBezTo>
                <a:cubicBezTo>
                  <a:pt x="172109" y="267012"/>
                  <a:pt x="176209" y="262926"/>
                  <a:pt x="182270" y="262926"/>
                </a:cubicBezTo>
                <a:close/>
                <a:moveTo>
                  <a:pt x="91153" y="262926"/>
                </a:moveTo>
                <a:lnTo>
                  <a:pt x="141783" y="262926"/>
                </a:lnTo>
                <a:cubicBezTo>
                  <a:pt x="147834" y="262926"/>
                  <a:pt x="151927" y="267012"/>
                  <a:pt x="151927" y="273052"/>
                </a:cubicBezTo>
                <a:cubicBezTo>
                  <a:pt x="151927" y="279092"/>
                  <a:pt x="147834" y="283178"/>
                  <a:pt x="141783" y="283178"/>
                </a:cubicBezTo>
                <a:lnTo>
                  <a:pt x="91153" y="283178"/>
                </a:lnTo>
                <a:cubicBezTo>
                  <a:pt x="85102" y="283178"/>
                  <a:pt x="81009" y="279092"/>
                  <a:pt x="81009" y="273052"/>
                </a:cubicBezTo>
                <a:cubicBezTo>
                  <a:pt x="81009" y="267012"/>
                  <a:pt x="85102" y="262926"/>
                  <a:pt x="91153" y="262926"/>
                </a:cubicBezTo>
                <a:close/>
                <a:moveTo>
                  <a:pt x="161988" y="222493"/>
                </a:moveTo>
                <a:lnTo>
                  <a:pt x="232948" y="222493"/>
                </a:lnTo>
                <a:cubicBezTo>
                  <a:pt x="239002" y="222493"/>
                  <a:pt x="243098" y="226579"/>
                  <a:pt x="243098" y="232619"/>
                </a:cubicBezTo>
                <a:cubicBezTo>
                  <a:pt x="243098" y="238659"/>
                  <a:pt x="239002" y="242745"/>
                  <a:pt x="232948" y="242745"/>
                </a:cubicBezTo>
                <a:lnTo>
                  <a:pt x="161988" y="242745"/>
                </a:lnTo>
                <a:cubicBezTo>
                  <a:pt x="155934" y="242745"/>
                  <a:pt x="151927" y="238659"/>
                  <a:pt x="151927" y="232619"/>
                </a:cubicBezTo>
                <a:cubicBezTo>
                  <a:pt x="151927" y="226579"/>
                  <a:pt x="155934" y="222493"/>
                  <a:pt x="161988" y="222493"/>
                </a:cubicBezTo>
                <a:close/>
                <a:moveTo>
                  <a:pt x="91146" y="222493"/>
                </a:moveTo>
                <a:lnTo>
                  <a:pt x="121467" y="222493"/>
                </a:lnTo>
                <a:cubicBezTo>
                  <a:pt x="127603" y="222493"/>
                  <a:pt x="131604" y="226579"/>
                  <a:pt x="131604" y="232619"/>
                </a:cubicBezTo>
                <a:cubicBezTo>
                  <a:pt x="131604" y="238659"/>
                  <a:pt x="127603" y="242745"/>
                  <a:pt x="121467" y="242745"/>
                </a:cubicBezTo>
                <a:lnTo>
                  <a:pt x="91146" y="242745"/>
                </a:lnTo>
                <a:cubicBezTo>
                  <a:pt x="85099" y="242745"/>
                  <a:pt x="81009" y="238659"/>
                  <a:pt x="81009" y="232619"/>
                </a:cubicBezTo>
                <a:cubicBezTo>
                  <a:pt x="81009" y="226579"/>
                  <a:pt x="85099" y="222493"/>
                  <a:pt x="91146" y="222493"/>
                </a:cubicBezTo>
                <a:close/>
                <a:moveTo>
                  <a:pt x="182270" y="182059"/>
                </a:moveTo>
                <a:lnTo>
                  <a:pt x="192432" y="182059"/>
                </a:lnTo>
                <a:cubicBezTo>
                  <a:pt x="198493" y="182059"/>
                  <a:pt x="202593" y="186060"/>
                  <a:pt x="202593" y="192195"/>
                </a:cubicBezTo>
                <a:cubicBezTo>
                  <a:pt x="202593" y="198240"/>
                  <a:pt x="198493" y="202241"/>
                  <a:pt x="192432" y="202241"/>
                </a:cubicBezTo>
                <a:lnTo>
                  <a:pt x="182270" y="202241"/>
                </a:lnTo>
                <a:cubicBezTo>
                  <a:pt x="176209" y="202241"/>
                  <a:pt x="172109" y="198240"/>
                  <a:pt x="172109" y="192195"/>
                </a:cubicBezTo>
                <a:cubicBezTo>
                  <a:pt x="172109" y="186060"/>
                  <a:pt x="176209" y="182059"/>
                  <a:pt x="182270" y="182059"/>
                </a:cubicBezTo>
                <a:close/>
                <a:moveTo>
                  <a:pt x="91153" y="182059"/>
                </a:moveTo>
                <a:lnTo>
                  <a:pt x="141783" y="182059"/>
                </a:lnTo>
                <a:cubicBezTo>
                  <a:pt x="147834" y="182059"/>
                  <a:pt x="151927" y="186060"/>
                  <a:pt x="151927" y="192195"/>
                </a:cubicBezTo>
                <a:cubicBezTo>
                  <a:pt x="151927" y="198240"/>
                  <a:pt x="147834" y="202241"/>
                  <a:pt x="141783" y="202241"/>
                </a:cubicBezTo>
                <a:lnTo>
                  <a:pt x="91153" y="202241"/>
                </a:lnTo>
                <a:cubicBezTo>
                  <a:pt x="85102" y="202241"/>
                  <a:pt x="81009" y="198240"/>
                  <a:pt x="81009" y="192195"/>
                </a:cubicBezTo>
                <a:cubicBezTo>
                  <a:pt x="81009" y="186060"/>
                  <a:pt x="85102" y="182059"/>
                  <a:pt x="91153" y="182059"/>
                </a:cubicBezTo>
                <a:close/>
                <a:moveTo>
                  <a:pt x="161988" y="141625"/>
                </a:moveTo>
                <a:lnTo>
                  <a:pt x="232948" y="141625"/>
                </a:lnTo>
                <a:cubicBezTo>
                  <a:pt x="239002" y="141625"/>
                  <a:pt x="243098" y="145626"/>
                  <a:pt x="243098" y="151761"/>
                </a:cubicBezTo>
                <a:cubicBezTo>
                  <a:pt x="243098" y="157806"/>
                  <a:pt x="239002" y="161807"/>
                  <a:pt x="232948" y="161807"/>
                </a:cubicBezTo>
                <a:lnTo>
                  <a:pt x="161988" y="161807"/>
                </a:lnTo>
                <a:cubicBezTo>
                  <a:pt x="155934" y="161807"/>
                  <a:pt x="151927" y="157806"/>
                  <a:pt x="151927" y="151761"/>
                </a:cubicBezTo>
                <a:cubicBezTo>
                  <a:pt x="151927" y="145626"/>
                  <a:pt x="155934" y="141625"/>
                  <a:pt x="161988" y="141625"/>
                </a:cubicBezTo>
                <a:close/>
                <a:moveTo>
                  <a:pt x="91146" y="141625"/>
                </a:moveTo>
                <a:lnTo>
                  <a:pt x="121467" y="141625"/>
                </a:lnTo>
                <a:cubicBezTo>
                  <a:pt x="127603" y="141625"/>
                  <a:pt x="131604" y="145626"/>
                  <a:pt x="131604" y="151761"/>
                </a:cubicBezTo>
                <a:cubicBezTo>
                  <a:pt x="131604" y="157806"/>
                  <a:pt x="127603" y="161807"/>
                  <a:pt x="121467" y="161807"/>
                </a:cubicBezTo>
                <a:lnTo>
                  <a:pt x="91146" y="161807"/>
                </a:lnTo>
                <a:cubicBezTo>
                  <a:pt x="85099" y="161807"/>
                  <a:pt x="81009" y="157806"/>
                  <a:pt x="81009" y="151761"/>
                </a:cubicBezTo>
                <a:cubicBezTo>
                  <a:pt x="81009" y="145626"/>
                  <a:pt x="85099" y="141625"/>
                  <a:pt x="91146" y="141625"/>
                </a:cubicBezTo>
                <a:close/>
                <a:moveTo>
                  <a:pt x="364566" y="102176"/>
                </a:moveTo>
                <a:cubicBezTo>
                  <a:pt x="318996" y="107241"/>
                  <a:pt x="283573" y="145630"/>
                  <a:pt x="283573" y="192194"/>
                </a:cubicBezTo>
                <a:cubicBezTo>
                  <a:pt x="283573" y="242756"/>
                  <a:pt x="324069" y="283188"/>
                  <a:pt x="374712" y="283188"/>
                </a:cubicBezTo>
                <a:cubicBezTo>
                  <a:pt x="421261" y="283188"/>
                  <a:pt x="459799" y="247732"/>
                  <a:pt x="464783" y="202235"/>
                </a:cubicBezTo>
                <a:lnTo>
                  <a:pt x="374712" y="202235"/>
                </a:lnTo>
                <a:cubicBezTo>
                  <a:pt x="368660" y="202235"/>
                  <a:pt x="364566" y="198236"/>
                  <a:pt x="364566" y="192194"/>
                </a:cubicBezTo>
                <a:close/>
                <a:moveTo>
                  <a:pt x="182270" y="101191"/>
                </a:moveTo>
                <a:lnTo>
                  <a:pt x="192432" y="101191"/>
                </a:lnTo>
                <a:cubicBezTo>
                  <a:pt x="198493" y="101191"/>
                  <a:pt x="202593" y="105192"/>
                  <a:pt x="202593" y="111238"/>
                </a:cubicBezTo>
                <a:cubicBezTo>
                  <a:pt x="202593" y="117372"/>
                  <a:pt x="198493" y="121373"/>
                  <a:pt x="192432" y="121373"/>
                </a:cubicBezTo>
                <a:lnTo>
                  <a:pt x="182270" y="121373"/>
                </a:lnTo>
                <a:cubicBezTo>
                  <a:pt x="176209" y="121373"/>
                  <a:pt x="172109" y="117372"/>
                  <a:pt x="172109" y="111238"/>
                </a:cubicBezTo>
                <a:cubicBezTo>
                  <a:pt x="172109" y="105192"/>
                  <a:pt x="176209" y="101191"/>
                  <a:pt x="182270" y="101191"/>
                </a:cubicBezTo>
                <a:close/>
                <a:moveTo>
                  <a:pt x="91153" y="101191"/>
                </a:moveTo>
                <a:lnTo>
                  <a:pt x="141783" y="101191"/>
                </a:lnTo>
                <a:cubicBezTo>
                  <a:pt x="147834" y="101191"/>
                  <a:pt x="151927" y="105192"/>
                  <a:pt x="151927" y="111238"/>
                </a:cubicBezTo>
                <a:cubicBezTo>
                  <a:pt x="151927" y="117372"/>
                  <a:pt x="147834" y="121373"/>
                  <a:pt x="141783" y="121373"/>
                </a:cubicBezTo>
                <a:lnTo>
                  <a:pt x="91153" y="121373"/>
                </a:lnTo>
                <a:cubicBezTo>
                  <a:pt x="85102" y="121373"/>
                  <a:pt x="81009" y="117372"/>
                  <a:pt x="81009" y="111238"/>
                </a:cubicBezTo>
                <a:cubicBezTo>
                  <a:pt x="81009" y="105192"/>
                  <a:pt x="85102" y="101191"/>
                  <a:pt x="91153" y="101191"/>
                </a:cubicBezTo>
                <a:close/>
                <a:moveTo>
                  <a:pt x="374712" y="80938"/>
                </a:moveTo>
                <a:cubicBezTo>
                  <a:pt x="380764" y="80938"/>
                  <a:pt x="384858" y="85026"/>
                  <a:pt x="384858" y="91068"/>
                </a:cubicBezTo>
                <a:lnTo>
                  <a:pt x="384858" y="182063"/>
                </a:lnTo>
                <a:lnTo>
                  <a:pt x="475998" y="182063"/>
                </a:lnTo>
                <a:cubicBezTo>
                  <a:pt x="482050" y="182063"/>
                  <a:pt x="486055" y="186062"/>
                  <a:pt x="486055" y="192194"/>
                </a:cubicBezTo>
                <a:cubicBezTo>
                  <a:pt x="486055" y="253864"/>
                  <a:pt x="436480" y="303360"/>
                  <a:pt x="374712" y="303360"/>
                </a:cubicBezTo>
                <a:cubicBezTo>
                  <a:pt x="312944" y="303360"/>
                  <a:pt x="263280" y="253864"/>
                  <a:pt x="263280" y="192194"/>
                </a:cubicBezTo>
                <a:cubicBezTo>
                  <a:pt x="263280" y="130523"/>
                  <a:pt x="312944" y="80938"/>
                  <a:pt x="374712" y="80938"/>
                </a:cubicBezTo>
                <a:close/>
                <a:moveTo>
                  <a:pt x="425343" y="61744"/>
                </a:moveTo>
                <a:lnTo>
                  <a:pt x="425343" y="141635"/>
                </a:lnTo>
                <a:lnTo>
                  <a:pt x="505373" y="141635"/>
                </a:lnTo>
                <a:cubicBezTo>
                  <a:pt x="500299" y="99157"/>
                  <a:pt x="466827" y="65743"/>
                  <a:pt x="425343" y="61744"/>
                </a:cubicBezTo>
                <a:close/>
                <a:moveTo>
                  <a:pt x="161988" y="60757"/>
                </a:moveTo>
                <a:lnTo>
                  <a:pt x="232948" y="60757"/>
                </a:lnTo>
                <a:cubicBezTo>
                  <a:pt x="239002" y="60757"/>
                  <a:pt x="243098" y="64758"/>
                  <a:pt x="243098" y="70804"/>
                </a:cubicBezTo>
                <a:cubicBezTo>
                  <a:pt x="243098" y="76938"/>
                  <a:pt x="239002" y="80939"/>
                  <a:pt x="232948" y="80939"/>
                </a:cubicBezTo>
                <a:lnTo>
                  <a:pt x="161988" y="80939"/>
                </a:lnTo>
                <a:cubicBezTo>
                  <a:pt x="155934" y="80939"/>
                  <a:pt x="151927" y="76938"/>
                  <a:pt x="151927" y="70804"/>
                </a:cubicBezTo>
                <a:cubicBezTo>
                  <a:pt x="151927" y="64758"/>
                  <a:pt x="155934" y="60757"/>
                  <a:pt x="161988" y="60757"/>
                </a:cubicBezTo>
                <a:close/>
                <a:moveTo>
                  <a:pt x="91146" y="60757"/>
                </a:moveTo>
                <a:lnTo>
                  <a:pt x="121467" y="60757"/>
                </a:lnTo>
                <a:cubicBezTo>
                  <a:pt x="127603" y="60757"/>
                  <a:pt x="131604" y="64758"/>
                  <a:pt x="131604" y="70804"/>
                </a:cubicBezTo>
                <a:cubicBezTo>
                  <a:pt x="131604" y="76938"/>
                  <a:pt x="127603" y="80939"/>
                  <a:pt x="121467" y="80939"/>
                </a:cubicBezTo>
                <a:lnTo>
                  <a:pt x="91146" y="80939"/>
                </a:lnTo>
                <a:cubicBezTo>
                  <a:pt x="85099" y="80939"/>
                  <a:pt x="81009" y="76938"/>
                  <a:pt x="81009" y="70804"/>
                </a:cubicBezTo>
                <a:cubicBezTo>
                  <a:pt x="81009" y="64758"/>
                  <a:pt x="85099" y="60757"/>
                  <a:pt x="91146" y="60757"/>
                </a:cubicBezTo>
                <a:close/>
                <a:moveTo>
                  <a:pt x="415194" y="40505"/>
                </a:moveTo>
                <a:cubicBezTo>
                  <a:pt x="476975" y="40505"/>
                  <a:pt x="526560" y="90092"/>
                  <a:pt x="526560" y="151765"/>
                </a:cubicBezTo>
                <a:cubicBezTo>
                  <a:pt x="526560" y="157808"/>
                  <a:pt x="522554" y="161807"/>
                  <a:pt x="516501" y="161807"/>
                </a:cubicBezTo>
                <a:lnTo>
                  <a:pt x="415194" y="161807"/>
                </a:lnTo>
                <a:cubicBezTo>
                  <a:pt x="409141" y="161807"/>
                  <a:pt x="405046" y="157808"/>
                  <a:pt x="405046" y="151765"/>
                </a:cubicBezTo>
                <a:lnTo>
                  <a:pt x="405046" y="50636"/>
                </a:lnTo>
                <a:cubicBezTo>
                  <a:pt x="405046" y="44593"/>
                  <a:pt x="409141" y="40505"/>
                  <a:pt x="415194" y="40505"/>
                </a:cubicBezTo>
                <a:close/>
                <a:moveTo>
                  <a:pt x="70848" y="20177"/>
                </a:moveTo>
                <a:cubicBezTo>
                  <a:pt x="64796" y="20177"/>
                  <a:pt x="60791" y="24265"/>
                  <a:pt x="60791" y="30309"/>
                </a:cubicBezTo>
                <a:lnTo>
                  <a:pt x="60791" y="343802"/>
                </a:lnTo>
                <a:lnTo>
                  <a:pt x="222780" y="343802"/>
                </a:lnTo>
                <a:cubicBezTo>
                  <a:pt x="228833" y="343802"/>
                  <a:pt x="232927" y="347891"/>
                  <a:pt x="232927" y="353935"/>
                </a:cubicBezTo>
                <a:lnTo>
                  <a:pt x="232927" y="364067"/>
                </a:lnTo>
                <a:lnTo>
                  <a:pt x="374712" y="364067"/>
                </a:lnTo>
                <a:lnTo>
                  <a:pt x="374712" y="353935"/>
                </a:lnTo>
                <a:cubicBezTo>
                  <a:pt x="374712" y="347891"/>
                  <a:pt x="378718" y="343802"/>
                  <a:pt x="384859" y="343802"/>
                </a:cubicBezTo>
                <a:lnTo>
                  <a:pt x="546848" y="343802"/>
                </a:lnTo>
                <a:lnTo>
                  <a:pt x="546848" y="30309"/>
                </a:lnTo>
                <a:cubicBezTo>
                  <a:pt x="546848" y="24265"/>
                  <a:pt x="542754" y="20177"/>
                  <a:pt x="536702" y="20177"/>
                </a:cubicBezTo>
                <a:close/>
                <a:moveTo>
                  <a:pt x="70848" y="0"/>
                </a:moveTo>
                <a:lnTo>
                  <a:pt x="536702" y="0"/>
                </a:lnTo>
                <a:cubicBezTo>
                  <a:pt x="553969" y="0"/>
                  <a:pt x="567142" y="13155"/>
                  <a:pt x="567142" y="30309"/>
                </a:cubicBezTo>
                <a:lnTo>
                  <a:pt x="567142" y="343802"/>
                </a:lnTo>
                <a:lnTo>
                  <a:pt x="597492" y="343802"/>
                </a:lnTo>
                <a:cubicBezTo>
                  <a:pt x="603545" y="343802"/>
                  <a:pt x="607639" y="347891"/>
                  <a:pt x="607639" y="353935"/>
                </a:cubicBezTo>
                <a:lnTo>
                  <a:pt x="607639" y="384244"/>
                </a:lnTo>
                <a:cubicBezTo>
                  <a:pt x="607639" y="401487"/>
                  <a:pt x="594466" y="414642"/>
                  <a:pt x="577199" y="414642"/>
                </a:cubicBezTo>
                <a:lnTo>
                  <a:pt x="30351" y="414642"/>
                </a:lnTo>
                <a:cubicBezTo>
                  <a:pt x="13173" y="414642"/>
                  <a:pt x="0" y="401487"/>
                  <a:pt x="0" y="384244"/>
                </a:cubicBezTo>
                <a:lnTo>
                  <a:pt x="0" y="353935"/>
                </a:lnTo>
                <a:cubicBezTo>
                  <a:pt x="0" y="347891"/>
                  <a:pt x="4094" y="343802"/>
                  <a:pt x="10147" y="343802"/>
                </a:cubicBezTo>
                <a:lnTo>
                  <a:pt x="40497" y="343802"/>
                </a:lnTo>
                <a:lnTo>
                  <a:pt x="40497" y="30309"/>
                </a:lnTo>
                <a:cubicBezTo>
                  <a:pt x="40497" y="13155"/>
                  <a:pt x="53670" y="0"/>
                  <a:pt x="70848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vert="horz" wrap="square" lIns="243776" tIns="121888" rIns="243776" bIns="121888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/>
            <a:endParaRPr lang="en-US" sz="9595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4" name="işľíḍe"/>
          <p:cNvSpPr txBox="1"/>
          <p:nvPr/>
        </p:nvSpPr>
        <p:spPr>
          <a:xfrm>
            <a:off x="642434" y="1666479"/>
            <a:ext cx="420585" cy="402187"/>
          </a:xfrm>
          <a:prstGeom prst="rect">
            <a:avLst/>
          </a:prstGeom>
          <a:noFill/>
        </p:spPr>
        <p:txBody>
          <a:bodyPr wrap="square" lIns="120000" tIns="62400" rIns="120000" bIns="62400" numCol="1" anchor="ctr">
            <a:prstTxWarp prst="textPlain">
              <a:avLst/>
            </a:prstTxWarp>
            <a:normAutofit fontScale="32500" lnSpcReduction="20000"/>
          </a:bodyPr>
          <a:lstStyle/>
          <a:p>
            <a:r>
              <a:rPr lang="en-US" sz="6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“</a:t>
            </a:r>
            <a:endParaRPr lang="en-US" sz="6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4574382" y="449878"/>
            <a:ext cx="30432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从Web端到客户端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标题 1"/>
          <p:cNvSpPr txBox="1"/>
          <p:nvPr/>
        </p:nvSpPr>
        <p:spPr>
          <a:xfrm>
            <a:off x="4024751" y="890576"/>
            <a:ext cx="4142498" cy="33520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SECURITY DRIVEN</a:t>
            </a:r>
            <a:endParaRPr lang="zh-CN" altLang="en-US" sz="105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íşḻiḓe"/>
          <p:cNvSpPr/>
          <p:nvPr/>
        </p:nvSpPr>
        <p:spPr bwMode="auto">
          <a:xfrm>
            <a:off x="1263458" y="2141972"/>
            <a:ext cx="4046761" cy="8321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MVP验证·统一登录·选线功能·跨平台快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ïsļïdé"/>
          <p:cNvSpPr txBox="1"/>
          <p:nvPr/>
        </p:nvSpPr>
        <p:spPr bwMode="auto">
          <a:xfrm>
            <a:off x="1263458" y="1851739"/>
            <a:ext cx="1278498" cy="441805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第一版Web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8424463" y="2635293"/>
            <a:ext cx="317818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HTTP明文·抓包可见密码·与零信任矛盾</a:t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8424463" y="2282715"/>
            <a:ext cx="2241682" cy="424677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120000"/>
              </a:lnSpc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安全问题</a:t>
            </a:r>
            <a:endParaRPr lang="zh-CN" altLang="en-US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7510318" y="4311080"/>
            <a:ext cx="317818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TLS 1.3加密·Qt跨平台·Win/Mac原生</a:t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7510318" y="3958502"/>
            <a:ext cx="2241682" cy="424677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120000"/>
              </a:lnSpc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第二版客户端</a:t>
            </a:r>
            <a:endParaRPr lang="zh-CN" altLang="en-US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6416774" y="5616401"/>
            <a:ext cx="317818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安全把第一解否决了·不是失败是演进</a:t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6416774" y="5263823"/>
            <a:ext cx="2241682" cy="424677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120000"/>
              </a:lnSpc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关键转折</a:t>
            </a:r>
            <a:endParaRPr lang="zh-CN" altLang="en-US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1228380" y="4977645"/>
            <a:ext cx="317818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用户端Web入口已下线·只保留管理端</a:t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1228380" y="4625067"/>
            <a:ext cx="2241682" cy="424677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120000"/>
              </a:lnSpc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Web下线</a:t>
            </a:r>
            <a:endParaRPr lang="zh-CN" altLang="en-US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>
        <p15:prstTrans prst="fractur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988" b="111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169091" y="0"/>
            <a:ext cx="1538883" cy="694966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CN" sz="8800" spc="600" dirty="0">
                <a:solidFill>
                  <a:schemeClr val="bg1">
                    <a:alpha val="19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sz="8800" spc="600" dirty="0">
              <a:solidFill>
                <a:schemeClr val="bg1">
                  <a:alpha val="19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6"/>
          <p:cNvSpPr/>
          <p:nvPr/>
        </p:nvSpPr>
        <p:spPr>
          <a:xfrm>
            <a:off x="3242260" y="2087880"/>
            <a:ext cx="5707480" cy="1880324"/>
          </a:xfrm>
          <a:custGeom>
            <a:avLst/>
            <a:gdLst>
              <a:gd name="connsiteX0" fmla="*/ 0 w 5138768"/>
              <a:gd name="connsiteY0" fmla="*/ 0 h 1211357"/>
              <a:gd name="connsiteX1" fmla="*/ 5138768 w 5138768"/>
              <a:gd name="connsiteY1" fmla="*/ 0 h 1211357"/>
              <a:gd name="connsiteX2" fmla="*/ 5138768 w 5138768"/>
              <a:gd name="connsiteY2" fmla="*/ 1211357 h 1211357"/>
              <a:gd name="connsiteX3" fmla="*/ 0 w 5138768"/>
              <a:gd name="connsiteY3" fmla="*/ 1211357 h 1211357"/>
              <a:gd name="connsiteX4" fmla="*/ 0 w 5138768"/>
              <a:gd name="connsiteY4" fmla="*/ 0 h 1211357"/>
              <a:gd name="connsiteX0-1" fmla="*/ 0 w 5350641"/>
              <a:gd name="connsiteY0-2" fmla="*/ 345688 h 1557045"/>
              <a:gd name="connsiteX1-3" fmla="*/ 5350641 w 5350641"/>
              <a:gd name="connsiteY1-4" fmla="*/ 0 h 1557045"/>
              <a:gd name="connsiteX2-5" fmla="*/ 5138768 w 5350641"/>
              <a:gd name="connsiteY2-6" fmla="*/ 1557045 h 1557045"/>
              <a:gd name="connsiteX3-7" fmla="*/ 0 w 5350641"/>
              <a:gd name="connsiteY3-8" fmla="*/ 1557045 h 1557045"/>
              <a:gd name="connsiteX4-9" fmla="*/ 0 w 5350641"/>
              <a:gd name="connsiteY4-10" fmla="*/ 345688 h 1557045"/>
              <a:gd name="connsiteX0-11" fmla="*/ 0 w 5707480"/>
              <a:gd name="connsiteY0-12" fmla="*/ 345688 h 1579347"/>
              <a:gd name="connsiteX1-13" fmla="*/ 5350641 w 5707480"/>
              <a:gd name="connsiteY1-14" fmla="*/ 0 h 1579347"/>
              <a:gd name="connsiteX2-15" fmla="*/ 5707480 w 5707480"/>
              <a:gd name="connsiteY2-16" fmla="*/ 1579347 h 1579347"/>
              <a:gd name="connsiteX3-17" fmla="*/ 0 w 5707480"/>
              <a:gd name="connsiteY3-18" fmla="*/ 1557045 h 1579347"/>
              <a:gd name="connsiteX4-19" fmla="*/ 0 w 5707480"/>
              <a:gd name="connsiteY4-20" fmla="*/ 345688 h 157934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5707480" h="1579347">
                <a:moveTo>
                  <a:pt x="0" y="345688"/>
                </a:moveTo>
                <a:lnTo>
                  <a:pt x="5350641" y="0"/>
                </a:lnTo>
                <a:lnTo>
                  <a:pt x="5707480" y="1579347"/>
                </a:lnTo>
                <a:lnTo>
                  <a:pt x="0" y="1557045"/>
                </a:lnTo>
                <a:lnTo>
                  <a:pt x="0" y="345688"/>
                </a:ln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8" name="标题 1"/>
          <p:cNvSpPr txBox="1"/>
          <p:nvPr/>
        </p:nvSpPr>
        <p:spPr>
          <a:xfrm>
            <a:off x="3389134" y="2702157"/>
            <a:ext cx="5413732" cy="65420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 人机协作决策</a:t>
            </a:r>
            <a:endParaRPr lang="zh-CN" altLang="en-US" sz="4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标题 1"/>
          <p:cNvSpPr txBox="1"/>
          <p:nvPr/>
        </p:nvSpPr>
        <p:spPr>
          <a:xfrm>
            <a:off x="3525064" y="3448029"/>
            <a:ext cx="5141872" cy="49202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 LISTS, HUMAN DECIDES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4304030" y="4186555"/>
            <a:ext cx="1792605" cy="1753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Qt四选一
跨平台设计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6234125" y="4190958"/>
            <a:ext cx="139653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人给约束
AI列方案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PA_库_矩形 5"/>
          <p:cNvSpPr/>
          <p:nvPr>
            <p:custDataLst>
              <p:tags r:id="rId2"/>
            </p:custDataLst>
          </p:nvPr>
        </p:nvSpPr>
        <p:spPr>
          <a:xfrm>
            <a:off x="207485" y="218308"/>
            <a:ext cx="11777030" cy="6421384"/>
          </a:xfrm>
          <a:prstGeom prst="rect">
            <a:avLst/>
          </a:prstGeom>
          <a:noFill/>
          <a:ln>
            <a:gradFill flip="none" rotWithShape="1">
              <a:gsLst>
                <a:gs pos="0">
                  <a:srgbClr val="AB442C"/>
                </a:gs>
                <a:gs pos="39000">
                  <a:srgbClr val="E5BE8B"/>
                </a:gs>
                <a:gs pos="69000">
                  <a:srgbClr val="90316F"/>
                </a:gs>
                <a:gs pos="100000">
                  <a:srgbClr val="2B8F94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971615" y="2745042"/>
            <a:ext cx="4232675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8700" dirty="0" smtClean="0">
                <a:solidFill>
                  <a:schemeClr val="bg1">
                    <a:alpha val="2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02</a:t>
            </a:r>
            <a:endParaRPr lang="zh-CN" altLang="en-US" sz="28700" dirty="0">
              <a:solidFill>
                <a:schemeClr val="bg1">
                  <a:alpha val="2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280"/>
          <p:cNvCxnSpPr/>
          <p:nvPr/>
        </p:nvCxnSpPr>
        <p:spPr>
          <a:xfrm>
            <a:off x="3798627" y="3053387"/>
            <a:ext cx="149282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sysDash"/>
            <a:headEnd type="oval" w="lg" len="lg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281"/>
          <p:cNvCxnSpPr/>
          <p:nvPr/>
        </p:nvCxnSpPr>
        <p:spPr>
          <a:xfrm>
            <a:off x="6252377" y="2228979"/>
            <a:ext cx="1601875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sysDash"/>
            <a:headEnd type="none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290"/>
          <p:cNvCxnSpPr/>
          <p:nvPr/>
        </p:nvCxnSpPr>
        <p:spPr>
          <a:xfrm>
            <a:off x="6972758" y="4421477"/>
            <a:ext cx="149282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sysDash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91"/>
          <p:cNvCxnSpPr/>
          <p:nvPr/>
        </p:nvCxnSpPr>
        <p:spPr>
          <a:xfrm>
            <a:off x="4298013" y="5345925"/>
            <a:ext cx="1601875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sysDash"/>
            <a:headEnd type="oval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Freeform 5"/>
          <p:cNvSpPr/>
          <p:nvPr/>
        </p:nvSpPr>
        <p:spPr bwMode="auto">
          <a:xfrm rot="3221378">
            <a:off x="5169712" y="2306299"/>
            <a:ext cx="2123488" cy="1250364"/>
          </a:xfrm>
          <a:custGeom>
            <a:avLst/>
            <a:gdLst>
              <a:gd name="T0" fmla="*/ 178 w 872"/>
              <a:gd name="T1" fmla="*/ 512 h 512"/>
              <a:gd name="T2" fmla="*/ 158 w 872"/>
              <a:gd name="T3" fmla="*/ 374 h 512"/>
              <a:gd name="T4" fmla="*/ 153 w 872"/>
              <a:gd name="T5" fmla="*/ 317 h 512"/>
              <a:gd name="T6" fmla="*/ 148 w 872"/>
              <a:gd name="T7" fmla="*/ 309 h 512"/>
              <a:gd name="T8" fmla="*/ 140 w 872"/>
              <a:gd name="T9" fmla="*/ 312 h 512"/>
              <a:gd name="T10" fmla="*/ 47 w 872"/>
              <a:gd name="T11" fmla="*/ 327 h 512"/>
              <a:gd name="T12" fmla="*/ 5 w 872"/>
              <a:gd name="T13" fmla="*/ 246 h 512"/>
              <a:gd name="T14" fmla="*/ 71 w 872"/>
              <a:gd name="T15" fmla="*/ 178 h 512"/>
              <a:gd name="T16" fmla="*/ 139 w 872"/>
              <a:gd name="T17" fmla="*/ 199 h 512"/>
              <a:gd name="T18" fmla="*/ 149 w 872"/>
              <a:gd name="T19" fmla="*/ 204 h 512"/>
              <a:gd name="T20" fmla="*/ 154 w 872"/>
              <a:gd name="T21" fmla="*/ 193 h 512"/>
              <a:gd name="T22" fmla="*/ 179 w 872"/>
              <a:gd name="T23" fmla="*/ 6 h 512"/>
              <a:gd name="T24" fmla="*/ 180 w 872"/>
              <a:gd name="T25" fmla="*/ 0 h 512"/>
              <a:gd name="T26" fmla="*/ 221 w 872"/>
              <a:gd name="T27" fmla="*/ 8 h 512"/>
              <a:gd name="T28" fmla="*/ 374 w 872"/>
              <a:gd name="T29" fmla="*/ 27 h 512"/>
              <a:gd name="T30" fmla="*/ 384 w 872"/>
              <a:gd name="T31" fmla="*/ 31 h 512"/>
              <a:gd name="T32" fmla="*/ 380 w 872"/>
              <a:gd name="T33" fmla="*/ 41 h 512"/>
              <a:gd name="T34" fmla="*/ 365 w 872"/>
              <a:gd name="T35" fmla="*/ 132 h 512"/>
              <a:gd name="T36" fmla="*/ 448 w 872"/>
              <a:gd name="T37" fmla="*/ 175 h 512"/>
              <a:gd name="T38" fmla="*/ 514 w 872"/>
              <a:gd name="T39" fmla="*/ 111 h 512"/>
              <a:gd name="T40" fmla="*/ 491 w 872"/>
              <a:gd name="T41" fmla="*/ 39 h 512"/>
              <a:gd name="T42" fmla="*/ 488 w 872"/>
              <a:gd name="T43" fmla="*/ 32 h 512"/>
              <a:gd name="T44" fmla="*/ 496 w 872"/>
              <a:gd name="T45" fmla="*/ 27 h 512"/>
              <a:gd name="T46" fmla="*/ 593 w 872"/>
              <a:gd name="T47" fmla="*/ 17 h 512"/>
              <a:gd name="T48" fmla="*/ 691 w 872"/>
              <a:gd name="T49" fmla="*/ 1 h 512"/>
              <a:gd name="T50" fmla="*/ 697 w 872"/>
              <a:gd name="T51" fmla="*/ 25 h 512"/>
              <a:gd name="T52" fmla="*/ 719 w 872"/>
              <a:gd name="T53" fmla="*/ 196 h 512"/>
              <a:gd name="T54" fmla="*/ 723 w 872"/>
              <a:gd name="T55" fmla="*/ 203 h 512"/>
              <a:gd name="T56" fmla="*/ 732 w 872"/>
              <a:gd name="T57" fmla="*/ 200 h 512"/>
              <a:gd name="T58" fmla="*/ 816 w 872"/>
              <a:gd name="T59" fmla="*/ 182 h 512"/>
              <a:gd name="T60" fmla="*/ 868 w 872"/>
              <a:gd name="T61" fmla="*/ 251 h 512"/>
              <a:gd name="T62" fmla="*/ 799 w 872"/>
              <a:gd name="T63" fmla="*/ 334 h 512"/>
              <a:gd name="T64" fmla="*/ 732 w 872"/>
              <a:gd name="T65" fmla="*/ 312 h 512"/>
              <a:gd name="T66" fmla="*/ 723 w 872"/>
              <a:gd name="T67" fmla="*/ 309 h 512"/>
              <a:gd name="T68" fmla="*/ 718 w 872"/>
              <a:gd name="T69" fmla="*/ 318 h 512"/>
              <a:gd name="T70" fmla="*/ 693 w 872"/>
              <a:gd name="T71" fmla="*/ 506 h 512"/>
              <a:gd name="T72" fmla="*/ 691 w 872"/>
              <a:gd name="T73" fmla="*/ 512 h 512"/>
              <a:gd name="T74" fmla="*/ 641 w 872"/>
              <a:gd name="T75" fmla="*/ 503 h 512"/>
              <a:gd name="T76" fmla="*/ 498 w 872"/>
              <a:gd name="T77" fmla="*/ 486 h 512"/>
              <a:gd name="T78" fmla="*/ 488 w 872"/>
              <a:gd name="T79" fmla="*/ 481 h 512"/>
              <a:gd name="T80" fmla="*/ 492 w 872"/>
              <a:gd name="T81" fmla="*/ 471 h 512"/>
              <a:gd name="T82" fmla="*/ 492 w 872"/>
              <a:gd name="T83" fmla="*/ 360 h 512"/>
              <a:gd name="T84" fmla="*/ 380 w 872"/>
              <a:gd name="T85" fmla="*/ 360 h 512"/>
              <a:gd name="T86" fmla="*/ 380 w 872"/>
              <a:gd name="T87" fmla="*/ 471 h 512"/>
              <a:gd name="T88" fmla="*/ 384 w 872"/>
              <a:gd name="T89" fmla="*/ 481 h 512"/>
              <a:gd name="T90" fmla="*/ 375 w 872"/>
              <a:gd name="T91" fmla="*/ 486 h 512"/>
              <a:gd name="T92" fmla="*/ 189 w 872"/>
              <a:gd name="T93" fmla="*/ 511 h 512"/>
              <a:gd name="T94" fmla="*/ 178 w 872"/>
              <a:gd name="T95" fmla="*/ 512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872" h="512">
                <a:moveTo>
                  <a:pt x="178" y="512"/>
                </a:moveTo>
                <a:cubicBezTo>
                  <a:pt x="171" y="465"/>
                  <a:pt x="164" y="420"/>
                  <a:pt x="158" y="374"/>
                </a:cubicBezTo>
                <a:cubicBezTo>
                  <a:pt x="155" y="355"/>
                  <a:pt x="155" y="336"/>
                  <a:pt x="153" y="317"/>
                </a:cubicBezTo>
                <a:cubicBezTo>
                  <a:pt x="153" y="314"/>
                  <a:pt x="151" y="310"/>
                  <a:pt x="148" y="309"/>
                </a:cubicBezTo>
                <a:cubicBezTo>
                  <a:pt x="147" y="308"/>
                  <a:pt x="142" y="310"/>
                  <a:pt x="140" y="312"/>
                </a:cubicBezTo>
                <a:cubicBezTo>
                  <a:pt x="114" y="337"/>
                  <a:pt x="78" y="343"/>
                  <a:pt x="47" y="327"/>
                </a:cubicBezTo>
                <a:cubicBezTo>
                  <a:pt x="17" y="311"/>
                  <a:pt x="0" y="278"/>
                  <a:pt x="5" y="246"/>
                </a:cubicBezTo>
                <a:cubicBezTo>
                  <a:pt x="10" y="211"/>
                  <a:pt x="35" y="184"/>
                  <a:pt x="71" y="178"/>
                </a:cubicBezTo>
                <a:cubicBezTo>
                  <a:pt x="96" y="173"/>
                  <a:pt x="119" y="181"/>
                  <a:pt x="139" y="199"/>
                </a:cubicBezTo>
                <a:cubicBezTo>
                  <a:pt x="141" y="201"/>
                  <a:pt x="145" y="202"/>
                  <a:pt x="149" y="204"/>
                </a:cubicBezTo>
                <a:cubicBezTo>
                  <a:pt x="150" y="200"/>
                  <a:pt x="153" y="197"/>
                  <a:pt x="154" y="193"/>
                </a:cubicBezTo>
                <a:cubicBezTo>
                  <a:pt x="157" y="130"/>
                  <a:pt x="165" y="67"/>
                  <a:pt x="179" y="6"/>
                </a:cubicBezTo>
                <a:cubicBezTo>
                  <a:pt x="179" y="4"/>
                  <a:pt x="180" y="3"/>
                  <a:pt x="180" y="0"/>
                </a:cubicBezTo>
                <a:cubicBezTo>
                  <a:pt x="194" y="3"/>
                  <a:pt x="207" y="6"/>
                  <a:pt x="221" y="8"/>
                </a:cubicBezTo>
                <a:cubicBezTo>
                  <a:pt x="272" y="14"/>
                  <a:pt x="323" y="20"/>
                  <a:pt x="374" y="27"/>
                </a:cubicBezTo>
                <a:cubicBezTo>
                  <a:pt x="377" y="27"/>
                  <a:pt x="381" y="30"/>
                  <a:pt x="384" y="31"/>
                </a:cubicBezTo>
                <a:cubicBezTo>
                  <a:pt x="383" y="34"/>
                  <a:pt x="382" y="38"/>
                  <a:pt x="380" y="41"/>
                </a:cubicBezTo>
                <a:cubicBezTo>
                  <a:pt x="356" y="66"/>
                  <a:pt x="350" y="102"/>
                  <a:pt x="365" y="132"/>
                </a:cubicBezTo>
                <a:cubicBezTo>
                  <a:pt x="381" y="163"/>
                  <a:pt x="413" y="179"/>
                  <a:pt x="448" y="175"/>
                </a:cubicBezTo>
                <a:cubicBezTo>
                  <a:pt x="480" y="170"/>
                  <a:pt x="507" y="145"/>
                  <a:pt x="514" y="111"/>
                </a:cubicBezTo>
                <a:cubicBezTo>
                  <a:pt x="519" y="84"/>
                  <a:pt x="511" y="60"/>
                  <a:pt x="491" y="39"/>
                </a:cubicBezTo>
                <a:cubicBezTo>
                  <a:pt x="489" y="37"/>
                  <a:pt x="487" y="33"/>
                  <a:pt x="488" y="32"/>
                </a:cubicBezTo>
                <a:cubicBezTo>
                  <a:pt x="489" y="29"/>
                  <a:pt x="493" y="27"/>
                  <a:pt x="496" y="27"/>
                </a:cubicBezTo>
                <a:cubicBezTo>
                  <a:pt x="528" y="23"/>
                  <a:pt x="561" y="21"/>
                  <a:pt x="593" y="17"/>
                </a:cubicBezTo>
                <a:cubicBezTo>
                  <a:pt x="626" y="13"/>
                  <a:pt x="658" y="7"/>
                  <a:pt x="691" y="1"/>
                </a:cubicBezTo>
                <a:cubicBezTo>
                  <a:pt x="693" y="8"/>
                  <a:pt x="695" y="16"/>
                  <a:pt x="697" y="25"/>
                </a:cubicBezTo>
                <a:cubicBezTo>
                  <a:pt x="708" y="81"/>
                  <a:pt x="716" y="138"/>
                  <a:pt x="719" y="196"/>
                </a:cubicBezTo>
                <a:cubicBezTo>
                  <a:pt x="719" y="198"/>
                  <a:pt x="721" y="203"/>
                  <a:pt x="723" y="203"/>
                </a:cubicBezTo>
                <a:cubicBezTo>
                  <a:pt x="725" y="204"/>
                  <a:pt x="729" y="202"/>
                  <a:pt x="732" y="200"/>
                </a:cubicBezTo>
                <a:cubicBezTo>
                  <a:pt x="756" y="178"/>
                  <a:pt x="784" y="170"/>
                  <a:pt x="816" y="182"/>
                </a:cubicBezTo>
                <a:cubicBezTo>
                  <a:pt x="847" y="193"/>
                  <a:pt x="864" y="218"/>
                  <a:pt x="868" y="251"/>
                </a:cubicBezTo>
                <a:cubicBezTo>
                  <a:pt x="872" y="290"/>
                  <a:pt x="839" y="330"/>
                  <a:pt x="799" y="334"/>
                </a:cubicBezTo>
                <a:cubicBezTo>
                  <a:pt x="773" y="338"/>
                  <a:pt x="751" y="330"/>
                  <a:pt x="732" y="312"/>
                </a:cubicBezTo>
                <a:cubicBezTo>
                  <a:pt x="730" y="310"/>
                  <a:pt x="725" y="308"/>
                  <a:pt x="723" y="309"/>
                </a:cubicBezTo>
                <a:cubicBezTo>
                  <a:pt x="720" y="310"/>
                  <a:pt x="719" y="315"/>
                  <a:pt x="718" y="318"/>
                </a:cubicBezTo>
                <a:cubicBezTo>
                  <a:pt x="715" y="381"/>
                  <a:pt x="706" y="444"/>
                  <a:pt x="693" y="506"/>
                </a:cubicBezTo>
                <a:cubicBezTo>
                  <a:pt x="693" y="508"/>
                  <a:pt x="692" y="509"/>
                  <a:pt x="691" y="512"/>
                </a:cubicBezTo>
                <a:cubicBezTo>
                  <a:pt x="674" y="509"/>
                  <a:pt x="658" y="505"/>
                  <a:pt x="641" y="503"/>
                </a:cubicBezTo>
                <a:cubicBezTo>
                  <a:pt x="594" y="497"/>
                  <a:pt x="546" y="491"/>
                  <a:pt x="498" y="486"/>
                </a:cubicBezTo>
                <a:cubicBezTo>
                  <a:pt x="495" y="485"/>
                  <a:pt x="491" y="483"/>
                  <a:pt x="488" y="481"/>
                </a:cubicBezTo>
                <a:cubicBezTo>
                  <a:pt x="489" y="478"/>
                  <a:pt x="490" y="474"/>
                  <a:pt x="492" y="471"/>
                </a:cubicBezTo>
                <a:cubicBezTo>
                  <a:pt x="523" y="439"/>
                  <a:pt x="523" y="390"/>
                  <a:pt x="492" y="360"/>
                </a:cubicBezTo>
                <a:cubicBezTo>
                  <a:pt x="461" y="329"/>
                  <a:pt x="411" y="329"/>
                  <a:pt x="380" y="360"/>
                </a:cubicBezTo>
                <a:cubicBezTo>
                  <a:pt x="349" y="391"/>
                  <a:pt x="349" y="439"/>
                  <a:pt x="380" y="471"/>
                </a:cubicBezTo>
                <a:cubicBezTo>
                  <a:pt x="382" y="474"/>
                  <a:pt x="384" y="478"/>
                  <a:pt x="384" y="481"/>
                </a:cubicBezTo>
                <a:cubicBezTo>
                  <a:pt x="384" y="483"/>
                  <a:pt x="378" y="485"/>
                  <a:pt x="375" y="486"/>
                </a:cubicBezTo>
                <a:cubicBezTo>
                  <a:pt x="313" y="489"/>
                  <a:pt x="251" y="497"/>
                  <a:pt x="189" y="511"/>
                </a:cubicBezTo>
                <a:cubicBezTo>
                  <a:pt x="187" y="511"/>
                  <a:pt x="184" y="511"/>
                  <a:pt x="178" y="512"/>
                </a:cubicBezTo>
                <a:close/>
              </a:path>
            </a:pathLst>
          </a:custGeom>
          <a:solidFill>
            <a:srgbClr val="C00000"/>
          </a:solidFill>
          <a:ln>
            <a:solidFill>
              <a:schemeClr val="bg1"/>
            </a:solidFill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14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Freeform 272"/>
          <p:cNvSpPr/>
          <p:nvPr/>
        </p:nvSpPr>
        <p:spPr bwMode="auto">
          <a:xfrm rot="8621378">
            <a:off x="5909859" y="3311519"/>
            <a:ext cx="2123487" cy="1250364"/>
          </a:xfrm>
          <a:custGeom>
            <a:avLst/>
            <a:gdLst>
              <a:gd name="T0" fmla="*/ 178 w 872"/>
              <a:gd name="T1" fmla="*/ 512 h 512"/>
              <a:gd name="T2" fmla="*/ 158 w 872"/>
              <a:gd name="T3" fmla="*/ 374 h 512"/>
              <a:gd name="T4" fmla="*/ 153 w 872"/>
              <a:gd name="T5" fmla="*/ 317 h 512"/>
              <a:gd name="T6" fmla="*/ 148 w 872"/>
              <a:gd name="T7" fmla="*/ 309 h 512"/>
              <a:gd name="T8" fmla="*/ 140 w 872"/>
              <a:gd name="T9" fmla="*/ 312 h 512"/>
              <a:gd name="T10" fmla="*/ 47 w 872"/>
              <a:gd name="T11" fmla="*/ 327 h 512"/>
              <a:gd name="T12" fmla="*/ 5 w 872"/>
              <a:gd name="T13" fmla="*/ 246 h 512"/>
              <a:gd name="T14" fmla="*/ 71 w 872"/>
              <a:gd name="T15" fmla="*/ 178 h 512"/>
              <a:gd name="T16" fmla="*/ 139 w 872"/>
              <a:gd name="T17" fmla="*/ 199 h 512"/>
              <a:gd name="T18" fmla="*/ 149 w 872"/>
              <a:gd name="T19" fmla="*/ 204 h 512"/>
              <a:gd name="T20" fmla="*/ 154 w 872"/>
              <a:gd name="T21" fmla="*/ 193 h 512"/>
              <a:gd name="T22" fmla="*/ 179 w 872"/>
              <a:gd name="T23" fmla="*/ 6 h 512"/>
              <a:gd name="T24" fmla="*/ 180 w 872"/>
              <a:gd name="T25" fmla="*/ 0 h 512"/>
              <a:gd name="T26" fmla="*/ 221 w 872"/>
              <a:gd name="T27" fmla="*/ 8 h 512"/>
              <a:gd name="T28" fmla="*/ 374 w 872"/>
              <a:gd name="T29" fmla="*/ 27 h 512"/>
              <a:gd name="T30" fmla="*/ 384 w 872"/>
              <a:gd name="T31" fmla="*/ 31 h 512"/>
              <a:gd name="T32" fmla="*/ 380 w 872"/>
              <a:gd name="T33" fmla="*/ 41 h 512"/>
              <a:gd name="T34" fmla="*/ 365 w 872"/>
              <a:gd name="T35" fmla="*/ 132 h 512"/>
              <a:gd name="T36" fmla="*/ 448 w 872"/>
              <a:gd name="T37" fmla="*/ 175 h 512"/>
              <a:gd name="T38" fmla="*/ 514 w 872"/>
              <a:gd name="T39" fmla="*/ 111 h 512"/>
              <a:gd name="T40" fmla="*/ 491 w 872"/>
              <a:gd name="T41" fmla="*/ 39 h 512"/>
              <a:gd name="T42" fmla="*/ 488 w 872"/>
              <a:gd name="T43" fmla="*/ 32 h 512"/>
              <a:gd name="T44" fmla="*/ 496 w 872"/>
              <a:gd name="T45" fmla="*/ 27 h 512"/>
              <a:gd name="T46" fmla="*/ 593 w 872"/>
              <a:gd name="T47" fmla="*/ 17 h 512"/>
              <a:gd name="T48" fmla="*/ 691 w 872"/>
              <a:gd name="T49" fmla="*/ 1 h 512"/>
              <a:gd name="T50" fmla="*/ 697 w 872"/>
              <a:gd name="T51" fmla="*/ 25 h 512"/>
              <a:gd name="T52" fmla="*/ 719 w 872"/>
              <a:gd name="T53" fmla="*/ 196 h 512"/>
              <a:gd name="T54" fmla="*/ 723 w 872"/>
              <a:gd name="T55" fmla="*/ 203 h 512"/>
              <a:gd name="T56" fmla="*/ 732 w 872"/>
              <a:gd name="T57" fmla="*/ 200 h 512"/>
              <a:gd name="T58" fmla="*/ 816 w 872"/>
              <a:gd name="T59" fmla="*/ 182 h 512"/>
              <a:gd name="T60" fmla="*/ 868 w 872"/>
              <a:gd name="T61" fmla="*/ 251 h 512"/>
              <a:gd name="T62" fmla="*/ 799 w 872"/>
              <a:gd name="T63" fmla="*/ 334 h 512"/>
              <a:gd name="T64" fmla="*/ 732 w 872"/>
              <a:gd name="T65" fmla="*/ 312 h 512"/>
              <a:gd name="T66" fmla="*/ 723 w 872"/>
              <a:gd name="T67" fmla="*/ 309 h 512"/>
              <a:gd name="T68" fmla="*/ 718 w 872"/>
              <a:gd name="T69" fmla="*/ 318 h 512"/>
              <a:gd name="T70" fmla="*/ 693 w 872"/>
              <a:gd name="T71" fmla="*/ 506 h 512"/>
              <a:gd name="T72" fmla="*/ 691 w 872"/>
              <a:gd name="T73" fmla="*/ 512 h 512"/>
              <a:gd name="T74" fmla="*/ 641 w 872"/>
              <a:gd name="T75" fmla="*/ 503 h 512"/>
              <a:gd name="T76" fmla="*/ 498 w 872"/>
              <a:gd name="T77" fmla="*/ 486 h 512"/>
              <a:gd name="T78" fmla="*/ 488 w 872"/>
              <a:gd name="T79" fmla="*/ 481 h 512"/>
              <a:gd name="T80" fmla="*/ 492 w 872"/>
              <a:gd name="T81" fmla="*/ 471 h 512"/>
              <a:gd name="T82" fmla="*/ 492 w 872"/>
              <a:gd name="T83" fmla="*/ 360 h 512"/>
              <a:gd name="T84" fmla="*/ 380 w 872"/>
              <a:gd name="T85" fmla="*/ 360 h 512"/>
              <a:gd name="T86" fmla="*/ 380 w 872"/>
              <a:gd name="T87" fmla="*/ 471 h 512"/>
              <a:gd name="T88" fmla="*/ 384 w 872"/>
              <a:gd name="T89" fmla="*/ 481 h 512"/>
              <a:gd name="T90" fmla="*/ 375 w 872"/>
              <a:gd name="T91" fmla="*/ 486 h 512"/>
              <a:gd name="T92" fmla="*/ 189 w 872"/>
              <a:gd name="T93" fmla="*/ 511 h 512"/>
              <a:gd name="T94" fmla="*/ 178 w 872"/>
              <a:gd name="T95" fmla="*/ 512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872" h="512">
                <a:moveTo>
                  <a:pt x="178" y="512"/>
                </a:moveTo>
                <a:cubicBezTo>
                  <a:pt x="171" y="465"/>
                  <a:pt x="164" y="420"/>
                  <a:pt x="158" y="374"/>
                </a:cubicBezTo>
                <a:cubicBezTo>
                  <a:pt x="155" y="355"/>
                  <a:pt x="155" y="336"/>
                  <a:pt x="153" y="317"/>
                </a:cubicBezTo>
                <a:cubicBezTo>
                  <a:pt x="153" y="314"/>
                  <a:pt x="151" y="310"/>
                  <a:pt x="148" y="309"/>
                </a:cubicBezTo>
                <a:cubicBezTo>
                  <a:pt x="147" y="308"/>
                  <a:pt x="142" y="310"/>
                  <a:pt x="140" y="312"/>
                </a:cubicBezTo>
                <a:cubicBezTo>
                  <a:pt x="114" y="337"/>
                  <a:pt x="78" y="343"/>
                  <a:pt x="47" y="327"/>
                </a:cubicBezTo>
                <a:cubicBezTo>
                  <a:pt x="17" y="311"/>
                  <a:pt x="0" y="278"/>
                  <a:pt x="5" y="246"/>
                </a:cubicBezTo>
                <a:cubicBezTo>
                  <a:pt x="10" y="211"/>
                  <a:pt x="35" y="184"/>
                  <a:pt x="71" y="178"/>
                </a:cubicBezTo>
                <a:cubicBezTo>
                  <a:pt x="96" y="173"/>
                  <a:pt x="119" y="181"/>
                  <a:pt x="139" y="199"/>
                </a:cubicBezTo>
                <a:cubicBezTo>
                  <a:pt x="141" y="201"/>
                  <a:pt x="145" y="202"/>
                  <a:pt x="149" y="204"/>
                </a:cubicBezTo>
                <a:cubicBezTo>
                  <a:pt x="150" y="200"/>
                  <a:pt x="153" y="197"/>
                  <a:pt x="154" y="193"/>
                </a:cubicBezTo>
                <a:cubicBezTo>
                  <a:pt x="157" y="130"/>
                  <a:pt x="165" y="67"/>
                  <a:pt x="179" y="6"/>
                </a:cubicBezTo>
                <a:cubicBezTo>
                  <a:pt x="179" y="4"/>
                  <a:pt x="180" y="3"/>
                  <a:pt x="180" y="0"/>
                </a:cubicBezTo>
                <a:cubicBezTo>
                  <a:pt x="194" y="3"/>
                  <a:pt x="207" y="6"/>
                  <a:pt x="221" y="8"/>
                </a:cubicBezTo>
                <a:cubicBezTo>
                  <a:pt x="272" y="14"/>
                  <a:pt x="323" y="20"/>
                  <a:pt x="374" y="27"/>
                </a:cubicBezTo>
                <a:cubicBezTo>
                  <a:pt x="377" y="27"/>
                  <a:pt x="381" y="30"/>
                  <a:pt x="384" y="31"/>
                </a:cubicBezTo>
                <a:cubicBezTo>
                  <a:pt x="383" y="34"/>
                  <a:pt x="382" y="38"/>
                  <a:pt x="380" y="41"/>
                </a:cubicBezTo>
                <a:cubicBezTo>
                  <a:pt x="356" y="66"/>
                  <a:pt x="350" y="102"/>
                  <a:pt x="365" y="132"/>
                </a:cubicBezTo>
                <a:cubicBezTo>
                  <a:pt x="381" y="163"/>
                  <a:pt x="413" y="179"/>
                  <a:pt x="448" y="175"/>
                </a:cubicBezTo>
                <a:cubicBezTo>
                  <a:pt x="480" y="170"/>
                  <a:pt x="507" y="145"/>
                  <a:pt x="514" y="111"/>
                </a:cubicBezTo>
                <a:cubicBezTo>
                  <a:pt x="519" y="84"/>
                  <a:pt x="511" y="60"/>
                  <a:pt x="491" y="39"/>
                </a:cubicBezTo>
                <a:cubicBezTo>
                  <a:pt x="489" y="37"/>
                  <a:pt x="487" y="33"/>
                  <a:pt x="488" y="32"/>
                </a:cubicBezTo>
                <a:cubicBezTo>
                  <a:pt x="489" y="29"/>
                  <a:pt x="493" y="27"/>
                  <a:pt x="496" y="27"/>
                </a:cubicBezTo>
                <a:cubicBezTo>
                  <a:pt x="528" y="23"/>
                  <a:pt x="561" y="21"/>
                  <a:pt x="593" y="17"/>
                </a:cubicBezTo>
                <a:cubicBezTo>
                  <a:pt x="626" y="13"/>
                  <a:pt x="658" y="7"/>
                  <a:pt x="691" y="1"/>
                </a:cubicBezTo>
                <a:cubicBezTo>
                  <a:pt x="693" y="8"/>
                  <a:pt x="695" y="16"/>
                  <a:pt x="697" y="25"/>
                </a:cubicBezTo>
                <a:cubicBezTo>
                  <a:pt x="708" y="81"/>
                  <a:pt x="716" y="138"/>
                  <a:pt x="719" y="196"/>
                </a:cubicBezTo>
                <a:cubicBezTo>
                  <a:pt x="719" y="198"/>
                  <a:pt x="721" y="203"/>
                  <a:pt x="723" y="203"/>
                </a:cubicBezTo>
                <a:cubicBezTo>
                  <a:pt x="725" y="204"/>
                  <a:pt x="729" y="202"/>
                  <a:pt x="732" y="200"/>
                </a:cubicBezTo>
                <a:cubicBezTo>
                  <a:pt x="756" y="178"/>
                  <a:pt x="784" y="170"/>
                  <a:pt x="816" y="182"/>
                </a:cubicBezTo>
                <a:cubicBezTo>
                  <a:pt x="847" y="193"/>
                  <a:pt x="864" y="218"/>
                  <a:pt x="868" y="251"/>
                </a:cubicBezTo>
                <a:cubicBezTo>
                  <a:pt x="872" y="290"/>
                  <a:pt x="839" y="330"/>
                  <a:pt x="799" y="334"/>
                </a:cubicBezTo>
                <a:cubicBezTo>
                  <a:pt x="773" y="338"/>
                  <a:pt x="751" y="330"/>
                  <a:pt x="732" y="312"/>
                </a:cubicBezTo>
                <a:cubicBezTo>
                  <a:pt x="730" y="310"/>
                  <a:pt x="725" y="308"/>
                  <a:pt x="723" y="309"/>
                </a:cubicBezTo>
                <a:cubicBezTo>
                  <a:pt x="720" y="310"/>
                  <a:pt x="719" y="315"/>
                  <a:pt x="718" y="318"/>
                </a:cubicBezTo>
                <a:cubicBezTo>
                  <a:pt x="715" y="381"/>
                  <a:pt x="706" y="444"/>
                  <a:pt x="693" y="506"/>
                </a:cubicBezTo>
                <a:cubicBezTo>
                  <a:pt x="693" y="508"/>
                  <a:pt x="692" y="509"/>
                  <a:pt x="691" y="512"/>
                </a:cubicBezTo>
                <a:cubicBezTo>
                  <a:pt x="674" y="509"/>
                  <a:pt x="658" y="505"/>
                  <a:pt x="641" y="503"/>
                </a:cubicBezTo>
                <a:cubicBezTo>
                  <a:pt x="594" y="497"/>
                  <a:pt x="546" y="491"/>
                  <a:pt x="498" y="486"/>
                </a:cubicBezTo>
                <a:cubicBezTo>
                  <a:pt x="495" y="485"/>
                  <a:pt x="491" y="483"/>
                  <a:pt x="488" y="481"/>
                </a:cubicBezTo>
                <a:cubicBezTo>
                  <a:pt x="489" y="478"/>
                  <a:pt x="490" y="474"/>
                  <a:pt x="492" y="471"/>
                </a:cubicBezTo>
                <a:cubicBezTo>
                  <a:pt x="523" y="439"/>
                  <a:pt x="523" y="390"/>
                  <a:pt x="492" y="360"/>
                </a:cubicBezTo>
                <a:cubicBezTo>
                  <a:pt x="461" y="329"/>
                  <a:pt x="411" y="329"/>
                  <a:pt x="380" y="360"/>
                </a:cubicBezTo>
                <a:cubicBezTo>
                  <a:pt x="349" y="391"/>
                  <a:pt x="349" y="439"/>
                  <a:pt x="380" y="471"/>
                </a:cubicBezTo>
                <a:cubicBezTo>
                  <a:pt x="382" y="474"/>
                  <a:pt x="384" y="478"/>
                  <a:pt x="384" y="481"/>
                </a:cubicBezTo>
                <a:cubicBezTo>
                  <a:pt x="384" y="483"/>
                  <a:pt x="378" y="485"/>
                  <a:pt x="375" y="486"/>
                </a:cubicBezTo>
                <a:cubicBezTo>
                  <a:pt x="313" y="489"/>
                  <a:pt x="251" y="497"/>
                  <a:pt x="189" y="511"/>
                </a:cubicBezTo>
                <a:cubicBezTo>
                  <a:pt x="187" y="511"/>
                  <a:pt x="184" y="511"/>
                  <a:pt x="178" y="512"/>
                </a:cubicBezTo>
                <a:close/>
              </a:path>
            </a:pathLst>
          </a:custGeom>
          <a:solidFill>
            <a:srgbClr val="C00000"/>
          </a:solidFill>
          <a:ln>
            <a:solidFill>
              <a:schemeClr val="bg1"/>
            </a:solidFill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14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5" name="Freeform 5"/>
          <p:cNvSpPr/>
          <p:nvPr/>
        </p:nvSpPr>
        <p:spPr bwMode="auto">
          <a:xfrm rot="3221378">
            <a:off x="4906560" y="4050201"/>
            <a:ext cx="2123488" cy="1250364"/>
          </a:xfrm>
          <a:custGeom>
            <a:avLst/>
            <a:gdLst>
              <a:gd name="T0" fmla="*/ 178 w 872"/>
              <a:gd name="T1" fmla="*/ 512 h 512"/>
              <a:gd name="T2" fmla="*/ 158 w 872"/>
              <a:gd name="T3" fmla="*/ 374 h 512"/>
              <a:gd name="T4" fmla="*/ 153 w 872"/>
              <a:gd name="T5" fmla="*/ 317 h 512"/>
              <a:gd name="T6" fmla="*/ 148 w 872"/>
              <a:gd name="T7" fmla="*/ 309 h 512"/>
              <a:gd name="T8" fmla="*/ 140 w 872"/>
              <a:gd name="T9" fmla="*/ 312 h 512"/>
              <a:gd name="T10" fmla="*/ 47 w 872"/>
              <a:gd name="T11" fmla="*/ 327 h 512"/>
              <a:gd name="T12" fmla="*/ 5 w 872"/>
              <a:gd name="T13" fmla="*/ 246 h 512"/>
              <a:gd name="T14" fmla="*/ 71 w 872"/>
              <a:gd name="T15" fmla="*/ 178 h 512"/>
              <a:gd name="T16" fmla="*/ 139 w 872"/>
              <a:gd name="T17" fmla="*/ 199 h 512"/>
              <a:gd name="T18" fmla="*/ 149 w 872"/>
              <a:gd name="T19" fmla="*/ 204 h 512"/>
              <a:gd name="T20" fmla="*/ 154 w 872"/>
              <a:gd name="T21" fmla="*/ 193 h 512"/>
              <a:gd name="T22" fmla="*/ 179 w 872"/>
              <a:gd name="T23" fmla="*/ 6 h 512"/>
              <a:gd name="T24" fmla="*/ 180 w 872"/>
              <a:gd name="T25" fmla="*/ 0 h 512"/>
              <a:gd name="T26" fmla="*/ 221 w 872"/>
              <a:gd name="T27" fmla="*/ 8 h 512"/>
              <a:gd name="T28" fmla="*/ 374 w 872"/>
              <a:gd name="T29" fmla="*/ 27 h 512"/>
              <a:gd name="T30" fmla="*/ 384 w 872"/>
              <a:gd name="T31" fmla="*/ 31 h 512"/>
              <a:gd name="T32" fmla="*/ 380 w 872"/>
              <a:gd name="T33" fmla="*/ 41 h 512"/>
              <a:gd name="T34" fmla="*/ 365 w 872"/>
              <a:gd name="T35" fmla="*/ 132 h 512"/>
              <a:gd name="T36" fmla="*/ 448 w 872"/>
              <a:gd name="T37" fmla="*/ 175 h 512"/>
              <a:gd name="T38" fmla="*/ 514 w 872"/>
              <a:gd name="T39" fmla="*/ 111 h 512"/>
              <a:gd name="T40" fmla="*/ 491 w 872"/>
              <a:gd name="T41" fmla="*/ 39 h 512"/>
              <a:gd name="T42" fmla="*/ 488 w 872"/>
              <a:gd name="T43" fmla="*/ 32 h 512"/>
              <a:gd name="T44" fmla="*/ 496 w 872"/>
              <a:gd name="T45" fmla="*/ 27 h 512"/>
              <a:gd name="T46" fmla="*/ 593 w 872"/>
              <a:gd name="T47" fmla="*/ 17 h 512"/>
              <a:gd name="T48" fmla="*/ 691 w 872"/>
              <a:gd name="T49" fmla="*/ 1 h 512"/>
              <a:gd name="T50" fmla="*/ 697 w 872"/>
              <a:gd name="T51" fmla="*/ 25 h 512"/>
              <a:gd name="T52" fmla="*/ 719 w 872"/>
              <a:gd name="T53" fmla="*/ 196 h 512"/>
              <a:gd name="T54" fmla="*/ 723 w 872"/>
              <a:gd name="T55" fmla="*/ 203 h 512"/>
              <a:gd name="T56" fmla="*/ 732 w 872"/>
              <a:gd name="T57" fmla="*/ 200 h 512"/>
              <a:gd name="T58" fmla="*/ 816 w 872"/>
              <a:gd name="T59" fmla="*/ 182 h 512"/>
              <a:gd name="T60" fmla="*/ 868 w 872"/>
              <a:gd name="T61" fmla="*/ 251 h 512"/>
              <a:gd name="T62" fmla="*/ 799 w 872"/>
              <a:gd name="T63" fmla="*/ 334 h 512"/>
              <a:gd name="T64" fmla="*/ 732 w 872"/>
              <a:gd name="T65" fmla="*/ 312 h 512"/>
              <a:gd name="T66" fmla="*/ 723 w 872"/>
              <a:gd name="T67" fmla="*/ 309 h 512"/>
              <a:gd name="T68" fmla="*/ 718 w 872"/>
              <a:gd name="T69" fmla="*/ 318 h 512"/>
              <a:gd name="T70" fmla="*/ 693 w 872"/>
              <a:gd name="T71" fmla="*/ 506 h 512"/>
              <a:gd name="T72" fmla="*/ 691 w 872"/>
              <a:gd name="T73" fmla="*/ 512 h 512"/>
              <a:gd name="T74" fmla="*/ 641 w 872"/>
              <a:gd name="T75" fmla="*/ 503 h 512"/>
              <a:gd name="T76" fmla="*/ 498 w 872"/>
              <a:gd name="T77" fmla="*/ 486 h 512"/>
              <a:gd name="T78" fmla="*/ 488 w 872"/>
              <a:gd name="T79" fmla="*/ 481 h 512"/>
              <a:gd name="T80" fmla="*/ 492 w 872"/>
              <a:gd name="T81" fmla="*/ 471 h 512"/>
              <a:gd name="T82" fmla="*/ 492 w 872"/>
              <a:gd name="T83" fmla="*/ 360 h 512"/>
              <a:gd name="T84" fmla="*/ 380 w 872"/>
              <a:gd name="T85" fmla="*/ 360 h 512"/>
              <a:gd name="T86" fmla="*/ 380 w 872"/>
              <a:gd name="T87" fmla="*/ 471 h 512"/>
              <a:gd name="T88" fmla="*/ 384 w 872"/>
              <a:gd name="T89" fmla="*/ 481 h 512"/>
              <a:gd name="T90" fmla="*/ 375 w 872"/>
              <a:gd name="T91" fmla="*/ 486 h 512"/>
              <a:gd name="T92" fmla="*/ 189 w 872"/>
              <a:gd name="T93" fmla="*/ 511 h 512"/>
              <a:gd name="T94" fmla="*/ 178 w 872"/>
              <a:gd name="T95" fmla="*/ 512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872" h="512">
                <a:moveTo>
                  <a:pt x="178" y="512"/>
                </a:moveTo>
                <a:cubicBezTo>
                  <a:pt x="171" y="465"/>
                  <a:pt x="164" y="420"/>
                  <a:pt x="158" y="374"/>
                </a:cubicBezTo>
                <a:cubicBezTo>
                  <a:pt x="155" y="355"/>
                  <a:pt x="155" y="336"/>
                  <a:pt x="153" y="317"/>
                </a:cubicBezTo>
                <a:cubicBezTo>
                  <a:pt x="153" y="314"/>
                  <a:pt x="151" y="310"/>
                  <a:pt x="148" y="309"/>
                </a:cubicBezTo>
                <a:cubicBezTo>
                  <a:pt x="147" y="308"/>
                  <a:pt x="142" y="310"/>
                  <a:pt x="140" y="312"/>
                </a:cubicBezTo>
                <a:cubicBezTo>
                  <a:pt x="114" y="337"/>
                  <a:pt x="78" y="343"/>
                  <a:pt x="47" y="327"/>
                </a:cubicBezTo>
                <a:cubicBezTo>
                  <a:pt x="17" y="311"/>
                  <a:pt x="0" y="278"/>
                  <a:pt x="5" y="246"/>
                </a:cubicBezTo>
                <a:cubicBezTo>
                  <a:pt x="10" y="211"/>
                  <a:pt x="35" y="184"/>
                  <a:pt x="71" y="178"/>
                </a:cubicBezTo>
                <a:cubicBezTo>
                  <a:pt x="96" y="173"/>
                  <a:pt x="119" y="181"/>
                  <a:pt x="139" y="199"/>
                </a:cubicBezTo>
                <a:cubicBezTo>
                  <a:pt x="141" y="201"/>
                  <a:pt x="145" y="202"/>
                  <a:pt x="149" y="204"/>
                </a:cubicBezTo>
                <a:cubicBezTo>
                  <a:pt x="150" y="200"/>
                  <a:pt x="153" y="197"/>
                  <a:pt x="154" y="193"/>
                </a:cubicBezTo>
                <a:cubicBezTo>
                  <a:pt x="157" y="130"/>
                  <a:pt x="165" y="67"/>
                  <a:pt x="179" y="6"/>
                </a:cubicBezTo>
                <a:cubicBezTo>
                  <a:pt x="179" y="4"/>
                  <a:pt x="180" y="3"/>
                  <a:pt x="180" y="0"/>
                </a:cubicBezTo>
                <a:cubicBezTo>
                  <a:pt x="194" y="3"/>
                  <a:pt x="207" y="6"/>
                  <a:pt x="221" y="8"/>
                </a:cubicBezTo>
                <a:cubicBezTo>
                  <a:pt x="272" y="14"/>
                  <a:pt x="323" y="20"/>
                  <a:pt x="374" y="27"/>
                </a:cubicBezTo>
                <a:cubicBezTo>
                  <a:pt x="377" y="27"/>
                  <a:pt x="381" y="30"/>
                  <a:pt x="384" y="31"/>
                </a:cubicBezTo>
                <a:cubicBezTo>
                  <a:pt x="383" y="34"/>
                  <a:pt x="382" y="38"/>
                  <a:pt x="380" y="41"/>
                </a:cubicBezTo>
                <a:cubicBezTo>
                  <a:pt x="356" y="66"/>
                  <a:pt x="350" y="102"/>
                  <a:pt x="365" y="132"/>
                </a:cubicBezTo>
                <a:cubicBezTo>
                  <a:pt x="381" y="163"/>
                  <a:pt x="413" y="179"/>
                  <a:pt x="448" y="175"/>
                </a:cubicBezTo>
                <a:cubicBezTo>
                  <a:pt x="480" y="170"/>
                  <a:pt x="507" y="145"/>
                  <a:pt x="514" y="111"/>
                </a:cubicBezTo>
                <a:cubicBezTo>
                  <a:pt x="519" y="84"/>
                  <a:pt x="511" y="60"/>
                  <a:pt x="491" y="39"/>
                </a:cubicBezTo>
                <a:cubicBezTo>
                  <a:pt x="489" y="37"/>
                  <a:pt x="487" y="33"/>
                  <a:pt x="488" y="32"/>
                </a:cubicBezTo>
                <a:cubicBezTo>
                  <a:pt x="489" y="29"/>
                  <a:pt x="493" y="27"/>
                  <a:pt x="496" y="27"/>
                </a:cubicBezTo>
                <a:cubicBezTo>
                  <a:pt x="528" y="23"/>
                  <a:pt x="561" y="21"/>
                  <a:pt x="593" y="17"/>
                </a:cubicBezTo>
                <a:cubicBezTo>
                  <a:pt x="626" y="13"/>
                  <a:pt x="658" y="7"/>
                  <a:pt x="691" y="1"/>
                </a:cubicBezTo>
                <a:cubicBezTo>
                  <a:pt x="693" y="8"/>
                  <a:pt x="695" y="16"/>
                  <a:pt x="697" y="25"/>
                </a:cubicBezTo>
                <a:cubicBezTo>
                  <a:pt x="708" y="81"/>
                  <a:pt x="716" y="138"/>
                  <a:pt x="719" y="196"/>
                </a:cubicBezTo>
                <a:cubicBezTo>
                  <a:pt x="719" y="198"/>
                  <a:pt x="721" y="203"/>
                  <a:pt x="723" y="203"/>
                </a:cubicBezTo>
                <a:cubicBezTo>
                  <a:pt x="725" y="204"/>
                  <a:pt x="729" y="202"/>
                  <a:pt x="732" y="200"/>
                </a:cubicBezTo>
                <a:cubicBezTo>
                  <a:pt x="756" y="178"/>
                  <a:pt x="784" y="170"/>
                  <a:pt x="816" y="182"/>
                </a:cubicBezTo>
                <a:cubicBezTo>
                  <a:pt x="847" y="193"/>
                  <a:pt x="864" y="218"/>
                  <a:pt x="868" y="251"/>
                </a:cubicBezTo>
                <a:cubicBezTo>
                  <a:pt x="872" y="290"/>
                  <a:pt x="839" y="330"/>
                  <a:pt x="799" y="334"/>
                </a:cubicBezTo>
                <a:cubicBezTo>
                  <a:pt x="773" y="338"/>
                  <a:pt x="751" y="330"/>
                  <a:pt x="732" y="312"/>
                </a:cubicBezTo>
                <a:cubicBezTo>
                  <a:pt x="730" y="310"/>
                  <a:pt x="725" y="308"/>
                  <a:pt x="723" y="309"/>
                </a:cubicBezTo>
                <a:cubicBezTo>
                  <a:pt x="720" y="310"/>
                  <a:pt x="719" y="315"/>
                  <a:pt x="718" y="318"/>
                </a:cubicBezTo>
                <a:cubicBezTo>
                  <a:pt x="715" y="381"/>
                  <a:pt x="706" y="444"/>
                  <a:pt x="693" y="506"/>
                </a:cubicBezTo>
                <a:cubicBezTo>
                  <a:pt x="693" y="508"/>
                  <a:pt x="692" y="509"/>
                  <a:pt x="691" y="512"/>
                </a:cubicBezTo>
                <a:cubicBezTo>
                  <a:pt x="674" y="509"/>
                  <a:pt x="658" y="505"/>
                  <a:pt x="641" y="503"/>
                </a:cubicBezTo>
                <a:cubicBezTo>
                  <a:pt x="594" y="497"/>
                  <a:pt x="546" y="491"/>
                  <a:pt x="498" y="486"/>
                </a:cubicBezTo>
                <a:cubicBezTo>
                  <a:pt x="495" y="485"/>
                  <a:pt x="491" y="483"/>
                  <a:pt x="488" y="481"/>
                </a:cubicBezTo>
                <a:cubicBezTo>
                  <a:pt x="489" y="478"/>
                  <a:pt x="490" y="474"/>
                  <a:pt x="492" y="471"/>
                </a:cubicBezTo>
                <a:cubicBezTo>
                  <a:pt x="523" y="439"/>
                  <a:pt x="523" y="390"/>
                  <a:pt x="492" y="360"/>
                </a:cubicBezTo>
                <a:cubicBezTo>
                  <a:pt x="461" y="329"/>
                  <a:pt x="411" y="329"/>
                  <a:pt x="380" y="360"/>
                </a:cubicBezTo>
                <a:cubicBezTo>
                  <a:pt x="349" y="391"/>
                  <a:pt x="349" y="439"/>
                  <a:pt x="380" y="471"/>
                </a:cubicBezTo>
                <a:cubicBezTo>
                  <a:pt x="382" y="474"/>
                  <a:pt x="384" y="478"/>
                  <a:pt x="384" y="481"/>
                </a:cubicBezTo>
                <a:cubicBezTo>
                  <a:pt x="384" y="483"/>
                  <a:pt x="378" y="485"/>
                  <a:pt x="375" y="486"/>
                </a:cubicBezTo>
                <a:cubicBezTo>
                  <a:pt x="313" y="489"/>
                  <a:pt x="251" y="497"/>
                  <a:pt x="189" y="511"/>
                </a:cubicBezTo>
                <a:cubicBezTo>
                  <a:pt x="187" y="511"/>
                  <a:pt x="184" y="511"/>
                  <a:pt x="178" y="512"/>
                </a:cubicBezTo>
                <a:close/>
              </a:path>
            </a:pathLst>
          </a:custGeom>
          <a:solidFill>
            <a:srgbClr val="C00000"/>
          </a:solidFill>
          <a:ln>
            <a:solidFill>
              <a:schemeClr val="bg1"/>
            </a:solidFill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14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Freeform 274"/>
          <p:cNvSpPr/>
          <p:nvPr/>
        </p:nvSpPr>
        <p:spPr bwMode="auto">
          <a:xfrm rot="8621378">
            <a:off x="4166341" y="3043627"/>
            <a:ext cx="2123487" cy="1250364"/>
          </a:xfrm>
          <a:custGeom>
            <a:avLst/>
            <a:gdLst>
              <a:gd name="T0" fmla="*/ 178 w 872"/>
              <a:gd name="T1" fmla="*/ 512 h 512"/>
              <a:gd name="T2" fmla="*/ 158 w 872"/>
              <a:gd name="T3" fmla="*/ 374 h 512"/>
              <a:gd name="T4" fmla="*/ 153 w 872"/>
              <a:gd name="T5" fmla="*/ 317 h 512"/>
              <a:gd name="T6" fmla="*/ 148 w 872"/>
              <a:gd name="T7" fmla="*/ 309 h 512"/>
              <a:gd name="T8" fmla="*/ 140 w 872"/>
              <a:gd name="T9" fmla="*/ 312 h 512"/>
              <a:gd name="T10" fmla="*/ 47 w 872"/>
              <a:gd name="T11" fmla="*/ 327 h 512"/>
              <a:gd name="T12" fmla="*/ 5 w 872"/>
              <a:gd name="T13" fmla="*/ 246 h 512"/>
              <a:gd name="T14" fmla="*/ 71 w 872"/>
              <a:gd name="T15" fmla="*/ 178 h 512"/>
              <a:gd name="T16" fmla="*/ 139 w 872"/>
              <a:gd name="T17" fmla="*/ 199 h 512"/>
              <a:gd name="T18" fmla="*/ 149 w 872"/>
              <a:gd name="T19" fmla="*/ 204 h 512"/>
              <a:gd name="T20" fmla="*/ 154 w 872"/>
              <a:gd name="T21" fmla="*/ 193 h 512"/>
              <a:gd name="T22" fmla="*/ 179 w 872"/>
              <a:gd name="T23" fmla="*/ 6 h 512"/>
              <a:gd name="T24" fmla="*/ 180 w 872"/>
              <a:gd name="T25" fmla="*/ 0 h 512"/>
              <a:gd name="T26" fmla="*/ 221 w 872"/>
              <a:gd name="T27" fmla="*/ 8 h 512"/>
              <a:gd name="T28" fmla="*/ 374 w 872"/>
              <a:gd name="T29" fmla="*/ 27 h 512"/>
              <a:gd name="T30" fmla="*/ 384 w 872"/>
              <a:gd name="T31" fmla="*/ 31 h 512"/>
              <a:gd name="T32" fmla="*/ 380 w 872"/>
              <a:gd name="T33" fmla="*/ 41 h 512"/>
              <a:gd name="T34" fmla="*/ 365 w 872"/>
              <a:gd name="T35" fmla="*/ 132 h 512"/>
              <a:gd name="T36" fmla="*/ 448 w 872"/>
              <a:gd name="T37" fmla="*/ 175 h 512"/>
              <a:gd name="T38" fmla="*/ 514 w 872"/>
              <a:gd name="T39" fmla="*/ 111 h 512"/>
              <a:gd name="T40" fmla="*/ 491 w 872"/>
              <a:gd name="T41" fmla="*/ 39 h 512"/>
              <a:gd name="T42" fmla="*/ 488 w 872"/>
              <a:gd name="T43" fmla="*/ 32 h 512"/>
              <a:gd name="T44" fmla="*/ 496 w 872"/>
              <a:gd name="T45" fmla="*/ 27 h 512"/>
              <a:gd name="T46" fmla="*/ 593 w 872"/>
              <a:gd name="T47" fmla="*/ 17 h 512"/>
              <a:gd name="T48" fmla="*/ 691 w 872"/>
              <a:gd name="T49" fmla="*/ 1 h 512"/>
              <a:gd name="T50" fmla="*/ 697 w 872"/>
              <a:gd name="T51" fmla="*/ 25 h 512"/>
              <a:gd name="T52" fmla="*/ 719 w 872"/>
              <a:gd name="T53" fmla="*/ 196 h 512"/>
              <a:gd name="T54" fmla="*/ 723 w 872"/>
              <a:gd name="T55" fmla="*/ 203 h 512"/>
              <a:gd name="T56" fmla="*/ 732 w 872"/>
              <a:gd name="T57" fmla="*/ 200 h 512"/>
              <a:gd name="T58" fmla="*/ 816 w 872"/>
              <a:gd name="T59" fmla="*/ 182 h 512"/>
              <a:gd name="T60" fmla="*/ 868 w 872"/>
              <a:gd name="T61" fmla="*/ 251 h 512"/>
              <a:gd name="T62" fmla="*/ 799 w 872"/>
              <a:gd name="T63" fmla="*/ 334 h 512"/>
              <a:gd name="T64" fmla="*/ 732 w 872"/>
              <a:gd name="T65" fmla="*/ 312 h 512"/>
              <a:gd name="T66" fmla="*/ 723 w 872"/>
              <a:gd name="T67" fmla="*/ 309 h 512"/>
              <a:gd name="T68" fmla="*/ 718 w 872"/>
              <a:gd name="T69" fmla="*/ 318 h 512"/>
              <a:gd name="T70" fmla="*/ 693 w 872"/>
              <a:gd name="T71" fmla="*/ 506 h 512"/>
              <a:gd name="T72" fmla="*/ 691 w 872"/>
              <a:gd name="T73" fmla="*/ 512 h 512"/>
              <a:gd name="T74" fmla="*/ 641 w 872"/>
              <a:gd name="T75" fmla="*/ 503 h 512"/>
              <a:gd name="T76" fmla="*/ 498 w 872"/>
              <a:gd name="T77" fmla="*/ 486 h 512"/>
              <a:gd name="T78" fmla="*/ 488 w 872"/>
              <a:gd name="T79" fmla="*/ 481 h 512"/>
              <a:gd name="T80" fmla="*/ 492 w 872"/>
              <a:gd name="T81" fmla="*/ 471 h 512"/>
              <a:gd name="T82" fmla="*/ 492 w 872"/>
              <a:gd name="T83" fmla="*/ 360 h 512"/>
              <a:gd name="T84" fmla="*/ 380 w 872"/>
              <a:gd name="T85" fmla="*/ 360 h 512"/>
              <a:gd name="T86" fmla="*/ 380 w 872"/>
              <a:gd name="T87" fmla="*/ 471 h 512"/>
              <a:gd name="T88" fmla="*/ 384 w 872"/>
              <a:gd name="T89" fmla="*/ 481 h 512"/>
              <a:gd name="T90" fmla="*/ 375 w 872"/>
              <a:gd name="T91" fmla="*/ 486 h 512"/>
              <a:gd name="T92" fmla="*/ 189 w 872"/>
              <a:gd name="T93" fmla="*/ 511 h 512"/>
              <a:gd name="T94" fmla="*/ 178 w 872"/>
              <a:gd name="T95" fmla="*/ 512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872" h="512">
                <a:moveTo>
                  <a:pt x="178" y="512"/>
                </a:moveTo>
                <a:cubicBezTo>
                  <a:pt x="171" y="465"/>
                  <a:pt x="164" y="420"/>
                  <a:pt x="158" y="374"/>
                </a:cubicBezTo>
                <a:cubicBezTo>
                  <a:pt x="155" y="355"/>
                  <a:pt x="155" y="336"/>
                  <a:pt x="153" y="317"/>
                </a:cubicBezTo>
                <a:cubicBezTo>
                  <a:pt x="153" y="314"/>
                  <a:pt x="151" y="310"/>
                  <a:pt x="148" y="309"/>
                </a:cubicBezTo>
                <a:cubicBezTo>
                  <a:pt x="147" y="308"/>
                  <a:pt x="142" y="310"/>
                  <a:pt x="140" y="312"/>
                </a:cubicBezTo>
                <a:cubicBezTo>
                  <a:pt x="114" y="337"/>
                  <a:pt x="78" y="343"/>
                  <a:pt x="47" y="327"/>
                </a:cubicBezTo>
                <a:cubicBezTo>
                  <a:pt x="17" y="311"/>
                  <a:pt x="0" y="278"/>
                  <a:pt x="5" y="246"/>
                </a:cubicBezTo>
                <a:cubicBezTo>
                  <a:pt x="10" y="211"/>
                  <a:pt x="35" y="184"/>
                  <a:pt x="71" y="178"/>
                </a:cubicBezTo>
                <a:cubicBezTo>
                  <a:pt x="96" y="173"/>
                  <a:pt x="119" y="181"/>
                  <a:pt x="139" y="199"/>
                </a:cubicBezTo>
                <a:cubicBezTo>
                  <a:pt x="141" y="201"/>
                  <a:pt x="145" y="202"/>
                  <a:pt x="149" y="204"/>
                </a:cubicBezTo>
                <a:cubicBezTo>
                  <a:pt x="150" y="200"/>
                  <a:pt x="153" y="197"/>
                  <a:pt x="154" y="193"/>
                </a:cubicBezTo>
                <a:cubicBezTo>
                  <a:pt x="157" y="130"/>
                  <a:pt x="165" y="67"/>
                  <a:pt x="179" y="6"/>
                </a:cubicBezTo>
                <a:cubicBezTo>
                  <a:pt x="179" y="4"/>
                  <a:pt x="180" y="3"/>
                  <a:pt x="180" y="0"/>
                </a:cubicBezTo>
                <a:cubicBezTo>
                  <a:pt x="194" y="3"/>
                  <a:pt x="207" y="6"/>
                  <a:pt x="221" y="8"/>
                </a:cubicBezTo>
                <a:cubicBezTo>
                  <a:pt x="272" y="14"/>
                  <a:pt x="323" y="20"/>
                  <a:pt x="374" y="27"/>
                </a:cubicBezTo>
                <a:cubicBezTo>
                  <a:pt x="377" y="27"/>
                  <a:pt x="381" y="30"/>
                  <a:pt x="384" y="31"/>
                </a:cubicBezTo>
                <a:cubicBezTo>
                  <a:pt x="383" y="34"/>
                  <a:pt x="382" y="38"/>
                  <a:pt x="380" y="41"/>
                </a:cubicBezTo>
                <a:cubicBezTo>
                  <a:pt x="356" y="66"/>
                  <a:pt x="350" y="102"/>
                  <a:pt x="365" y="132"/>
                </a:cubicBezTo>
                <a:cubicBezTo>
                  <a:pt x="381" y="163"/>
                  <a:pt x="413" y="179"/>
                  <a:pt x="448" y="175"/>
                </a:cubicBezTo>
                <a:cubicBezTo>
                  <a:pt x="480" y="170"/>
                  <a:pt x="507" y="145"/>
                  <a:pt x="514" y="111"/>
                </a:cubicBezTo>
                <a:cubicBezTo>
                  <a:pt x="519" y="84"/>
                  <a:pt x="511" y="60"/>
                  <a:pt x="491" y="39"/>
                </a:cubicBezTo>
                <a:cubicBezTo>
                  <a:pt x="489" y="37"/>
                  <a:pt x="487" y="33"/>
                  <a:pt x="488" y="32"/>
                </a:cubicBezTo>
                <a:cubicBezTo>
                  <a:pt x="489" y="29"/>
                  <a:pt x="493" y="27"/>
                  <a:pt x="496" y="27"/>
                </a:cubicBezTo>
                <a:cubicBezTo>
                  <a:pt x="528" y="23"/>
                  <a:pt x="561" y="21"/>
                  <a:pt x="593" y="17"/>
                </a:cubicBezTo>
                <a:cubicBezTo>
                  <a:pt x="626" y="13"/>
                  <a:pt x="658" y="7"/>
                  <a:pt x="691" y="1"/>
                </a:cubicBezTo>
                <a:cubicBezTo>
                  <a:pt x="693" y="8"/>
                  <a:pt x="695" y="16"/>
                  <a:pt x="697" y="25"/>
                </a:cubicBezTo>
                <a:cubicBezTo>
                  <a:pt x="708" y="81"/>
                  <a:pt x="716" y="138"/>
                  <a:pt x="719" y="196"/>
                </a:cubicBezTo>
                <a:cubicBezTo>
                  <a:pt x="719" y="198"/>
                  <a:pt x="721" y="203"/>
                  <a:pt x="723" y="203"/>
                </a:cubicBezTo>
                <a:cubicBezTo>
                  <a:pt x="725" y="204"/>
                  <a:pt x="729" y="202"/>
                  <a:pt x="732" y="200"/>
                </a:cubicBezTo>
                <a:cubicBezTo>
                  <a:pt x="756" y="178"/>
                  <a:pt x="784" y="170"/>
                  <a:pt x="816" y="182"/>
                </a:cubicBezTo>
                <a:cubicBezTo>
                  <a:pt x="847" y="193"/>
                  <a:pt x="864" y="218"/>
                  <a:pt x="868" y="251"/>
                </a:cubicBezTo>
                <a:cubicBezTo>
                  <a:pt x="872" y="290"/>
                  <a:pt x="839" y="330"/>
                  <a:pt x="799" y="334"/>
                </a:cubicBezTo>
                <a:cubicBezTo>
                  <a:pt x="773" y="338"/>
                  <a:pt x="751" y="330"/>
                  <a:pt x="732" y="312"/>
                </a:cubicBezTo>
                <a:cubicBezTo>
                  <a:pt x="730" y="310"/>
                  <a:pt x="725" y="308"/>
                  <a:pt x="723" y="309"/>
                </a:cubicBezTo>
                <a:cubicBezTo>
                  <a:pt x="720" y="310"/>
                  <a:pt x="719" y="315"/>
                  <a:pt x="718" y="318"/>
                </a:cubicBezTo>
                <a:cubicBezTo>
                  <a:pt x="715" y="381"/>
                  <a:pt x="706" y="444"/>
                  <a:pt x="693" y="506"/>
                </a:cubicBezTo>
                <a:cubicBezTo>
                  <a:pt x="693" y="508"/>
                  <a:pt x="692" y="509"/>
                  <a:pt x="691" y="512"/>
                </a:cubicBezTo>
                <a:cubicBezTo>
                  <a:pt x="674" y="509"/>
                  <a:pt x="658" y="505"/>
                  <a:pt x="641" y="503"/>
                </a:cubicBezTo>
                <a:cubicBezTo>
                  <a:pt x="594" y="497"/>
                  <a:pt x="546" y="491"/>
                  <a:pt x="498" y="486"/>
                </a:cubicBezTo>
                <a:cubicBezTo>
                  <a:pt x="495" y="485"/>
                  <a:pt x="491" y="483"/>
                  <a:pt x="488" y="481"/>
                </a:cubicBezTo>
                <a:cubicBezTo>
                  <a:pt x="489" y="478"/>
                  <a:pt x="490" y="474"/>
                  <a:pt x="492" y="471"/>
                </a:cubicBezTo>
                <a:cubicBezTo>
                  <a:pt x="523" y="439"/>
                  <a:pt x="523" y="390"/>
                  <a:pt x="492" y="360"/>
                </a:cubicBezTo>
                <a:cubicBezTo>
                  <a:pt x="461" y="329"/>
                  <a:pt x="411" y="329"/>
                  <a:pt x="380" y="360"/>
                </a:cubicBezTo>
                <a:cubicBezTo>
                  <a:pt x="349" y="391"/>
                  <a:pt x="349" y="439"/>
                  <a:pt x="380" y="471"/>
                </a:cubicBezTo>
                <a:cubicBezTo>
                  <a:pt x="382" y="474"/>
                  <a:pt x="384" y="478"/>
                  <a:pt x="384" y="481"/>
                </a:cubicBezTo>
                <a:cubicBezTo>
                  <a:pt x="384" y="483"/>
                  <a:pt x="378" y="485"/>
                  <a:pt x="375" y="486"/>
                </a:cubicBezTo>
                <a:cubicBezTo>
                  <a:pt x="313" y="489"/>
                  <a:pt x="251" y="497"/>
                  <a:pt x="189" y="511"/>
                </a:cubicBezTo>
                <a:cubicBezTo>
                  <a:pt x="187" y="511"/>
                  <a:pt x="184" y="511"/>
                  <a:pt x="178" y="512"/>
                </a:cubicBezTo>
                <a:close/>
              </a:path>
            </a:pathLst>
          </a:custGeom>
          <a:solidFill>
            <a:srgbClr val="C00000"/>
          </a:solidFill>
          <a:ln>
            <a:solidFill>
              <a:schemeClr val="bg1"/>
            </a:solidFill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14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7" name="TextBox 275"/>
          <p:cNvSpPr txBox="1"/>
          <p:nvPr/>
        </p:nvSpPr>
        <p:spPr>
          <a:xfrm rot="3141781">
            <a:off x="5723663" y="2762201"/>
            <a:ext cx="10118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lear Sans" panose="020B0503030202020304" pitchFamily="34" charset="0"/>
              </a:rPr>
              <a:t>①人给约束</a:t>
            </a:r>
            <a:endParaRPr lang="id-ID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lear Sans" panose="020B0503030202020304" pitchFamily="34" charset="0"/>
            </a:endParaRPr>
          </a:p>
        </p:txBody>
      </p:sp>
      <p:sp>
        <p:nvSpPr>
          <p:cNvPr id="28" name="TextBox 276"/>
          <p:cNvSpPr txBox="1"/>
          <p:nvPr/>
        </p:nvSpPr>
        <p:spPr>
          <a:xfrm rot="19519074">
            <a:off x="6457607" y="3776855"/>
            <a:ext cx="10118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lear Sans" panose="020B0503030202020304" pitchFamily="34" charset="0"/>
              </a:rPr>
              <a:t>②AI列方案</a:t>
            </a:r>
            <a:endParaRPr lang="id-ID" altLang="zh-CN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lear Sans" panose="020B0503030202020304" pitchFamily="34" charset="0"/>
            </a:endParaRPr>
          </a:p>
        </p:txBody>
      </p:sp>
      <p:sp>
        <p:nvSpPr>
          <p:cNvPr id="29" name="TextBox 277"/>
          <p:cNvSpPr txBox="1"/>
          <p:nvPr/>
        </p:nvSpPr>
        <p:spPr>
          <a:xfrm rot="3141781">
            <a:off x="5457186" y="4506101"/>
            <a:ext cx="10118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lear Sans" panose="020B0503030202020304" pitchFamily="34" charset="0"/>
              </a:rPr>
              <a:t>③人决策落盘</a:t>
            </a:r>
            <a:endParaRPr lang="id-ID" altLang="zh-CN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lear Sans" panose="020B0503030202020304" pitchFamily="34" charset="0"/>
            </a:endParaRPr>
          </a:p>
        </p:txBody>
      </p:sp>
      <p:sp>
        <p:nvSpPr>
          <p:cNvPr id="30" name="TextBox 278"/>
          <p:cNvSpPr txBox="1"/>
          <p:nvPr/>
        </p:nvSpPr>
        <p:spPr>
          <a:xfrm rot="19519074">
            <a:off x="4721254" y="3507005"/>
            <a:ext cx="10118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id-ID" altLang="zh-CN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lear Sans" panose="020B0503030202020304" pitchFamily="34" charset="0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4574382" y="449878"/>
            <a:ext cx="30432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共创决策的固定三步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标题 1"/>
          <p:cNvSpPr txBox="1"/>
          <p:nvPr/>
        </p:nvSpPr>
        <p:spPr>
          <a:xfrm>
            <a:off x="4024751" y="890576"/>
            <a:ext cx="4142498" cy="33520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STRUCTURED COLLABORATION</a:t>
            </a:r>
            <a:endParaRPr lang="zh-CN" altLang="en-US" sz="105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7723415" y="4997108"/>
            <a:ext cx="317818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一人·Java8·Win+Mac·过抓包·30303不改</a:t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7723415" y="4644530"/>
            <a:ext cx="2241682" cy="424677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120000"/>
              </a:lnSpc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约束示例</a:t>
            </a:r>
            <a:endParaRPr lang="zh-CN" altLang="en-US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8197386" y="2419825"/>
            <a:ext cx="317818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列2-3个方案·对比优缺点·风险分析·不直接开写</a:t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8197386" y="2067247"/>
            <a:ext cx="2241682" cy="424677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120000"/>
              </a:lnSpc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AI职责</a:t>
            </a:r>
            <a:endParaRPr lang="zh-CN" altLang="en-US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866822" y="4644530"/>
            <a:ext cx="317818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选哪个·为何不选其他·落ADR文档·可追溯</a:t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866822" y="4291952"/>
            <a:ext cx="2241682" cy="424677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120000"/>
              </a:lnSpc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决策记录</a:t>
            </a:r>
            <a:endParaRPr lang="zh-CN" altLang="en-US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1340793" y="2067247"/>
            <a:ext cx="317818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后台(若依)·客户端(Qt)·协议(TLS)</a:t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1340793" y="1714669"/>
            <a:ext cx="2241682" cy="424677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120000"/>
              </a:lnSpc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三次共创</a:t>
            </a:r>
            <a:endParaRPr lang="zh-CN" altLang="en-US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>
        <p15:prstTrans prst="fractur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>
            <a:off x="8868602" y="3794269"/>
            <a:ext cx="266109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1080988" y="3794269"/>
            <a:ext cx="266109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ïṡľíḑe"/>
          <p:cNvSpPr/>
          <p:nvPr/>
        </p:nvSpPr>
        <p:spPr bwMode="auto">
          <a:xfrm>
            <a:off x="4342712" y="1904002"/>
            <a:ext cx="3886120" cy="3879854"/>
          </a:xfrm>
          <a:custGeom>
            <a:avLst/>
            <a:gdLst>
              <a:gd name="connsiteX0" fmla="*/ 135672 w 609076"/>
              <a:gd name="connsiteY0" fmla="*/ 378765 h 608094"/>
              <a:gd name="connsiteX1" fmla="*/ 268220 w 609076"/>
              <a:gd name="connsiteY1" fmla="*/ 423490 h 608094"/>
              <a:gd name="connsiteX2" fmla="*/ 270801 w 609076"/>
              <a:gd name="connsiteY2" fmla="*/ 426343 h 608094"/>
              <a:gd name="connsiteX3" fmla="*/ 269787 w 609076"/>
              <a:gd name="connsiteY3" fmla="*/ 430116 h 608094"/>
              <a:gd name="connsiteX4" fmla="*/ 255408 w 609076"/>
              <a:gd name="connsiteY4" fmla="*/ 444380 h 608094"/>
              <a:gd name="connsiteX5" fmla="*/ 304538 w 609076"/>
              <a:gd name="connsiteY5" fmla="*/ 493430 h 608094"/>
              <a:gd name="connsiteX6" fmla="*/ 356341 w 609076"/>
              <a:gd name="connsiteY6" fmla="*/ 441619 h 608094"/>
              <a:gd name="connsiteX7" fmla="*/ 346478 w 609076"/>
              <a:gd name="connsiteY7" fmla="*/ 470699 h 608094"/>
              <a:gd name="connsiteX8" fmla="*/ 355511 w 609076"/>
              <a:gd name="connsiteY8" fmla="*/ 509534 h 608094"/>
              <a:gd name="connsiteX9" fmla="*/ 382426 w 609076"/>
              <a:gd name="connsiteY9" fmla="*/ 520669 h 608094"/>
              <a:gd name="connsiteX10" fmla="*/ 394778 w 609076"/>
              <a:gd name="connsiteY10" fmla="*/ 518645 h 608094"/>
              <a:gd name="connsiteX11" fmla="*/ 423629 w 609076"/>
              <a:gd name="connsiteY11" fmla="*/ 508890 h 608094"/>
              <a:gd name="connsiteX12" fmla="*/ 338182 w 609076"/>
              <a:gd name="connsiteY12" fmla="*/ 594198 h 608094"/>
              <a:gd name="connsiteX13" fmla="*/ 304538 w 609076"/>
              <a:gd name="connsiteY13" fmla="*/ 608094 h 608094"/>
              <a:gd name="connsiteX14" fmla="*/ 270894 w 609076"/>
              <a:gd name="connsiteY14" fmla="*/ 594198 h 608094"/>
              <a:gd name="connsiteX15" fmla="*/ 188120 w 609076"/>
              <a:gd name="connsiteY15" fmla="*/ 511559 h 608094"/>
              <a:gd name="connsiteX16" fmla="*/ 173832 w 609076"/>
              <a:gd name="connsiteY16" fmla="*/ 525915 h 608094"/>
              <a:gd name="connsiteX17" fmla="*/ 170053 w 609076"/>
              <a:gd name="connsiteY17" fmla="*/ 526927 h 608094"/>
              <a:gd name="connsiteX18" fmla="*/ 167288 w 609076"/>
              <a:gd name="connsiteY18" fmla="*/ 524350 h 608094"/>
              <a:gd name="connsiteX19" fmla="*/ 122398 w 609076"/>
              <a:gd name="connsiteY19" fmla="*/ 392017 h 608094"/>
              <a:gd name="connsiteX20" fmla="*/ 135672 w 609076"/>
              <a:gd name="connsiteY20" fmla="*/ 378765 h 608094"/>
              <a:gd name="connsiteX21" fmla="*/ 513252 w 609076"/>
              <a:gd name="connsiteY21" fmla="*/ 188723 h 608094"/>
              <a:gd name="connsiteX22" fmla="*/ 595111 w 609076"/>
              <a:gd name="connsiteY22" fmla="*/ 270462 h 608094"/>
              <a:gd name="connsiteX23" fmla="*/ 595111 w 609076"/>
              <a:gd name="connsiteY23" fmla="*/ 337658 h 608094"/>
              <a:gd name="connsiteX24" fmla="*/ 516017 w 609076"/>
              <a:gd name="connsiteY24" fmla="*/ 416635 h 608094"/>
              <a:gd name="connsiteX25" fmla="*/ 530398 w 609076"/>
              <a:gd name="connsiteY25" fmla="*/ 430995 h 608094"/>
              <a:gd name="connsiteX26" fmla="*/ 531412 w 609076"/>
              <a:gd name="connsiteY26" fmla="*/ 434677 h 608094"/>
              <a:gd name="connsiteX27" fmla="*/ 528831 w 609076"/>
              <a:gd name="connsiteY27" fmla="*/ 437530 h 608094"/>
              <a:gd name="connsiteX28" fmla="*/ 396271 w 609076"/>
              <a:gd name="connsiteY28" fmla="*/ 482266 h 608094"/>
              <a:gd name="connsiteX29" fmla="*/ 382997 w 609076"/>
              <a:gd name="connsiteY29" fmla="*/ 469011 h 608094"/>
              <a:gd name="connsiteX30" fmla="*/ 427798 w 609076"/>
              <a:gd name="connsiteY30" fmla="*/ 336645 h 608094"/>
              <a:gd name="connsiteX31" fmla="*/ 430655 w 609076"/>
              <a:gd name="connsiteY31" fmla="*/ 334068 h 608094"/>
              <a:gd name="connsiteX32" fmla="*/ 434343 w 609076"/>
              <a:gd name="connsiteY32" fmla="*/ 335172 h 608094"/>
              <a:gd name="connsiteX33" fmla="*/ 448631 w 609076"/>
              <a:gd name="connsiteY33" fmla="*/ 349440 h 608094"/>
              <a:gd name="connsiteX34" fmla="*/ 494170 w 609076"/>
              <a:gd name="connsiteY34" fmla="*/ 304060 h 608094"/>
              <a:gd name="connsiteX35" fmla="*/ 445958 w 609076"/>
              <a:gd name="connsiteY35" fmla="*/ 255919 h 608094"/>
              <a:gd name="connsiteX36" fmla="*/ 474996 w 609076"/>
              <a:gd name="connsiteY36" fmla="*/ 265768 h 608094"/>
              <a:gd name="connsiteX37" fmla="*/ 487164 w 609076"/>
              <a:gd name="connsiteY37" fmla="*/ 267701 h 608094"/>
              <a:gd name="connsiteX38" fmla="*/ 514082 w 609076"/>
              <a:gd name="connsiteY38" fmla="*/ 256563 h 608094"/>
              <a:gd name="connsiteX39" fmla="*/ 523116 w 609076"/>
              <a:gd name="connsiteY39" fmla="*/ 217719 h 608094"/>
              <a:gd name="connsiteX40" fmla="*/ 212828 w 609076"/>
              <a:gd name="connsiteY40" fmla="*/ 125789 h 608094"/>
              <a:gd name="connsiteX41" fmla="*/ 226102 w 609076"/>
              <a:gd name="connsiteY41" fmla="*/ 139043 h 608094"/>
              <a:gd name="connsiteX42" fmla="*/ 181209 w 609076"/>
              <a:gd name="connsiteY42" fmla="*/ 271491 h 608094"/>
              <a:gd name="connsiteX43" fmla="*/ 178351 w 609076"/>
              <a:gd name="connsiteY43" fmla="*/ 273976 h 608094"/>
              <a:gd name="connsiteX44" fmla="*/ 174664 w 609076"/>
              <a:gd name="connsiteY44" fmla="*/ 272964 h 608094"/>
              <a:gd name="connsiteX45" fmla="*/ 160376 w 609076"/>
              <a:gd name="connsiteY45" fmla="*/ 258697 h 608094"/>
              <a:gd name="connsiteX46" fmla="*/ 114929 w 609076"/>
              <a:gd name="connsiteY46" fmla="*/ 304074 h 608094"/>
              <a:gd name="connsiteX47" fmla="*/ 163141 w 609076"/>
              <a:gd name="connsiteY47" fmla="*/ 352212 h 608094"/>
              <a:gd name="connsiteX48" fmla="*/ 134011 w 609076"/>
              <a:gd name="connsiteY48" fmla="*/ 342363 h 608094"/>
              <a:gd name="connsiteX49" fmla="*/ 121843 w 609076"/>
              <a:gd name="connsiteY49" fmla="*/ 340338 h 608094"/>
              <a:gd name="connsiteX50" fmla="*/ 95202 w 609076"/>
              <a:gd name="connsiteY50" fmla="*/ 351383 h 608094"/>
              <a:gd name="connsiteX51" fmla="*/ 85891 w 609076"/>
              <a:gd name="connsiteY51" fmla="*/ 390317 h 608094"/>
              <a:gd name="connsiteX52" fmla="*/ 95755 w 609076"/>
              <a:gd name="connsiteY52" fmla="*/ 419402 h 608094"/>
              <a:gd name="connsiteX53" fmla="*/ 13896 w 609076"/>
              <a:gd name="connsiteY53" fmla="*/ 337669 h 608094"/>
              <a:gd name="connsiteX54" fmla="*/ 13896 w 609076"/>
              <a:gd name="connsiteY54" fmla="*/ 270478 h 608094"/>
              <a:gd name="connsiteX55" fmla="*/ 93082 w 609076"/>
              <a:gd name="connsiteY55" fmla="*/ 191414 h 608094"/>
              <a:gd name="connsiteX56" fmla="*/ 78701 w 609076"/>
              <a:gd name="connsiteY56" fmla="*/ 177148 h 608094"/>
              <a:gd name="connsiteX57" fmla="*/ 77687 w 609076"/>
              <a:gd name="connsiteY57" fmla="*/ 173466 h 608094"/>
              <a:gd name="connsiteX58" fmla="*/ 80268 w 609076"/>
              <a:gd name="connsiteY58" fmla="*/ 170613 h 608094"/>
              <a:gd name="connsiteX59" fmla="*/ 212828 w 609076"/>
              <a:gd name="connsiteY59" fmla="*/ 125789 h 608094"/>
              <a:gd name="connsiteX60" fmla="*/ 304478 w 609076"/>
              <a:gd name="connsiteY60" fmla="*/ 0 h 608094"/>
              <a:gd name="connsiteX61" fmla="*/ 338157 w 609076"/>
              <a:gd name="connsiteY61" fmla="*/ 13876 h 608094"/>
              <a:gd name="connsiteX62" fmla="*/ 420931 w 609076"/>
              <a:gd name="connsiteY62" fmla="*/ 96535 h 608094"/>
              <a:gd name="connsiteX63" fmla="*/ 435218 w 609076"/>
              <a:gd name="connsiteY63" fmla="*/ 82267 h 608094"/>
              <a:gd name="connsiteX64" fmla="*/ 438905 w 609076"/>
              <a:gd name="connsiteY64" fmla="*/ 81163 h 608094"/>
              <a:gd name="connsiteX65" fmla="*/ 441762 w 609076"/>
              <a:gd name="connsiteY65" fmla="*/ 83740 h 608094"/>
              <a:gd name="connsiteX66" fmla="*/ 486560 w 609076"/>
              <a:gd name="connsiteY66" fmla="*/ 216105 h 608094"/>
              <a:gd name="connsiteX67" fmla="*/ 473286 w 609076"/>
              <a:gd name="connsiteY67" fmla="*/ 229360 h 608094"/>
              <a:gd name="connsiteX68" fmla="*/ 340830 w 609076"/>
              <a:gd name="connsiteY68" fmla="*/ 184625 h 608094"/>
              <a:gd name="connsiteX69" fmla="*/ 338157 w 609076"/>
              <a:gd name="connsiteY69" fmla="*/ 181771 h 608094"/>
              <a:gd name="connsiteX70" fmla="*/ 339263 w 609076"/>
              <a:gd name="connsiteY70" fmla="*/ 178089 h 608094"/>
              <a:gd name="connsiteX71" fmla="*/ 353550 w 609076"/>
              <a:gd name="connsiteY71" fmla="*/ 163730 h 608094"/>
              <a:gd name="connsiteX72" fmla="*/ 304512 w 609076"/>
              <a:gd name="connsiteY72" fmla="*/ 114760 h 608094"/>
              <a:gd name="connsiteX73" fmla="*/ 252617 w 609076"/>
              <a:gd name="connsiteY73" fmla="*/ 166491 h 608094"/>
              <a:gd name="connsiteX74" fmla="*/ 262480 w 609076"/>
              <a:gd name="connsiteY74" fmla="*/ 137496 h 608094"/>
              <a:gd name="connsiteX75" fmla="*/ 253447 w 609076"/>
              <a:gd name="connsiteY75" fmla="*/ 98652 h 608094"/>
              <a:gd name="connsiteX76" fmla="*/ 226624 w 609076"/>
              <a:gd name="connsiteY76" fmla="*/ 87422 h 608094"/>
              <a:gd name="connsiteX77" fmla="*/ 214272 w 609076"/>
              <a:gd name="connsiteY77" fmla="*/ 89539 h 608094"/>
              <a:gd name="connsiteX78" fmla="*/ 185329 w 609076"/>
              <a:gd name="connsiteY78" fmla="*/ 99296 h 608094"/>
              <a:gd name="connsiteX79" fmla="*/ 270868 w 609076"/>
              <a:gd name="connsiteY79" fmla="*/ 13876 h 608094"/>
              <a:gd name="connsiteX80" fmla="*/ 304478 w 609076"/>
              <a:gd name="connsiteY80" fmla="*/ 0 h 608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</a:cxnLst>
            <a:rect l="l" t="t" r="r" b="b"/>
            <a:pathLst>
              <a:path w="609076" h="608094">
                <a:moveTo>
                  <a:pt x="135672" y="378765"/>
                </a:moveTo>
                <a:cubicBezTo>
                  <a:pt x="177243" y="392753"/>
                  <a:pt x="257159" y="419809"/>
                  <a:pt x="268220" y="423490"/>
                </a:cubicBezTo>
                <a:cubicBezTo>
                  <a:pt x="269511" y="423950"/>
                  <a:pt x="270525" y="425054"/>
                  <a:pt x="270801" y="426343"/>
                </a:cubicBezTo>
                <a:cubicBezTo>
                  <a:pt x="271078" y="427723"/>
                  <a:pt x="270709" y="429103"/>
                  <a:pt x="269787" y="430116"/>
                </a:cubicBezTo>
                <a:lnTo>
                  <a:pt x="255408" y="444380"/>
                </a:lnTo>
                <a:lnTo>
                  <a:pt x="304538" y="493430"/>
                </a:lnTo>
                <a:lnTo>
                  <a:pt x="356341" y="441619"/>
                </a:lnTo>
                <a:lnTo>
                  <a:pt x="346478" y="470699"/>
                </a:lnTo>
                <a:cubicBezTo>
                  <a:pt x="341869" y="484319"/>
                  <a:pt x="345280" y="499227"/>
                  <a:pt x="355511" y="509534"/>
                </a:cubicBezTo>
                <a:cubicBezTo>
                  <a:pt x="362793" y="516712"/>
                  <a:pt x="372287" y="520669"/>
                  <a:pt x="382426" y="520669"/>
                </a:cubicBezTo>
                <a:cubicBezTo>
                  <a:pt x="386574" y="520669"/>
                  <a:pt x="390722" y="520025"/>
                  <a:pt x="394778" y="518645"/>
                </a:cubicBezTo>
                <a:lnTo>
                  <a:pt x="423629" y="508890"/>
                </a:lnTo>
                <a:lnTo>
                  <a:pt x="338182" y="594198"/>
                </a:lnTo>
                <a:cubicBezTo>
                  <a:pt x="328872" y="603493"/>
                  <a:pt x="316705" y="608094"/>
                  <a:pt x="304538" y="608094"/>
                </a:cubicBezTo>
                <a:cubicBezTo>
                  <a:pt x="292371" y="608094"/>
                  <a:pt x="280111" y="603493"/>
                  <a:pt x="270894" y="594198"/>
                </a:cubicBezTo>
                <a:lnTo>
                  <a:pt x="188120" y="511559"/>
                </a:lnTo>
                <a:lnTo>
                  <a:pt x="173832" y="525915"/>
                </a:lnTo>
                <a:cubicBezTo>
                  <a:pt x="172818" y="526835"/>
                  <a:pt x="171436" y="527295"/>
                  <a:pt x="170053" y="526927"/>
                </a:cubicBezTo>
                <a:cubicBezTo>
                  <a:pt x="168763" y="526651"/>
                  <a:pt x="167657" y="525639"/>
                  <a:pt x="167288" y="524350"/>
                </a:cubicBezTo>
                <a:cubicBezTo>
                  <a:pt x="163232" y="512571"/>
                  <a:pt x="135856" y="431864"/>
                  <a:pt x="122398" y="392017"/>
                </a:cubicBezTo>
                <a:cubicBezTo>
                  <a:pt x="119633" y="383826"/>
                  <a:pt x="127468" y="376004"/>
                  <a:pt x="135672" y="378765"/>
                </a:cubicBezTo>
                <a:close/>
                <a:moveTo>
                  <a:pt x="513252" y="188723"/>
                </a:moveTo>
                <a:lnTo>
                  <a:pt x="595111" y="270462"/>
                </a:lnTo>
                <a:cubicBezTo>
                  <a:pt x="613732" y="288964"/>
                  <a:pt x="613732" y="319064"/>
                  <a:pt x="595111" y="337658"/>
                </a:cubicBezTo>
                <a:lnTo>
                  <a:pt x="516017" y="416635"/>
                </a:lnTo>
                <a:lnTo>
                  <a:pt x="530398" y="430995"/>
                </a:lnTo>
                <a:cubicBezTo>
                  <a:pt x="531320" y="431915"/>
                  <a:pt x="531689" y="433296"/>
                  <a:pt x="531412" y="434677"/>
                </a:cubicBezTo>
                <a:cubicBezTo>
                  <a:pt x="531043" y="435965"/>
                  <a:pt x="530122" y="437070"/>
                  <a:pt x="528831" y="437530"/>
                </a:cubicBezTo>
                <a:cubicBezTo>
                  <a:pt x="513160" y="442869"/>
                  <a:pt x="524130" y="439095"/>
                  <a:pt x="396271" y="482266"/>
                </a:cubicBezTo>
                <a:cubicBezTo>
                  <a:pt x="388067" y="485027"/>
                  <a:pt x="380231" y="477203"/>
                  <a:pt x="382997" y="469011"/>
                </a:cubicBezTo>
                <a:cubicBezTo>
                  <a:pt x="399313" y="420593"/>
                  <a:pt x="423004" y="350913"/>
                  <a:pt x="427798" y="336645"/>
                </a:cubicBezTo>
                <a:cubicBezTo>
                  <a:pt x="428259" y="335356"/>
                  <a:pt x="429365" y="334436"/>
                  <a:pt x="430655" y="334068"/>
                </a:cubicBezTo>
                <a:cubicBezTo>
                  <a:pt x="431946" y="333792"/>
                  <a:pt x="433421" y="334160"/>
                  <a:pt x="434343" y="335172"/>
                </a:cubicBezTo>
                <a:lnTo>
                  <a:pt x="448631" y="349440"/>
                </a:lnTo>
                <a:lnTo>
                  <a:pt x="494170" y="304060"/>
                </a:lnTo>
                <a:lnTo>
                  <a:pt x="445958" y="255919"/>
                </a:lnTo>
                <a:lnTo>
                  <a:pt x="474996" y="265768"/>
                </a:lnTo>
                <a:cubicBezTo>
                  <a:pt x="478775" y="267056"/>
                  <a:pt x="482924" y="267701"/>
                  <a:pt x="487164" y="267701"/>
                </a:cubicBezTo>
                <a:cubicBezTo>
                  <a:pt x="497212" y="267701"/>
                  <a:pt x="506983" y="263651"/>
                  <a:pt x="514082" y="256563"/>
                </a:cubicBezTo>
                <a:cubicBezTo>
                  <a:pt x="524037" y="246714"/>
                  <a:pt x="527725" y="231434"/>
                  <a:pt x="523116" y="217719"/>
                </a:cubicBezTo>
                <a:close/>
                <a:moveTo>
                  <a:pt x="212828" y="125789"/>
                </a:moveTo>
                <a:cubicBezTo>
                  <a:pt x="221032" y="123027"/>
                  <a:pt x="228868" y="130851"/>
                  <a:pt x="226102" y="139043"/>
                </a:cubicBezTo>
                <a:cubicBezTo>
                  <a:pt x="211445" y="182302"/>
                  <a:pt x="186095" y="257316"/>
                  <a:pt x="181209" y="271491"/>
                </a:cubicBezTo>
                <a:cubicBezTo>
                  <a:pt x="180840" y="272779"/>
                  <a:pt x="179734" y="273700"/>
                  <a:pt x="178351" y="273976"/>
                </a:cubicBezTo>
                <a:cubicBezTo>
                  <a:pt x="177061" y="274344"/>
                  <a:pt x="175678" y="273976"/>
                  <a:pt x="174664" y="272964"/>
                </a:cubicBezTo>
                <a:lnTo>
                  <a:pt x="160376" y="258697"/>
                </a:lnTo>
                <a:lnTo>
                  <a:pt x="114929" y="304074"/>
                </a:lnTo>
                <a:lnTo>
                  <a:pt x="163141" y="352212"/>
                </a:lnTo>
                <a:lnTo>
                  <a:pt x="134011" y="342363"/>
                </a:lnTo>
                <a:cubicBezTo>
                  <a:pt x="130232" y="341075"/>
                  <a:pt x="126083" y="340338"/>
                  <a:pt x="121843" y="340338"/>
                </a:cubicBezTo>
                <a:cubicBezTo>
                  <a:pt x="111795" y="340338"/>
                  <a:pt x="102300" y="344204"/>
                  <a:pt x="95202" y="351383"/>
                </a:cubicBezTo>
                <a:cubicBezTo>
                  <a:pt x="84785" y="361784"/>
                  <a:pt x="81282" y="376695"/>
                  <a:pt x="85891" y="390317"/>
                </a:cubicBezTo>
                <a:lnTo>
                  <a:pt x="95755" y="419402"/>
                </a:lnTo>
                <a:lnTo>
                  <a:pt x="13896" y="337669"/>
                </a:lnTo>
                <a:cubicBezTo>
                  <a:pt x="-4633" y="319077"/>
                  <a:pt x="-4633" y="288979"/>
                  <a:pt x="13896" y="270478"/>
                </a:cubicBezTo>
                <a:lnTo>
                  <a:pt x="93082" y="191414"/>
                </a:lnTo>
                <a:lnTo>
                  <a:pt x="78701" y="177148"/>
                </a:lnTo>
                <a:cubicBezTo>
                  <a:pt x="77779" y="176135"/>
                  <a:pt x="77318" y="174755"/>
                  <a:pt x="77687" y="173466"/>
                </a:cubicBezTo>
                <a:cubicBezTo>
                  <a:pt x="77963" y="172086"/>
                  <a:pt x="78978" y="170981"/>
                  <a:pt x="80268" y="170613"/>
                </a:cubicBezTo>
                <a:cubicBezTo>
                  <a:pt x="81098" y="170337"/>
                  <a:pt x="166183" y="141528"/>
                  <a:pt x="212828" y="125789"/>
                </a:cubicBezTo>
                <a:close/>
                <a:moveTo>
                  <a:pt x="304478" y="0"/>
                </a:moveTo>
                <a:cubicBezTo>
                  <a:pt x="316657" y="0"/>
                  <a:pt x="328847" y="4625"/>
                  <a:pt x="338157" y="13876"/>
                </a:cubicBezTo>
                <a:lnTo>
                  <a:pt x="420931" y="96535"/>
                </a:lnTo>
                <a:lnTo>
                  <a:pt x="435218" y="82267"/>
                </a:lnTo>
                <a:cubicBezTo>
                  <a:pt x="436140" y="81255"/>
                  <a:pt x="437522" y="80887"/>
                  <a:pt x="438905" y="81163"/>
                </a:cubicBezTo>
                <a:cubicBezTo>
                  <a:pt x="440287" y="81531"/>
                  <a:pt x="441301" y="82451"/>
                  <a:pt x="441762" y="83740"/>
                </a:cubicBezTo>
                <a:cubicBezTo>
                  <a:pt x="445634" y="95246"/>
                  <a:pt x="472272" y="173855"/>
                  <a:pt x="486560" y="216105"/>
                </a:cubicBezTo>
                <a:cubicBezTo>
                  <a:pt x="489325" y="224297"/>
                  <a:pt x="481490" y="232121"/>
                  <a:pt x="473286" y="229360"/>
                </a:cubicBezTo>
                <a:cubicBezTo>
                  <a:pt x="417059" y="210398"/>
                  <a:pt x="353734" y="188951"/>
                  <a:pt x="340830" y="184625"/>
                </a:cubicBezTo>
                <a:cubicBezTo>
                  <a:pt x="339447" y="184164"/>
                  <a:pt x="338525" y="183152"/>
                  <a:pt x="338157" y="181771"/>
                </a:cubicBezTo>
                <a:cubicBezTo>
                  <a:pt x="337880" y="180482"/>
                  <a:pt x="338249" y="179010"/>
                  <a:pt x="339263" y="178089"/>
                </a:cubicBezTo>
                <a:lnTo>
                  <a:pt x="353550" y="163730"/>
                </a:lnTo>
                <a:lnTo>
                  <a:pt x="304512" y="114760"/>
                </a:lnTo>
                <a:lnTo>
                  <a:pt x="252617" y="166491"/>
                </a:lnTo>
                <a:lnTo>
                  <a:pt x="262480" y="137496"/>
                </a:lnTo>
                <a:cubicBezTo>
                  <a:pt x="267181" y="123781"/>
                  <a:pt x="263678" y="108961"/>
                  <a:pt x="253447" y="98652"/>
                </a:cubicBezTo>
                <a:cubicBezTo>
                  <a:pt x="246165" y="91380"/>
                  <a:pt x="236671" y="87422"/>
                  <a:pt x="226624" y="87422"/>
                </a:cubicBezTo>
                <a:cubicBezTo>
                  <a:pt x="222384" y="87422"/>
                  <a:pt x="218236" y="88158"/>
                  <a:pt x="214272" y="89539"/>
                </a:cubicBezTo>
                <a:lnTo>
                  <a:pt x="185329" y="99296"/>
                </a:lnTo>
                <a:lnTo>
                  <a:pt x="270868" y="13876"/>
                </a:lnTo>
                <a:cubicBezTo>
                  <a:pt x="280132" y="4625"/>
                  <a:pt x="292299" y="0"/>
                  <a:pt x="304478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/>
            <a:endParaRPr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3" name="íṥḷîďê"/>
          <p:cNvSpPr/>
          <p:nvPr/>
        </p:nvSpPr>
        <p:spPr bwMode="auto">
          <a:xfrm>
            <a:off x="5884550" y="3647100"/>
            <a:ext cx="802444" cy="579065"/>
          </a:xfrm>
          <a:custGeom>
            <a:avLst/>
            <a:gdLst>
              <a:gd name="connsiteX0" fmla="*/ 91000 w 605879"/>
              <a:gd name="connsiteY0" fmla="*/ 173662 h 437224"/>
              <a:gd name="connsiteX1" fmla="*/ 331193 w 605879"/>
              <a:gd name="connsiteY1" fmla="*/ 173662 h 437224"/>
              <a:gd name="connsiteX2" fmla="*/ 342454 w 605879"/>
              <a:gd name="connsiteY2" fmla="*/ 184882 h 437224"/>
              <a:gd name="connsiteX3" fmla="*/ 331193 w 605879"/>
              <a:gd name="connsiteY3" fmla="*/ 196102 h 437224"/>
              <a:gd name="connsiteX4" fmla="*/ 91000 w 605879"/>
              <a:gd name="connsiteY4" fmla="*/ 196102 h 437224"/>
              <a:gd name="connsiteX5" fmla="*/ 79739 w 605879"/>
              <a:gd name="connsiteY5" fmla="*/ 184882 h 437224"/>
              <a:gd name="connsiteX6" fmla="*/ 91000 w 605879"/>
              <a:gd name="connsiteY6" fmla="*/ 173662 h 437224"/>
              <a:gd name="connsiteX7" fmla="*/ 421630 w 605879"/>
              <a:gd name="connsiteY7" fmla="*/ 131441 h 437224"/>
              <a:gd name="connsiteX8" fmla="*/ 423552 w 605879"/>
              <a:gd name="connsiteY8" fmla="*/ 152274 h 437224"/>
              <a:gd name="connsiteX9" fmla="*/ 275961 w 605879"/>
              <a:gd name="connsiteY9" fmla="*/ 300986 h 437224"/>
              <a:gd name="connsiteX10" fmla="*/ 408175 w 605879"/>
              <a:gd name="connsiteY10" fmla="*/ 358277 h 437224"/>
              <a:gd name="connsiteX11" fmla="*/ 418060 w 605879"/>
              <a:gd name="connsiteY11" fmla="*/ 365267 h 437224"/>
              <a:gd name="connsiteX12" fmla="*/ 488218 w 605879"/>
              <a:gd name="connsiteY12" fmla="*/ 410360 h 437224"/>
              <a:gd name="connsiteX13" fmla="*/ 474214 w 605879"/>
              <a:gd name="connsiteY13" fmla="*/ 363348 h 437224"/>
              <a:gd name="connsiteX14" fmla="*/ 482039 w 605879"/>
              <a:gd name="connsiteY14" fmla="*/ 349916 h 437224"/>
              <a:gd name="connsiteX15" fmla="*/ 583363 w 605879"/>
              <a:gd name="connsiteY15" fmla="*/ 244928 h 437224"/>
              <a:gd name="connsiteX16" fmla="*/ 421630 w 605879"/>
              <a:gd name="connsiteY16" fmla="*/ 131441 h 437224"/>
              <a:gd name="connsiteX17" fmla="*/ 75898 w 605879"/>
              <a:gd name="connsiteY17" fmla="*/ 120173 h 437224"/>
              <a:gd name="connsiteX18" fmla="*/ 340509 w 605879"/>
              <a:gd name="connsiteY18" fmla="*/ 120173 h 437224"/>
              <a:gd name="connsiteX19" fmla="*/ 351769 w 605879"/>
              <a:gd name="connsiteY19" fmla="*/ 131428 h 437224"/>
              <a:gd name="connsiteX20" fmla="*/ 340509 w 605879"/>
              <a:gd name="connsiteY20" fmla="*/ 142683 h 437224"/>
              <a:gd name="connsiteX21" fmla="*/ 75898 w 605879"/>
              <a:gd name="connsiteY21" fmla="*/ 142683 h 437224"/>
              <a:gd name="connsiteX22" fmla="*/ 64638 w 605879"/>
              <a:gd name="connsiteY22" fmla="*/ 131428 h 437224"/>
              <a:gd name="connsiteX23" fmla="*/ 75898 w 605879"/>
              <a:gd name="connsiteY23" fmla="*/ 120173 h 437224"/>
              <a:gd name="connsiteX24" fmla="*/ 210609 w 605879"/>
              <a:gd name="connsiteY24" fmla="*/ 22478 h 437224"/>
              <a:gd name="connsiteX25" fmla="*/ 22516 w 605879"/>
              <a:gd name="connsiteY25" fmla="*/ 153508 h 437224"/>
              <a:gd name="connsiteX26" fmla="*/ 139216 w 605879"/>
              <a:gd name="connsiteY26" fmla="*/ 274807 h 437224"/>
              <a:gd name="connsiteX27" fmla="*/ 147042 w 605879"/>
              <a:gd name="connsiteY27" fmla="*/ 288102 h 437224"/>
              <a:gd name="connsiteX28" fmla="*/ 130017 w 605879"/>
              <a:gd name="connsiteY28" fmla="*/ 344297 h 437224"/>
              <a:gd name="connsiteX29" fmla="*/ 214041 w 605879"/>
              <a:gd name="connsiteY29" fmla="*/ 291254 h 437224"/>
              <a:gd name="connsiteX30" fmla="*/ 223927 w 605879"/>
              <a:gd name="connsiteY30" fmla="*/ 284264 h 437224"/>
              <a:gd name="connsiteX31" fmla="*/ 398839 w 605879"/>
              <a:gd name="connsiteY31" fmla="*/ 152960 h 437224"/>
              <a:gd name="connsiteX32" fmla="*/ 369596 w 605879"/>
              <a:gd name="connsiteY32" fmla="*/ 80592 h 437224"/>
              <a:gd name="connsiteX33" fmla="*/ 210609 w 605879"/>
              <a:gd name="connsiteY33" fmla="*/ 22478 h 437224"/>
              <a:gd name="connsiteX34" fmla="*/ 210609 w 605879"/>
              <a:gd name="connsiteY34" fmla="*/ 0 h 437224"/>
              <a:gd name="connsiteX35" fmla="*/ 385796 w 605879"/>
              <a:gd name="connsiteY35" fmla="*/ 64967 h 437224"/>
              <a:gd name="connsiteX36" fmla="*/ 414079 w 605879"/>
              <a:gd name="connsiteY36" fmla="*/ 109100 h 437224"/>
              <a:gd name="connsiteX37" fmla="*/ 419845 w 605879"/>
              <a:gd name="connsiteY37" fmla="*/ 108963 h 437224"/>
              <a:gd name="connsiteX38" fmla="*/ 605879 w 605879"/>
              <a:gd name="connsiteY38" fmla="*/ 244928 h 437224"/>
              <a:gd name="connsiteX39" fmla="*/ 498515 w 605879"/>
              <a:gd name="connsiteY39" fmla="*/ 368420 h 437224"/>
              <a:gd name="connsiteX40" fmla="*/ 516088 w 605879"/>
              <a:gd name="connsiteY40" fmla="*/ 414609 h 437224"/>
              <a:gd name="connsiteX41" fmla="*/ 522953 w 605879"/>
              <a:gd name="connsiteY41" fmla="*/ 428178 h 437224"/>
              <a:gd name="connsiteX42" fmla="*/ 510185 w 605879"/>
              <a:gd name="connsiteY42" fmla="*/ 437224 h 437224"/>
              <a:gd name="connsiteX43" fmla="*/ 400487 w 605879"/>
              <a:gd name="connsiteY43" fmla="*/ 380344 h 437224"/>
              <a:gd name="connsiteX44" fmla="*/ 250836 w 605879"/>
              <a:gd name="connsiteY44" fmla="*/ 304275 h 437224"/>
              <a:gd name="connsiteX45" fmla="*/ 231752 w 605879"/>
              <a:gd name="connsiteY45" fmla="*/ 306331 h 437224"/>
              <a:gd name="connsiteX46" fmla="*/ 107639 w 605879"/>
              <a:gd name="connsiteY46" fmla="*/ 371161 h 437224"/>
              <a:gd name="connsiteX47" fmla="*/ 94596 w 605879"/>
              <a:gd name="connsiteY47" fmla="*/ 361978 h 437224"/>
              <a:gd name="connsiteX48" fmla="*/ 102009 w 605879"/>
              <a:gd name="connsiteY48" fmla="*/ 348135 h 437224"/>
              <a:gd name="connsiteX49" fmla="*/ 122741 w 605879"/>
              <a:gd name="connsiteY49" fmla="*/ 293173 h 437224"/>
              <a:gd name="connsiteX50" fmla="*/ 0 w 605879"/>
              <a:gd name="connsiteY50" fmla="*/ 153508 h 437224"/>
              <a:gd name="connsiteX51" fmla="*/ 210609 w 605879"/>
              <a:gd name="connsiteY51" fmla="*/ 0 h 437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879" h="437224">
                <a:moveTo>
                  <a:pt x="91000" y="173662"/>
                </a:moveTo>
                <a:lnTo>
                  <a:pt x="331193" y="173662"/>
                </a:lnTo>
                <a:cubicBezTo>
                  <a:pt x="337373" y="173662"/>
                  <a:pt x="342454" y="178725"/>
                  <a:pt x="342454" y="184882"/>
                </a:cubicBezTo>
                <a:cubicBezTo>
                  <a:pt x="342454" y="191040"/>
                  <a:pt x="337373" y="196102"/>
                  <a:pt x="331193" y="196102"/>
                </a:cubicBezTo>
                <a:lnTo>
                  <a:pt x="91000" y="196102"/>
                </a:lnTo>
                <a:cubicBezTo>
                  <a:pt x="84683" y="196102"/>
                  <a:pt x="79739" y="191040"/>
                  <a:pt x="79739" y="184882"/>
                </a:cubicBezTo>
                <a:cubicBezTo>
                  <a:pt x="79739" y="178725"/>
                  <a:pt x="84683" y="173662"/>
                  <a:pt x="91000" y="173662"/>
                </a:cubicBezTo>
                <a:close/>
                <a:moveTo>
                  <a:pt x="421630" y="131441"/>
                </a:moveTo>
                <a:cubicBezTo>
                  <a:pt x="423003" y="138294"/>
                  <a:pt x="423552" y="145284"/>
                  <a:pt x="423552" y="152274"/>
                </a:cubicBezTo>
                <a:cubicBezTo>
                  <a:pt x="423552" y="220668"/>
                  <a:pt x="362456" y="281249"/>
                  <a:pt x="275961" y="300986"/>
                </a:cubicBezTo>
                <a:cubicBezTo>
                  <a:pt x="302047" y="334017"/>
                  <a:pt x="350924" y="355536"/>
                  <a:pt x="408175" y="358277"/>
                </a:cubicBezTo>
                <a:cubicBezTo>
                  <a:pt x="412569" y="358551"/>
                  <a:pt x="416413" y="361293"/>
                  <a:pt x="418060" y="365267"/>
                </a:cubicBezTo>
                <a:cubicBezTo>
                  <a:pt x="427259" y="388019"/>
                  <a:pt x="463505" y="403370"/>
                  <a:pt x="488218" y="410360"/>
                </a:cubicBezTo>
                <a:cubicBezTo>
                  <a:pt x="483962" y="399944"/>
                  <a:pt x="479156" y="385004"/>
                  <a:pt x="474214" y="363348"/>
                </a:cubicBezTo>
                <a:cubicBezTo>
                  <a:pt x="472841" y="357455"/>
                  <a:pt x="476273" y="351698"/>
                  <a:pt x="482039" y="349916"/>
                </a:cubicBezTo>
                <a:cubicBezTo>
                  <a:pt x="543685" y="332236"/>
                  <a:pt x="583500" y="290980"/>
                  <a:pt x="583363" y="244928"/>
                </a:cubicBezTo>
                <a:cubicBezTo>
                  <a:pt x="583363" y="182839"/>
                  <a:pt x="511009" y="132126"/>
                  <a:pt x="421630" y="131441"/>
                </a:cubicBezTo>
                <a:close/>
                <a:moveTo>
                  <a:pt x="75898" y="120173"/>
                </a:moveTo>
                <a:lnTo>
                  <a:pt x="340509" y="120173"/>
                </a:lnTo>
                <a:cubicBezTo>
                  <a:pt x="346826" y="120173"/>
                  <a:pt x="351769" y="125114"/>
                  <a:pt x="351769" y="131428"/>
                </a:cubicBezTo>
                <a:cubicBezTo>
                  <a:pt x="351769" y="137604"/>
                  <a:pt x="346826" y="142683"/>
                  <a:pt x="340509" y="142683"/>
                </a:cubicBezTo>
                <a:lnTo>
                  <a:pt x="75898" y="142683"/>
                </a:lnTo>
                <a:cubicBezTo>
                  <a:pt x="69719" y="142683"/>
                  <a:pt x="64638" y="137604"/>
                  <a:pt x="64638" y="131428"/>
                </a:cubicBezTo>
                <a:cubicBezTo>
                  <a:pt x="64638" y="125114"/>
                  <a:pt x="69719" y="120173"/>
                  <a:pt x="75898" y="120173"/>
                </a:cubicBezTo>
                <a:close/>
                <a:moveTo>
                  <a:pt x="210609" y="22478"/>
                </a:moveTo>
                <a:cubicBezTo>
                  <a:pt x="106952" y="22478"/>
                  <a:pt x="22516" y="81277"/>
                  <a:pt x="22516" y="153508"/>
                </a:cubicBezTo>
                <a:cubicBezTo>
                  <a:pt x="22516" y="206688"/>
                  <a:pt x="68372" y="254385"/>
                  <a:pt x="139216" y="274807"/>
                </a:cubicBezTo>
                <a:cubicBezTo>
                  <a:pt x="144983" y="276452"/>
                  <a:pt x="148415" y="282208"/>
                  <a:pt x="147042" y="288102"/>
                </a:cubicBezTo>
                <a:cubicBezTo>
                  <a:pt x="140864" y="314966"/>
                  <a:pt x="135097" y="332647"/>
                  <a:pt x="130017" y="344297"/>
                </a:cubicBezTo>
                <a:cubicBezTo>
                  <a:pt x="158437" y="336622"/>
                  <a:pt x="203058" y="318667"/>
                  <a:pt x="214041" y="291254"/>
                </a:cubicBezTo>
                <a:cubicBezTo>
                  <a:pt x="215689" y="287280"/>
                  <a:pt x="219533" y="284538"/>
                  <a:pt x="223927" y="284264"/>
                </a:cubicBezTo>
                <a:cubicBezTo>
                  <a:pt x="320170" y="279604"/>
                  <a:pt x="395407" y="223135"/>
                  <a:pt x="398839" y="152960"/>
                </a:cubicBezTo>
                <a:cubicBezTo>
                  <a:pt x="400075" y="126918"/>
                  <a:pt x="389915" y="101836"/>
                  <a:pt x="369596" y="80592"/>
                </a:cubicBezTo>
                <a:cubicBezTo>
                  <a:pt x="334860" y="44133"/>
                  <a:pt x="275412" y="22478"/>
                  <a:pt x="210609" y="22478"/>
                </a:cubicBezTo>
                <a:close/>
                <a:moveTo>
                  <a:pt x="210609" y="0"/>
                </a:moveTo>
                <a:cubicBezTo>
                  <a:pt x="281453" y="0"/>
                  <a:pt x="346942" y="24260"/>
                  <a:pt x="385796" y="64967"/>
                </a:cubicBezTo>
                <a:cubicBezTo>
                  <a:pt x="398702" y="78536"/>
                  <a:pt x="408175" y="93338"/>
                  <a:pt x="414079" y="109100"/>
                </a:cubicBezTo>
                <a:cubicBezTo>
                  <a:pt x="416001" y="108963"/>
                  <a:pt x="417923" y="108963"/>
                  <a:pt x="419845" y="108963"/>
                </a:cubicBezTo>
                <a:cubicBezTo>
                  <a:pt x="522404" y="108963"/>
                  <a:pt x="606016" y="169955"/>
                  <a:pt x="605879" y="244928"/>
                </a:cubicBezTo>
                <a:cubicBezTo>
                  <a:pt x="605879" y="298519"/>
                  <a:pt x="564141" y="346079"/>
                  <a:pt x="498515" y="368420"/>
                </a:cubicBezTo>
                <a:cubicBezTo>
                  <a:pt x="506066" y="398025"/>
                  <a:pt x="512931" y="412279"/>
                  <a:pt x="516088" y="414609"/>
                </a:cubicBezTo>
                <a:cubicBezTo>
                  <a:pt x="524601" y="418858"/>
                  <a:pt x="523228" y="426671"/>
                  <a:pt x="522953" y="428178"/>
                </a:cubicBezTo>
                <a:cubicBezTo>
                  <a:pt x="522541" y="429686"/>
                  <a:pt x="520207" y="437224"/>
                  <a:pt x="510185" y="437224"/>
                </a:cubicBezTo>
                <a:cubicBezTo>
                  <a:pt x="497828" y="437224"/>
                  <a:pt x="423689" y="421325"/>
                  <a:pt x="400487" y="380344"/>
                </a:cubicBezTo>
                <a:cubicBezTo>
                  <a:pt x="333899" y="375410"/>
                  <a:pt x="277746" y="346764"/>
                  <a:pt x="250836" y="304275"/>
                </a:cubicBezTo>
                <a:cubicBezTo>
                  <a:pt x="244521" y="305098"/>
                  <a:pt x="238205" y="305783"/>
                  <a:pt x="231752" y="306331"/>
                </a:cubicBezTo>
                <a:cubicBezTo>
                  <a:pt x="206216" y="353069"/>
                  <a:pt x="121643" y="371161"/>
                  <a:pt x="107639" y="371161"/>
                </a:cubicBezTo>
                <a:cubicBezTo>
                  <a:pt x="97616" y="371161"/>
                  <a:pt x="95145" y="364171"/>
                  <a:pt x="94596" y="361978"/>
                </a:cubicBezTo>
                <a:cubicBezTo>
                  <a:pt x="94184" y="360470"/>
                  <a:pt x="92948" y="352658"/>
                  <a:pt x="102009" y="348135"/>
                </a:cubicBezTo>
                <a:cubicBezTo>
                  <a:pt x="105030" y="345942"/>
                  <a:pt x="113130" y="331550"/>
                  <a:pt x="122741" y="293173"/>
                </a:cubicBezTo>
                <a:cubicBezTo>
                  <a:pt x="47778" y="268228"/>
                  <a:pt x="0" y="214226"/>
                  <a:pt x="0" y="153508"/>
                </a:cubicBezTo>
                <a:cubicBezTo>
                  <a:pt x="0" y="68804"/>
                  <a:pt x="94458" y="0"/>
                  <a:pt x="210609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/>
            <a:endParaRPr sz="24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574382" y="449878"/>
            <a:ext cx="30432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客户端技术栈四选一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标题 1"/>
          <p:cNvSpPr txBox="1"/>
          <p:nvPr/>
        </p:nvSpPr>
        <p:spPr>
          <a:xfrm>
            <a:off x="4024751" y="890576"/>
            <a:ext cx="4142498" cy="33520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QT VS ELECTRON VS WPF</a:t>
            </a:r>
            <a:endParaRPr lang="zh-CN" altLang="en-US" sz="105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íşḻiḓe"/>
          <p:cNvSpPr/>
          <p:nvPr/>
        </p:nvSpPr>
        <p:spPr bwMode="auto">
          <a:xfrm>
            <a:off x="868944" y="4667970"/>
            <a:ext cx="2873137" cy="8321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ADR-001·四选一对比表·决策理由·可打开核验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ïsļïdé"/>
          <p:cNvSpPr txBox="1"/>
          <p:nvPr/>
        </p:nvSpPr>
        <p:spPr bwMode="auto">
          <a:xfrm>
            <a:off x="868944" y="4226165"/>
            <a:ext cx="1278498" cy="441805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ADR记录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íşḻiḓe"/>
          <p:cNvSpPr/>
          <p:nvPr/>
        </p:nvSpPr>
        <p:spPr bwMode="auto">
          <a:xfrm>
            <a:off x="868944" y="2504484"/>
            <a:ext cx="2873137" cy="8321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AI建议：出包快·前端熟·跨平台 → 人否决：安全面大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ïsļïdé"/>
          <p:cNvSpPr txBox="1"/>
          <p:nvPr/>
        </p:nvSpPr>
        <p:spPr bwMode="auto">
          <a:xfrm>
            <a:off x="868944" y="2062679"/>
            <a:ext cx="1278498" cy="441805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Electron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íşḻiḓe"/>
          <p:cNvSpPr/>
          <p:nvPr/>
        </p:nvSpPr>
        <p:spPr bwMode="auto">
          <a:xfrm>
            <a:off x="8902824" y="4667970"/>
            <a:ext cx="2873137" cy="8321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AI提示：只Win → 人否决：没Mac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ïsļïdé"/>
          <p:cNvSpPr txBox="1"/>
          <p:nvPr/>
        </p:nvSpPr>
        <p:spPr bwMode="auto">
          <a:xfrm>
            <a:off x="8902824" y="4226165"/>
            <a:ext cx="1278498" cy="441805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WPF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íşḻiḓe"/>
          <p:cNvSpPr/>
          <p:nvPr/>
        </p:nvSpPr>
        <p:spPr bwMode="auto">
          <a:xfrm>
            <a:off x="8902824" y="2504484"/>
            <a:ext cx="2873137" cy="8321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AI建议：原生·C++可迁移 → 人选择：Win/Mac一套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ïsļïdé"/>
          <p:cNvSpPr txBox="1"/>
          <p:nvPr/>
        </p:nvSpPr>
        <p:spPr bwMode="auto">
          <a:xfrm>
            <a:off x="8902824" y="2062679"/>
            <a:ext cx="1278498" cy="441805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Qt 6+QML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>
        <p15:prstTrans prst="fractur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3" name="Freeform 5"/>
          <p:cNvSpPr/>
          <p:nvPr/>
        </p:nvSpPr>
        <p:spPr bwMode="auto">
          <a:xfrm>
            <a:off x="6108700" y="3360737"/>
            <a:ext cx="631825" cy="923925"/>
          </a:xfrm>
          <a:custGeom>
            <a:avLst/>
            <a:gdLst>
              <a:gd name="T0" fmla="*/ 623857876 w 433"/>
              <a:gd name="T1" fmla="*/ 199000350 h 635"/>
              <a:gd name="T2" fmla="*/ 711154787 w 433"/>
              <a:gd name="T3" fmla="*/ 169362000 h 635"/>
              <a:gd name="T4" fmla="*/ 853811534 w 433"/>
              <a:gd name="T5" fmla="*/ 249808950 h 635"/>
              <a:gd name="T6" fmla="*/ 921946491 w 433"/>
              <a:gd name="T7" fmla="*/ 249808950 h 635"/>
              <a:gd name="T8" fmla="*/ 921946491 w 433"/>
              <a:gd name="T9" fmla="*/ 0 h 635"/>
              <a:gd name="T10" fmla="*/ 0 w 433"/>
              <a:gd name="T11" fmla="*/ 0 h 635"/>
              <a:gd name="T12" fmla="*/ 0 w 433"/>
              <a:gd name="T13" fmla="*/ 980182575 h 635"/>
              <a:gd name="T14" fmla="*/ 336413981 w 433"/>
              <a:gd name="T15" fmla="*/ 980182575 h 635"/>
              <a:gd name="T16" fmla="*/ 359835281 w 433"/>
              <a:gd name="T17" fmla="*/ 1003469850 h 635"/>
              <a:gd name="T18" fmla="*/ 359835281 w 433"/>
              <a:gd name="T19" fmla="*/ 1117789200 h 635"/>
              <a:gd name="T20" fmla="*/ 351319506 w 433"/>
              <a:gd name="T21" fmla="*/ 1136842425 h 635"/>
              <a:gd name="T22" fmla="*/ 274667314 w 433"/>
              <a:gd name="T23" fmla="*/ 1240576650 h 635"/>
              <a:gd name="T24" fmla="*/ 300217558 w 433"/>
              <a:gd name="T25" fmla="*/ 1310438475 h 635"/>
              <a:gd name="T26" fmla="*/ 389644872 w 433"/>
              <a:gd name="T27" fmla="*/ 1344310875 h 635"/>
              <a:gd name="T28" fmla="*/ 532301619 w 433"/>
              <a:gd name="T29" fmla="*/ 1257512850 h 635"/>
              <a:gd name="T30" fmla="*/ 447133652 w 433"/>
              <a:gd name="T31" fmla="*/ 1128374325 h 635"/>
              <a:gd name="T32" fmla="*/ 434358529 w 433"/>
              <a:gd name="T33" fmla="*/ 1109321100 h 635"/>
              <a:gd name="T34" fmla="*/ 434358529 w 433"/>
              <a:gd name="T35" fmla="*/ 997118775 h 635"/>
              <a:gd name="T36" fmla="*/ 457779830 w 433"/>
              <a:gd name="T37" fmla="*/ 973831500 h 635"/>
              <a:gd name="T38" fmla="*/ 921946491 w 433"/>
              <a:gd name="T39" fmla="*/ 973831500 h 635"/>
              <a:gd name="T40" fmla="*/ 921946491 w 433"/>
              <a:gd name="T41" fmla="*/ 421287975 h 635"/>
              <a:gd name="T42" fmla="*/ 872974946 w 433"/>
              <a:gd name="T43" fmla="*/ 421287975 h 635"/>
              <a:gd name="T44" fmla="*/ 719672022 w 433"/>
              <a:gd name="T45" fmla="*/ 514437075 h 635"/>
              <a:gd name="T46" fmla="*/ 574886332 w 433"/>
              <a:gd name="T47" fmla="*/ 340841025 h 635"/>
              <a:gd name="T48" fmla="*/ 623857876 w 433"/>
              <a:gd name="T49" fmla="*/ 199000350 h 635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0" t="0" r="r" b="b"/>
            <a:pathLst>
              <a:path w="433" h="635">
                <a:moveTo>
                  <a:pt x="293" y="94"/>
                </a:moveTo>
                <a:cubicBezTo>
                  <a:pt x="304" y="84"/>
                  <a:pt x="318" y="79"/>
                  <a:pt x="334" y="80"/>
                </a:cubicBezTo>
                <a:cubicBezTo>
                  <a:pt x="360" y="81"/>
                  <a:pt x="391" y="108"/>
                  <a:pt x="401" y="118"/>
                </a:cubicBezTo>
                <a:cubicBezTo>
                  <a:pt x="433" y="118"/>
                  <a:pt x="433" y="118"/>
                  <a:pt x="433" y="118"/>
                </a:cubicBezTo>
                <a:cubicBezTo>
                  <a:pt x="433" y="0"/>
                  <a:pt x="433" y="0"/>
                  <a:pt x="433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463"/>
                  <a:pt x="0" y="463"/>
                  <a:pt x="0" y="463"/>
                </a:cubicBezTo>
                <a:cubicBezTo>
                  <a:pt x="158" y="463"/>
                  <a:pt x="158" y="463"/>
                  <a:pt x="158" y="463"/>
                </a:cubicBezTo>
                <a:cubicBezTo>
                  <a:pt x="164" y="463"/>
                  <a:pt x="169" y="468"/>
                  <a:pt x="169" y="474"/>
                </a:cubicBezTo>
                <a:cubicBezTo>
                  <a:pt x="169" y="528"/>
                  <a:pt x="169" y="528"/>
                  <a:pt x="169" y="528"/>
                </a:cubicBezTo>
                <a:cubicBezTo>
                  <a:pt x="169" y="532"/>
                  <a:pt x="168" y="535"/>
                  <a:pt x="165" y="537"/>
                </a:cubicBezTo>
                <a:cubicBezTo>
                  <a:pt x="156" y="544"/>
                  <a:pt x="130" y="568"/>
                  <a:pt x="129" y="586"/>
                </a:cubicBezTo>
                <a:cubicBezTo>
                  <a:pt x="129" y="598"/>
                  <a:pt x="133" y="611"/>
                  <a:pt x="141" y="619"/>
                </a:cubicBezTo>
                <a:cubicBezTo>
                  <a:pt x="151" y="630"/>
                  <a:pt x="166" y="635"/>
                  <a:pt x="183" y="635"/>
                </a:cubicBezTo>
                <a:cubicBezTo>
                  <a:pt x="207" y="635"/>
                  <a:pt x="248" y="630"/>
                  <a:pt x="250" y="594"/>
                </a:cubicBezTo>
                <a:cubicBezTo>
                  <a:pt x="253" y="560"/>
                  <a:pt x="210" y="533"/>
                  <a:pt x="210" y="533"/>
                </a:cubicBezTo>
                <a:cubicBezTo>
                  <a:pt x="206" y="531"/>
                  <a:pt x="204" y="527"/>
                  <a:pt x="204" y="524"/>
                </a:cubicBezTo>
                <a:cubicBezTo>
                  <a:pt x="204" y="471"/>
                  <a:pt x="204" y="471"/>
                  <a:pt x="204" y="471"/>
                </a:cubicBezTo>
                <a:cubicBezTo>
                  <a:pt x="204" y="465"/>
                  <a:pt x="209" y="460"/>
                  <a:pt x="215" y="460"/>
                </a:cubicBezTo>
                <a:cubicBezTo>
                  <a:pt x="433" y="460"/>
                  <a:pt x="433" y="460"/>
                  <a:pt x="433" y="460"/>
                </a:cubicBezTo>
                <a:cubicBezTo>
                  <a:pt x="433" y="199"/>
                  <a:pt x="433" y="199"/>
                  <a:pt x="433" y="199"/>
                </a:cubicBezTo>
                <a:cubicBezTo>
                  <a:pt x="410" y="199"/>
                  <a:pt x="410" y="199"/>
                  <a:pt x="410" y="199"/>
                </a:cubicBezTo>
                <a:cubicBezTo>
                  <a:pt x="399" y="211"/>
                  <a:pt x="368" y="243"/>
                  <a:pt x="338" y="243"/>
                </a:cubicBezTo>
                <a:cubicBezTo>
                  <a:pt x="305" y="243"/>
                  <a:pt x="270" y="222"/>
                  <a:pt x="270" y="161"/>
                </a:cubicBezTo>
                <a:cubicBezTo>
                  <a:pt x="270" y="124"/>
                  <a:pt x="282" y="104"/>
                  <a:pt x="293" y="94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444" name="Freeform 6"/>
          <p:cNvSpPr/>
          <p:nvPr/>
        </p:nvSpPr>
        <p:spPr bwMode="auto">
          <a:xfrm>
            <a:off x="5443539" y="3360737"/>
            <a:ext cx="633413" cy="674688"/>
          </a:xfrm>
          <a:custGeom>
            <a:avLst/>
            <a:gdLst>
              <a:gd name="T0" fmla="*/ 922326502 w 435"/>
              <a:gd name="T1" fmla="*/ 0 h 463"/>
              <a:gd name="T2" fmla="*/ 4240227 w 435"/>
              <a:gd name="T3" fmla="*/ 0 h 463"/>
              <a:gd name="T4" fmla="*/ 4240227 w 435"/>
              <a:gd name="T5" fmla="*/ 239951403 h 463"/>
              <a:gd name="T6" fmla="*/ 67849453 w 435"/>
              <a:gd name="T7" fmla="*/ 239951403 h 463"/>
              <a:gd name="T8" fmla="*/ 220510723 w 435"/>
              <a:gd name="T9" fmla="*/ 148642655 h 463"/>
              <a:gd name="T10" fmla="*/ 351967946 w 435"/>
              <a:gd name="T11" fmla="*/ 327012385 h 463"/>
              <a:gd name="T12" fmla="*/ 307442653 w 435"/>
              <a:gd name="T13" fmla="*/ 465037812 h 463"/>
              <a:gd name="T14" fmla="*/ 212028813 w 435"/>
              <a:gd name="T15" fmla="*/ 496889497 h 463"/>
              <a:gd name="T16" fmla="*/ 72089680 w 435"/>
              <a:gd name="T17" fmla="*/ 407703904 h 463"/>
              <a:gd name="T18" fmla="*/ 0 w 435"/>
              <a:gd name="T19" fmla="*/ 407703904 h 463"/>
              <a:gd name="T20" fmla="*/ 0 w 435"/>
              <a:gd name="T21" fmla="*/ 938569697 h 463"/>
              <a:gd name="T22" fmla="*/ 19082477 w 435"/>
              <a:gd name="T23" fmla="*/ 983161765 h 463"/>
              <a:gd name="T24" fmla="*/ 922326502 w 435"/>
              <a:gd name="T25" fmla="*/ 983161765 h 463"/>
              <a:gd name="T26" fmla="*/ 922326502 w 435"/>
              <a:gd name="T27" fmla="*/ 0 h 463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435" h="463">
                <a:moveTo>
                  <a:pt x="435" y="0"/>
                </a:moveTo>
                <a:cubicBezTo>
                  <a:pt x="2" y="0"/>
                  <a:pt x="2" y="0"/>
                  <a:pt x="2" y="0"/>
                </a:cubicBezTo>
                <a:cubicBezTo>
                  <a:pt x="2" y="113"/>
                  <a:pt x="2" y="113"/>
                  <a:pt x="2" y="113"/>
                </a:cubicBezTo>
                <a:cubicBezTo>
                  <a:pt x="32" y="113"/>
                  <a:pt x="32" y="113"/>
                  <a:pt x="32" y="113"/>
                </a:cubicBezTo>
                <a:cubicBezTo>
                  <a:pt x="40" y="99"/>
                  <a:pt x="61" y="69"/>
                  <a:pt x="104" y="70"/>
                </a:cubicBezTo>
                <a:cubicBezTo>
                  <a:pt x="166" y="72"/>
                  <a:pt x="166" y="134"/>
                  <a:pt x="166" y="154"/>
                </a:cubicBezTo>
                <a:cubicBezTo>
                  <a:pt x="166" y="184"/>
                  <a:pt x="159" y="205"/>
                  <a:pt x="145" y="219"/>
                </a:cubicBezTo>
                <a:cubicBezTo>
                  <a:pt x="134" y="229"/>
                  <a:pt x="119" y="234"/>
                  <a:pt x="100" y="234"/>
                </a:cubicBezTo>
                <a:cubicBezTo>
                  <a:pt x="63" y="233"/>
                  <a:pt x="42" y="209"/>
                  <a:pt x="34" y="192"/>
                </a:cubicBezTo>
                <a:cubicBezTo>
                  <a:pt x="0" y="192"/>
                  <a:pt x="0" y="192"/>
                  <a:pt x="0" y="192"/>
                </a:cubicBezTo>
                <a:cubicBezTo>
                  <a:pt x="0" y="442"/>
                  <a:pt x="0" y="442"/>
                  <a:pt x="0" y="442"/>
                </a:cubicBezTo>
                <a:cubicBezTo>
                  <a:pt x="4" y="449"/>
                  <a:pt x="7" y="456"/>
                  <a:pt x="9" y="463"/>
                </a:cubicBezTo>
                <a:cubicBezTo>
                  <a:pt x="435" y="463"/>
                  <a:pt x="435" y="463"/>
                  <a:pt x="435" y="463"/>
                </a:cubicBezTo>
                <a:lnTo>
                  <a:pt x="435" y="0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445" name="Freeform 7"/>
          <p:cNvSpPr/>
          <p:nvPr/>
        </p:nvSpPr>
        <p:spPr bwMode="auto">
          <a:xfrm>
            <a:off x="5446714" y="1971676"/>
            <a:ext cx="1622425" cy="896937"/>
          </a:xfrm>
          <a:custGeom>
            <a:avLst/>
            <a:gdLst>
              <a:gd name="T0" fmla="*/ 0 w 1114"/>
              <a:gd name="T1" fmla="*/ 943459378 h 616"/>
              <a:gd name="T2" fmla="*/ 394523077 w 1114"/>
              <a:gd name="T3" fmla="*/ 943459378 h 616"/>
              <a:gd name="T4" fmla="*/ 417854539 w 1114"/>
              <a:gd name="T5" fmla="*/ 966781222 h 616"/>
              <a:gd name="T6" fmla="*/ 417854539 w 1114"/>
              <a:gd name="T7" fmla="*/ 1083388987 h 616"/>
              <a:gd name="T8" fmla="*/ 407249065 w 1114"/>
              <a:gd name="T9" fmla="*/ 1104590796 h 616"/>
              <a:gd name="T10" fmla="*/ 341495704 w 1114"/>
              <a:gd name="T11" fmla="*/ 1197876716 h 616"/>
              <a:gd name="T12" fmla="*/ 451791476 w 1114"/>
              <a:gd name="T13" fmla="*/ 1306002883 h 616"/>
              <a:gd name="T14" fmla="*/ 591783160 w 1114"/>
              <a:gd name="T15" fmla="*/ 1210596927 h 616"/>
              <a:gd name="T16" fmla="*/ 509061331 w 1114"/>
              <a:gd name="T17" fmla="*/ 1100349269 h 616"/>
              <a:gd name="T18" fmla="*/ 494213375 w 1114"/>
              <a:gd name="T19" fmla="*/ 1077028881 h 616"/>
              <a:gd name="T20" fmla="*/ 496335344 w 1114"/>
              <a:gd name="T21" fmla="*/ 971021293 h 616"/>
              <a:gd name="T22" fmla="*/ 519666805 w 1114"/>
              <a:gd name="T23" fmla="*/ 949820940 h 616"/>
              <a:gd name="T24" fmla="*/ 1372344352 w 1114"/>
              <a:gd name="T25" fmla="*/ 949820940 h 616"/>
              <a:gd name="T26" fmla="*/ 1372344352 w 1114"/>
              <a:gd name="T27" fmla="*/ 873495302 h 616"/>
              <a:gd name="T28" fmla="*/ 1283259530 w 1114"/>
              <a:gd name="T29" fmla="*/ 718725447 h 616"/>
              <a:gd name="T30" fmla="*/ 1448703188 w 1114"/>
              <a:gd name="T31" fmla="*/ 591517506 h 616"/>
              <a:gd name="T32" fmla="*/ 1626875746 w 1114"/>
              <a:gd name="T33" fmla="*/ 716605412 h 616"/>
              <a:gd name="T34" fmla="*/ 1544152460 w 1114"/>
              <a:gd name="T35" fmla="*/ 875615338 h 616"/>
              <a:gd name="T36" fmla="*/ 1544152460 w 1114"/>
              <a:gd name="T37" fmla="*/ 945579414 h 616"/>
              <a:gd name="T38" fmla="*/ 2147483646 w 1114"/>
              <a:gd name="T39" fmla="*/ 945579414 h 616"/>
              <a:gd name="T40" fmla="*/ 2019276854 w 1114"/>
              <a:gd name="T41" fmla="*/ 432507581 h 616"/>
              <a:gd name="T42" fmla="*/ 975700762 w 1114"/>
              <a:gd name="T43" fmla="*/ 4240071 h 616"/>
              <a:gd name="T44" fmla="*/ 0 w 1114"/>
              <a:gd name="T45" fmla="*/ 313779781 h 616"/>
              <a:gd name="T46" fmla="*/ 0 w 1114"/>
              <a:gd name="T47" fmla="*/ 943459378 h 61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0" t="0" r="r" b="b"/>
            <a:pathLst>
              <a:path w="1114" h="616">
                <a:moveTo>
                  <a:pt x="0" y="445"/>
                </a:moveTo>
                <a:cubicBezTo>
                  <a:pt x="186" y="445"/>
                  <a:pt x="186" y="445"/>
                  <a:pt x="186" y="445"/>
                </a:cubicBezTo>
                <a:cubicBezTo>
                  <a:pt x="192" y="445"/>
                  <a:pt x="197" y="449"/>
                  <a:pt x="197" y="456"/>
                </a:cubicBezTo>
                <a:cubicBezTo>
                  <a:pt x="197" y="511"/>
                  <a:pt x="197" y="511"/>
                  <a:pt x="197" y="511"/>
                </a:cubicBezTo>
                <a:cubicBezTo>
                  <a:pt x="197" y="515"/>
                  <a:pt x="196" y="519"/>
                  <a:pt x="192" y="521"/>
                </a:cubicBezTo>
                <a:cubicBezTo>
                  <a:pt x="184" y="526"/>
                  <a:pt x="161" y="546"/>
                  <a:pt x="161" y="565"/>
                </a:cubicBezTo>
                <a:cubicBezTo>
                  <a:pt x="161" y="591"/>
                  <a:pt x="179" y="616"/>
                  <a:pt x="213" y="616"/>
                </a:cubicBezTo>
                <a:cubicBezTo>
                  <a:pt x="249" y="616"/>
                  <a:pt x="278" y="597"/>
                  <a:pt x="279" y="571"/>
                </a:cubicBezTo>
                <a:cubicBezTo>
                  <a:pt x="280" y="534"/>
                  <a:pt x="240" y="519"/>
                  <a:pt x="240" y="519"/>
                </a:cubicBezTo>
                <a:cubicBezTo>
                  <a:pt x="235" y="517"/>
                  <a:pt x="232" y="513"/>
                  <a:pt x="233" y="508"/>
                </a:cubicBezTo>
                <a:cubicBezTo>
                  <a:pt x="234" y="458"/>
                  <a:pt x="234" y="458"/>
                  <a:pt x="234" y="458"/>
                </a:cubicBezTo>
                <a:cubicBezTo>
                  <a:pt x="234" y="452"/>
                  <a:pt x="239" y="448"/>
                  <a:pt x="245" y="448"/>
                </a:cubicBezTo>
                <a:cubicBezTo>
                  <a:pt x="647" y="448"/>
                  <a:pt x="647" y="448"/>
                  <a:pt x="647" y="448"/>
                </a:cubicBezTo>
                <a:cubicBezTo>
                  <a:pt x="647" y="412"/>
                  <a:pt x="647" y="412"/>
                  <a:pt x="647" y="412"/>
                </a:cubicBezTo>
                <a:cubicBezTo>
                  <a:pt x="634" y="404"/>
                  <a:pt x="605" y="380"/>
                  <a:pt x="605" y="339"/>
                </a:cubicBezTo>
                <a:cubicBezTo>
                  <a:pt x="605" y="298"/>
                  <a:pt x="646" y="279"/>
                  <a:pt x="683" y="279"/>
                </a:cubicBezTo>
                <a:cubicBezTo>
                  <a:pt x="722" y="279"/>
                  <a:pt x="767" y="294"/>
                  <a:pt x="767" y="338"/>
                </a:cubicBezTo>
                <a:cubicBezTo>
                  <a:pt x="767" y="378"/>
                  <a:pt x="739" y="404"/>
                  <a:pt x="728" y="413"/>
                </a:cubicBezTo>
                <a:cubicBezTo>
                  <a:pt x="728" y="446"/>
                  <a:pt x="728" y="446"/>
                  <a:pt x="728" y="446"/>
                </a:cubicBezTo>
                <a:cubicBezTo>
                  <a:pt x="1114" y="446"/>
                  <a:pt x="1114" y="446"/>
                  <a:pt x="1114" y="446"/>
                </a:cubicBezTo>
                <a:cubicBezTo>
                  <a:pt x="1078" y="356"/>
                  <a:pt x="1025" y="265"/>
                  <a:pt x="952" y="204"/>
                </a:cubicBezTo>
                <a:cubicBezTo>
                  <a:pt x="809" y="83"/>
                  <a:pt x="677" y="5"/>
                  <a:pt x="460" y="2"/>
                </a:cubicBezTo>
                <a:cubicBezTo>
                  <a:pt x="326" y="0"/>
                  <a:pt x="149" y="37"/>
                  <a:pt x="0" y="148"/>
                </a:cubicBezTo>
                <a:lnTo>
                  <a:pt x="0" y="445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446" name="Freeform 8"/>
          <p:cNvSpPr/>
          <p:nvPr/>
        </p:nvSpPr>
        <p:spPr bwMode="auto">
          <a:xfrm>
            <a:off x="6108700" y="2409825"/>
            <a:ext cx="869951" cy="919163"/>
          </a:xfrm>
          <a:custGeom>
            <a:avLst/>
            <a:gdLst>
              <a:gd name="T0" fmla="*/ 919449718 w 597"/>
              <a:gd name="T1" fmla="*/ 895445390 h 631"/>
              <a:gd name="T2" fmla="*/ 944930364 w 597"/>
              <a:gd name="T3" fmla="*/ 872103602 h 631"/>
              <a:gd name="T4" fmla="*/ 1044732718 w 597"/>
              <a:gd name="T5" fmla="*/ 872103602 h 631"/>
              <a:gd name="T6" fmla="*/ 1063843931 w 597"/>
              <a:gd name="T7" fmla="*/ 880591658 h 631"/>
              <a:gd name="T8" fmla="*/ 1180632897 w 597"/>
              <a:gd name="T9" fmla="*/ 956979784 h 631"/>
              <a:gd name="T10" fmla="*/ 1267693472 w 597"/>
              <a:gd name="T11" fmla="*/ 825421484 h 631"/>
              <a:gd name="T12" fmla="*/ 1182756042 w 597"/>
              <a:gd name="T13" fmla="*/ 708716917 h 631"/>
              <a:gd name="T14" fmla="*/ 1059596186 w 597"/>
              <a:gd name="T15" fmla="*/ 793593098 h 631"/>
              <a:gd name="T16" fmla="*/ 1042609574 w 597"/>
              <a:gd name="T17" fmla="*/ 799958775 h 631"/>
              <a:gd name="T18" fmla="*/ 936436329 w 597"/>
              <a:gd name="T19" fmla="*/ 799958775 h 631"/>
              <a:gd name="T20" fmla="*/ 913078828 w 597"/>
              <a:gd name="T21" fmla="*/ 776618444 h 631"/>
              <a:gd name="T22" fmla="*/ 913078828 w 597"/>
              <a:gd name="T23" fmla="*/ 354358458 h 631"/>
              <a:gd name="T24" fmla="*/ 554217895 w 597"/>
              <a:gd name="T25" fmla="*/ 354358458 h 631"/>
              <a:gd name="T26" fmla="*/ 530860394 w 597"/>
              <a:gd name="T27" fmla="*/ 331018127 h 631"/>
              <a:gd name="T28" fmla="*/ 530860394 w 597"/>
              <a:gd name="T29" fmla="*/ 227043458 h 631"/>
              <a:gd name="T30" fmla="*/ 543600717 w 597"/>
              <a:gd name="T31" fmla="*/ 207946426 h 631"/>
              <a:gd name="T32" fmla="*/ 615797823 w 597"/>
              <a:gd name="T33" fmla="*/ 78510504 h 631"/>
              <a:gd name="T34" fmla="*/ 484143933 w 597"/>
              <a:gd name="T35" fmla="*/ 0 h 631"/>
              <a:gd name="T36" fmla="*/ 365231823 w 597"/>
              <a:gd name="T37" fmla="*/ 80632882 h 631"/>
              <a:gd name="T38" fmla="*/ 441675218 w 597"/>
              <a:gd name="T39" fmla="*/ 203703127 h 631"/>
              <a:gd name="T40" fmla="*/ 454415541 w 597"/>
              <a:gd name="T41" fmla="*/ 222800158 h 631"/>
              <a:gd name="T42" fmla="*/ 454415541 w 597"/>
              <a:gd name="T43" fmla="*/ 335261427 h 631"/>
              <a:gd name="T44" fmla="*/ 431058039 w 597"/>
              <a:gd name="T45" fmla="*/ 358601758 h 631"/>
              <a:gd name="T46" fmla="*/ 0 w 597"/>
              <a:gd name="T47" fmla="*/ 358601758 h 631"/>
              <a:gd name="T48" fmla="*/ 0 w 597"/>
              <a:gd name="T49" fmla="*/ 1338923329 h 631"/>
              <a:gd name="T50" fmla="*/ 919449718 w 597"/>
              <a:gd name="T51" fmla="*/ 1338923329 h 631"/>
              <a:gd name="T52" fmla="*/ 919449718 w 597"/>
              <a:gd name="T53" fmla="*/ 895445390 h 631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</a:gdLst>
            <a:ahLst/>
            <a:cxnLst>
              <a:cxn ang="T54">
                <a:pos x="T0" y="T1"/>
              </a:cxn>
              <a:cxn ang="T55">
                <a:pos x="T2" y="T3"/>
              </a:cxn>
              <a:cxn ang="T56">
                <a:pos x="T4" y="T5"/>
              </a:cxn>
              <a:cxn ang="T57">
                <a:pos x="T6" y="T7"/>
              </a:cxn>
              <a:cxn ang="T58">
                <a:pos x="T8" y="T9"/>
              </a:cxn>
              <a:cxn ang="T59">
                <a:pos x="T10" y="T11"/>
              </a:cxn>
              <a:cxn ang="T60">
                <a:pos x="T12" y="T13"/>
              </a:cxn>
              <a:cxn ang="T61">
                <a:pos x="T14" y="T15"/>
              </a:cxn>
              <a:cxn ang="T62">
                <a:pos x="T16" y="T17"/>
              </a:cxn>
              <a:cxn ang="T63">
                <a:pos x="T18" y="T19"/>
              </a:cxn>
              <a:cxn ang="T64">
                <a:pos x="T20" y="T21"/>
              </a:cxn>
              <a:cxn ang="T65">
                <a:pos x="T22" y="T23"/>
              </a:cxn>
              <a:cxn ang="T66">
                <a:pos x="T24" y="T25"/>
              </a:cxn>
              <a:cxn ang="T67">
                <a:pos x="T26" y="T27"/>
              </a:cxn>
              <a:cxn ang="T68">
                <a:pos x="T28" y="T29"/>
              </a:cxn>
              <a:cxn ang="T69">
                <a:pos x="T30" y="T31"/>
              </a:cxn>
              <a:cxn ang="T70">
                <a:pos x="T32" y="T33"/>
              </a:cxn>
              <a:cxn ang="T71">
                <a:pos x="T34" y="T35"/>
              </a:cxn>
              <a:cxn ang="T72">
                <a:pos x="T36" y="T37"/>
              </a:cxn>
              <a:cxn ang="T73">
                <a:pos x="T38" y="T39"/>
              </a:cxn>
              <a:cxn ang="T74">
                <a:pos x="T40" y="T41"/>
              </a:cxn>
              <a:cxn ang="T75">
                <a:pos x="T42" y="T43"/>
              </a:cxn>
              <a:cxn ang="T76">
                <a:pos x="T44" y="T45"/>
              </a:cxn>
              <a:cxn ang="T77">
                <a:pos x="T46" y="T47"/>
              </a:cxn>
              <a:cxn ang="T78">
                <a:pos x="T48" y="T49"/>
              </a:cxn>
              <a:cxn ang="T79">
                <a:pos x="T50" y="T51"/>
              </a:cxn>
              <a:cxn ang="T80">
                <a:pos x="T52" y="T53"/>
              </a:cxn>
            </a:cxnLst>
            <a:rect l="0" t="0" r="r" b="b"/>
            <a:pathLst>
              <a:path w="597" h="631">
                <a:moveTo>
                  <a:pt x="433" y="422"/>
                </a:moveTo>
                <a:cubicBezTo>
                  <a:pt x="433" y="416"/>
                  <a:pt x="438" y="411"/>
                  <a:pt x="445" y="411"/>
                </a:cubicBezTo>
                <a:cubicBezTo>
                  <a:pt x="492" y="411"/>
                  <a:pt x="492" y="411"/>
                  <a:pt x="492" y="411"/>
                </a:cubicBezTo>
                <a:cubicBezTo>
                  <a:pt x="496" y="411"/>
                  <a:pt x="499" y="413"/>
                  <a:pt x="501" y="415"/>
                </a:cubicBezTo>
                <a:cubicBezTo>
                  <a:pt x="509" y="425"/>
                  <a:pt x="533" y="451"/>
                  <a:pt x="556" y="451"/>
                </a:cubicBezTo>
                <a:cubicBezTo>
                  <a:pt x="587" y="451"/>
                  <a:pt x="597" y="419"/>
                  <a:pt x="597" y="389"/>
                </a:cubicBezTo>
                <a:cubicBezTo>
                  <a:pt x="597" y="356"/>
                  <a:pt x="583" y="336"/>
                  <a:pt x="557" y="334"/>
                </a:cubicBezTo>
                <a:cubicBezTo>
                  <a:pt x="540" y="333"/>
                  <a:pt x="513" y="358"/>
                  <a:pt x="499" y="374"/>
                </a:cubicBezTo>
                <a:cubicBezTo>
                  <a:pt x="497" y="376"/>
                  <a:pt x="494" y="377"/>
                  <a:pt x="491" y="377"/>
                </a:cubicBezTo>
                <a:cubicBezTo>
                  <a:pt x="441" y="377"/>
                  <a:pt x="441" y="377"/>
                  <a:pt x="441" y="377"/>
                </a:cubicBezTo>
                <a:cubicBezTo>
                  <a:pt x="435" y="377"/>
                  <a:pt x="430" y="372"/>
                  <a:pt x="430" y="366"/>
                </a:cubicBezTo>
                <a:cubicBezTo>
                  <a:pt x="430" y="167"/>
                  <a:pt x="430" y="167"/>
                  <a:pt x="430" y="167"/>
                </a:cubicBezTo>
                <a:cubicBezTo>
                  <a:pt x="261" y="167"/>
                  <a:pt x="261" y="167"/>
                  <a:pt x="261" y="167"/>
                </a:cubicBezTo>
                <a:cubicBezTo>
                  <a:pt x="255" y="167"/>
                  <a:pt x="250" y="162"/>
                  <a:pt x="250" y="156"/>
                </a:cubicBezTo>
                <a:cubicBezTo>
                  <a:pt x="250" y="107"/>
                  <a:pt x="250" y="107"/>
                  <a:pt x="250" y="107"/>
                </a:cubicBezTo>
                <a:cubicBezTo>
                  <a:pt x="250" y="103"/>
                  <a:pt x="252" y="100"/>
                  <a:pt x="256" y="98"/>
                </a:cubicBezTo>
                <a:cubicBezTo>
                  <a:pt x="256" y="97"/>
                  <a:pt x="290" y="75"/>
                  <a:pt x="290" y="37"/>
                </a:cubicBezTo>
                <a:cubicBezTo>
                  <a:pt x="290" y="2"/>
                  <a:pt x="238" y="0"/>
                  <a:pt x="228" y="0"/>
                </a:cubicBezTo>
                <a:cubicBezTo>
                  <a:pt x="207" y="0"/>
                  <a:pt x="172" y="8"/>
                  <a:pt x="172" y="38"/>
                </a:cubicBezTo>
                <a:cubicBezTo>
                  <a:pt x="172" y="76"/>
                  <a:pt x="206" y="95"/>
                  <a:pt x="208" y="96"/>
                </a:cubicBezTo>
                <a:cubicBezTo>
                  <a:pt x="211" y="97"/>
                  <a:pt x="214" y="101"/>
                  <a:pt x="214" y="105"/>
                </a:cubicBezTo>
                <a:cubicBezTo>
                  <a:pt x="214" y="158"/>
                  <a:pt x="214" y="158"/>
                  <a:pt x="214" y="158"/>
                </a:cubicBezTo>
                <a:cubicBezTo>
                  <a:pt x="214" y="164"/>
                  <a:pt x="209" y="169"/>
                  <a:pt x="203" y="169"/>
                </a:cubicBezTo>
                <a:cubicBezTo>
                  <a:pt x="0" y="169"/>
                  <a:pt x="0" y="169"/>
                  <a:pt x="0" y="169"/>
                </a:cubicBezTo>
                <a:cubicBezTo>
                  <a:pt x="0" y="631"/>
                  <a:pt x="0" y="631"/>
                  <a:pt x="0" y="631"/>
                </a:cubicBezTo>
                <a:cubicBezTo>
                  <a:pt x="433" y="631"/>
                  <a:pt x="433" y="631"/>
                  <a:pt x="433" y="631"/>
                </a:cubicBezTo>
                <a:lnTo>
                  <a:pt x="433" y="422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447" name="Freeform 9"/>
          <p:cNvSpPr/>
          <p:nvPr/>
        </p:nvSpPr>
        <p:spPr bwMode="auto">
          <a:xfrm>
            <a:off x="6534151" y="2655888"/>
            <a:ext cx="609600" cy="1319213"/>
          </a:xfrm>
          <a:custGeom>
            <a:avLst/>
            <a:gdLst>
              <a:gd name="T0" fmla="*/ 340296804 w 418"/>
              <a:gd name="T1" fmla="*/ 0 h 906"/>
              <a:gd name="T2" fmla="*/ 340296804 w 418"/>
              <a:gd name="T3" fmla="*/ 394354410 h 906"/>
              <a:gd name="T4" fmla="*/ 412608781 w 418"/>
              <a:gd name="T5" fmla="*/ 394354410 h 906"/>
              <a:gd name="T6" fmla="*/ 565742343 w 418"/>
              <a:gd name="T7" fmla="*/ 303186016 h 906"/>
              <a:gd name="T8" fmla="*/ 697606989 w 418"/>
              <a:gd name="T9" fmla="*/ 466440809 h 906"/>
              <a:gd name="T10" fmla="*/ 561489726 w 418"/>
              <a:gd name="T11" fmla="*/ 644536020 h 906"/>
              <a:gd name="T12" fmla="*/ 414736547 w 418"/>
              <a:gd name="T13" fmla="*/ 559727806 h 906"/>
              <a:gd name="T14" fmla="*/ 348803495 w 418"/>
              <a:gd name="T15" fmla="*/ 559727806 h 906"/>
              <a:gd name="T16" fmla="*/ 348803495 w 418"/>
              <a:gd name="T17" fmla="*/ 1299672339 h 906"/>
              <a:gd name="T18" fmla="*/ 325408272 w 418"/>
              <a:gd name="T19" fmla="*/ 1322994453 h 906"/>
              <a:gd name="T20" fmla="*/ 223319231 w 418"/>
              <a:gd name="T21" fmla="*/ 1322994453 h 906"/>
              <a:gd name="T22" fmla="*/ 206304390 w 418"/>
              <a:gd name="T23" fmla="*/ 1316634273 h 906"/>
              <a:gd name="T24" fmla="*/ 85074201 w 418"/>
              <a:gd name="T25" fmla="*/ 1242427814 h 906"/>
              <a:gd name="T26" fmla="*/ 34029680 w 418"/>
              <a:gd name="T27" fmla="*/ 1259388292 h 906"/>
              <a:gd name="T28" fmla="*/ 0 w 418"/>
              <a:gd name="T29" fmla="*/ 1367518620 h 906"/>
              <a:gd name="T30" fmla="*/ 97834967 w 418"/>
              <a:gd name="T31" fmla="*/ 1494729485 h 906"/>
              <a:gd name="T32" fmla="*/ 221192922 w 418"/>
              <a:gd name="T33" fmla="*/ 1409922727 h 906"/>
              <a:gd name="T34" fmla="*/ 240334071 w 418"/>
              <a:gd name="T35" fmla="*/ 1401441031 h 906"/>
              <a:gd name="T36" fmla="*/ 325408272 w 418"/>
              <a:gd name="T37" fmla="*/ 1401441031 h 906"/>
              <a:gd name="T38" fmla="*/ 348803495 w 418"/>
              <a:gd name="T39" fmla="*/ 1424763145 h 906"/>
              <a:gd name="T40" fmla="*/ 348803495 w 418"/>
              <a:gd name="T41" fmla="*/ 1920886247 h 906"/>
              <a:gd name="T42" fmla="*/ 676339533 w 418"/>
              <a:gd name="T43" fmla="*/ 1214865581 h 906"/>
              <a:gd name="T44" fmla="*/ 889024306 w 418"/>
              <a:gd name="T45" fmla="*/ 445238756 h 906"/>
              <a:gd name="T46" fmla="*/ 799696031 w 418"/>
              <a:gd name="T47" fmla="*/ 0 h 906"/>
              <a:gd name="T48" fmla="*/ 340296804 w 418"/>
              <a:gd name="T49" fmla="*/ 0 h 90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0" t="0" r="r" b="b"/>
            <a:pathLst>
              <a:path w="418" h="906">
                <a:moveTo>
                  <a:pt x="160" y="0"/>
                </a:moveTo>
                <a:cubicBezTo>
                  <a:pt x="160" y="186"/>
                  <a:pt x="160" y="186"/>
                  <a:pt x="160" y="186"/>
                </a:cubicBezTo>
                <a:cubicBezTo>
                  <a:pt x="194" y="186"/>
                  <a:pt x="194" y="186"/>
                  <a:pt x="194" y="186"/>
                </a:cubicBezTo>
                <a:cubicBezTo>
                  <a:pt x="205" y="174"/>
                  <a:pt x="238" y="142"/>
                  <a:pt x="266" y="143"/>
                </a:cubicBezTo>
                <a:cubicBezTo>
                  <a:pt x="296" y="145"/>
                  <a:pt x="328" y="166"/>
                  <a:pt x="328" y="220"/>
                </a:cubicBezTo>
                <a:cubicBezTo>
                  <a:pt x="328" y="271"/>
                  <a:pt x="303" y="304"/>
                  <a:pt x="264" y="304"/>
                </a:cubicBezTo>
                <a:cubicBezTo>
                  <a:pt x="232" y="304"/>
                  <a:pt x="205" y="275"/>
                  <a:pt x="195" y="264"/>
                </a:cubicBezTo>
                <a:cubicBezTo>
                  <a:pt x="164" y="264"/>
                  <a:pt x="164" y="264"/>
                  <a:pt x="164" y="264"/>
                </a:cubicBezTo>
                <a:cubicBezTo>
                  <a:pt x="164" y="613"/>
                  <a:pt x="164" y="613"/>
                  <a:pt x="164" y="613"/>
                </a:cubicBezTo>
                <a:cubicBezTo>
                  <a:pt x="164" y="619"/>
                  <a:pt x="159" y="624"/>
                  <a:pt x="153" y="624"/>
                </a:cubicBezTo>
                <a:cubicBezTo>
                  <a:pt x="105" y="624"/>
                  <a:pt x="105" y="624"/>
                  <a:pt x="105" y="624"/>
                </a:cubicBezTo>
                <a:cubicBezTo>
                  <a:pt x="102" y="624"/>
                  <a:pt x="99" y="623"/>
                  <a:pt x="97" y="621"/>
                </a:cubicBezTo>
                <a:cubicBezTo>
                  <a:pt x="88" y="611"/>
                  <a:pt x="59" y="587"/>
                  <a:pt x="40" y="586"/>
                </a:cubicBezTo>
                <a:cubicBezTo>
                  <a:pt x="31" y="585"/>
                  <a:pt x="22" y="588"/>
                  <a:pt x="16" y="594"/>
                </a:cubicBezTo>
                <a:cubicBezTo>
                  <a:pt x="5" y="604"/>
                  <a:pt x="0" y="622"/>
                  <a:pt x="0" y="645"/>
                </a:cubicBezTo>
                <a:cubicBezTo>
                  <a:pt x="0" y="683"/>
                  <a:pt x="16" y="705"/>
                  <a:pt x="46" y="705"/>
                </a:cubicBezTo>
                <a:cubicBezTo>
                  <a:pt x="66" y="705"/>
                  <a:pt x="96" y="675"/>
                  <a:pt x="104" y="665"/>
                </a:cubicBezTo>
                <a:cubicBezTo>
                  <a:pt x="106" y="662"/>
                  <a:pt x="109" y="661"/>
                  <a:pt x="113" y="661"/>
                </a:cubicBezTo>
                <a:cubicBezTo>
                  <a:pt x="153" y="661"/>
                  <a:pt x="153" y="661"/>
                  <a:pt x="153" y="661"/>
                </a:cubicBezTo>
                <a:cubicBezTo>
                  <a:pt x="159" y="661"/>
                  <a:pt x="164" y="666"/>
                  <a:pt x="164" y="672"/>
                </a:cubicBezTo>
                <a:cubicBezTo>
                  <a:pt x="164" y="906"/>
                  <a:pt x="164" y="906"/>
                  <a:pt x="164" y="906"/>
                </a:cubicBezTo>
                <a:cubicBezTo>
                  <a:pt x="207" y="808"/>
                  <a:pt x="270" y="669"/>
                  <a:pt x="318" y="573"/>
                </a:cubicBezTo>
                <a:cubicBezTo>
                  <a:pt x="393" y="422"/>
                  <a:pt x="418" y="329"/>
                  <a:pt x="418" y="210"/>
                </a:cubicBezTo>
                <a:cubicBezTo>
                  <a:pt x="418" y="156"/>
                  <a:pt x="404" y="79"/>
                  <a:pt x="376" y="0"/>
                </a:cubicBezTo>
                <a:lnTo>
                  <a:pt x="160" y="0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448" name="Freeform 10"/>
          <p:cNvSpPr/>
          <p:nvPr/>
        </p:nvSpPr>
        <p:spPr bwMode="auto">
          <a:xfrm>
            <a:off x="5470526" y="4062414"/>
            <a:ext cx="1263650" cy="520700"/>
          </a:xfrm>
          <a:custGeom>
            <a:avLst/>
            <a:gdLst>
              <a:gd name="T0" fmla="*/ 1409405040 w 868"/>
              <a:gd name="T1" fmla="*/ 0 h 358"/>
              <a:gd name="T2" fmla="*/ 1409405040 w 868"/>
              <a:gd name="T3" fmla="*/ 76157466 h 358"/>
              <a:gd name="T4" fmla="*/ 1509016473 w 868"/>
              <a:gd name="T5" fmla="*/ 241164096 h 358"/>
              <a:gd name="T6" fmla="*/ 1318270835 w 868"/>
              <a:gd name="T7" fmla="*/ 370208973 h 358"/>
              <a:gd name="T8" fmla="*/ 1195344477 w 868"/>
              <a:gd name="T9" fmla="*/ 323668865 h 358"/>
              <a:gd name="T10" fmla="*/ 1157196222 w 868"/>
              <a:gd name="T11" fmla="*/ 217894042 h 358"/>
              <a:gd name="T12" fmla="*/ 1241971415 w 868"/>
              <a:gd name="T13" fmla="*/ 86734366 h 358"/>
              <a:gd name="T14" fmla="*/ 1241971415 w 868"/>
              <a:gd name="T15" fmla="*/ 6345849 h 358"/>
              <a:gd name="T16" fmla="*/ 0 w 868"/>
              <a:gd name="T17" fmla="*/ 6345849 h 358"/>
              <a:gd name="T18" fmla="*/ 55104166 w 868"/>
              <a:gd name="T19" fmla="*/ 220010295 h 358"/>
              <a:gd name="T20" fmla="*/ 353941377 w 868"/>
              <a:gd name="T21" fmla="*/ 757342151 h 358"/>
              <a:gd name="T22" fmla="*/ 1483584789 w 868"/>
              <a:gd name="T23" fmla="*/ 757342151 h 358"/>
              <a:gd name="T24" fmla="*/ 1740032948 w 868"/>
              <a:gd name="T25" fmla="*/ 509830751 h 358"/>
              <a:gd name="T26" fmla="*/ 1790897772 w 868"/>
              <a:gd name="T27" fmla="*/ 107889622 h 358"/>
              <a:gd name="T28" fmla="*/ 1839644381 w 868"/>
              <a:gd name="T29" fmla="*/ 0 h 358"/>
              <a:gd name="T30" fmla="*/ 1409405040 w 868"/>
              <a:gd name="T31" fmla="*/ 0 h 358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868" h="358">
                <a:moveTo>
                  <a:pt x="665" y="0"/>
                </a:moveTo>
                <a:cubicBezTo>
                  <a:pt x="665" y="36"/>
                  <a:pt x="665" y="36"/>
                  <a:pt x="665" y="36"/>
                </a:cubicBezTo>
                <a:cubicBezTo>
                  <a:pt x="679" y="46"/>
                  <a:pt x="715" y="75"/>
                  <a:pt x="712" y="114"/>
                </a:cubicBezTo>
                <a:cubicBezTo>
                  <a:pt x="709" y="152"/>
                  <a:pt x="675" y="175"/>
                  <a:pt x="622" y="175"/>
                </a:cubicBezTo>
                <a:cubicBezTo>
                  <a:pt x="592" y="175"/>
                  <a:pt x="574" y="163"/>
                  <a:pt x="564" y="153"/>
                </a:cubicBezTo>
                <a:cubicBezTo>
                  <a:pt x="552" y="139"/>
                  <a:pt x="545" y="121"/>
                  <a:pt x="546" y="103"/>
                </a:cubicBezTo>
                <a:cubicBezTo>
                  <a:pt x="548" y="77"/>
                  <a:pt x="575" y="51"/>
                  <a:pt x="586" y="41"/>
                </a:cubicBezTo>
                <a:cubicBezTo>
                  <a:pt x="586" y="3"/>
                  <a:pt x="586" y="3"/>
                  <a:pt x="586" y="3"/>
                </a:cubicBezTo>
                <a:cubicBezTo>
                  <a:pt x="0" y="3"/>
                  <a:pt x="0" y="3"/>
                  <a:pt x="0" y="3"/>
                </a:cubicBezTo>
                <a:cubicBezTo>
                  <a:pt x="16" y="45"/>
                  <a:pt x="26" y="81"/>
                  <a:pt x="26" y="104"/>
                </a:cubicBezTo>
                <a:cubicBezTo>
                  <a:pt x="18" y="303"/>
                  <a:pt x="126" y="358"/>
                  <a:pt x="167" y="358"/>
                </a:cubicBezTo>
                <a:cubicBezTo>
                  <a:pt x="315" y="358"/>
                  <a:pt x="651" y="358"/>
                  <a:pt x="700" y="358"/>
                </a:cubicBezTo>
                <a:cubicBezTo>
                  <a:pt x="750" y="358"/>
                  <a:pt x="799" y="291"/>
                  <a:pt x="821" y="241"/>
                </a:cubicBezTo>
                <a:cubicBezTo>
                  <a:pt x="844" y="190"/>
                  <a:pt x="829" y="88"/>
                  <a:pt x="845" y="51"/>
                </a:cubicBezTo>
                <a:cubicBezTo>
                  <a:pt x="849" y="43"/>
                  <a:pt x="857" y="25"/>
                  <a:pt x="868" y="0"/>
                </a:cubicBezTo>
                <a:lnTo>
                  <a:pt x="665" y="0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449" name="Freeform 11"/>
          <p:cNvSpPr/>
          <p:nvPr/>
        </p:nvSpPr>
        <p:spPr bwMode="auto">
          <a:xfrm>
            <a:off x="4926014" y="2211388"/>
            <a:ext cx="727075" cy="1720849"/>
          </a:xfrm>
          <a:custGeom>
            <a:avLst/>
            <a:gdLst>
              <a:gd name="T0" fmla="*/ 706260297 w 500"/>
              <a:gd name="T1" fmla="*/ 2055997912 h 1182"/>
              <a:gd name="T2" fmla="*/ 729520880 w 500"/>
              <a:gd name="T3" fmla="*/ 2032683452 h 1182"/>
              <a:gd name="T4" fmla="*/ 841592221 w 500"/>
              <a:gd name="T5" fmla="*/ 2032683452 h 1182"/>
              <a:gd name="T6" fmla="*/ 864851350 w 500"/>
              <a:gd name="T7" fmla="*/ 2049640085 h 1182"/>
              <a:gd name="T8" fmla="*/ 966351020 w 500"/>
              <a:gd name="T9" fmla="*/ 2121706138 h 1182"/>
              <a:gd name="T10" fmla="*/ 1027672526 w 500"/>
              <a:gd name="T11" fmla="*/ 2102629745 h 1182"/>
              <a:gd name="T12" fmla="*/ 1057276111 w 500"/>
              <a:gd name="T13" fmla="*/ 1998770187 h 1182"/>
              <a:gd name="T14" fmla="*/ 972694022 w 500"/>
              <a:gd name="T15" fmla="*/ 1867355191 h 1182"/>
              <a:gd name="T16" fmla="*/ 856394014 w 500"/>
              <a:gd name="T17" fmla="*/ 1943660766 h 1182"/>
              <a:gd name="T18" fmla="*/ 835247764 w 500"/>
              <a:gd name="T19" fmla="*/ 1958497638 h 1182"/>
              <a:gd name="T20" fmla="*/ 733749549 w 500"/>
              <a:gd name="T21" fmla="*/ 1958497638 h 1182"/>
              <a:gd name="T22" fmla="*/ 710488965 w 500"/>
              <a:gd name="T23" fmla="*/ 1935181722 h 1182"/>
              <a:gd name="T24" fmla="*/ 710488965 w 500"/>
              <a:gd name="T25" fmla="*/ 1659636075 h 1182"/>
              <a:gd name="T26" fmla="*/ 706260297 w 500"/>
              <a:gd name="T27" fmla="*/ 1649038726 h 1182"/>
              <a:gd name="T28" fmla="*/ 710488965 w 500"/>
              <a:gd name="T29" fmla="*/ 1636320159 h 1182"/>
              <a:gd name="T30" fmla="*/ 710488965 w 500"/>
              <a:gd name="T31" fmla="*/ 0 h 1182"/>
              <a:gd name="T32" fmla="*/ 283349852 w 500"/>
              <a:gd name="T33" fmla="*/ 595603364 h 1182"/>
              <a:gd name="T34" fmla="*/ 467315823 w 500"/>
              <a:gd name="T35" fmla="*/ 2032683452 h 1182"/>
              <a:gd name="T36" fmla="*/ 706260297 w 500"/>
              <a:gd name="T37" fmla="*/ 2147483646 h 1182"/>
              <a:gd name="T38" fmla="*/ 706260297 w 500"/>
              <a:gd name="T39" fmla="*/ 2055997912 h 1182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0" t="0" r="r" b="b"/>
            <a:pathLst>
              <a:path w="500" h="1182">
                <a:moveTo>
                  <a:pt x="334" y="970"/>
                </a:moveTo>
                <a:cubicBezTo>
                  <a:pt x="334" y="964"/>
                  <a:pt x="339" y="959"/>
                  <a:pt x="345" y="959"/>
                </a:cubicBezTo>
                <a:cubicBezTo>
                  <a:pt x="398" y="959"/>
                  <a:pt x="398" y="959"/>
                  <a:pt x="398" y="959"/>
                </a:cubicBezTo>
                <a:cubicBezTo>
                  <a:pt x="403" y="959"/>
                  <a:pt x="407" y="963"/>
                  <a:pt x="409" y="967"/>
                </a:cubicBezTo>
                <a:cubicBezTo>
                  <a:pt x="409" y="969"/>
                  <a:pt x="418" y="999"/>
                  <a:pt x="457" y="1001"/>
                </a:cubicBezTo>
                <a:cubicBezTo>
                  <a:pt x="470" y="1001"/>
                  <a:pt x="479" y="998"/>
                  <a:pt x="486" y="992"/>
                </a:cubicBezTo>
                <a:cubicBezTo>
                  <a:pt x="495" y="983"/>
                  <a:pt x="500" y="966"/>
                  <a:pt x="500" y="943"/>
                </a:cubicBezTo>
                <a:cubicBezTo>
                  <a:pt x="500" y="907"/>
                  <a:pt x="493" y="882"/>
                  <a:pt x="460" y="881"/>
                </a:cubicBezTo>
                <a:cubicBezTo>
                  <a:pt x="420" y="880"/>
                  <a:pt x="406" y="916"/>
                  <a:pt x="405" y="917"/>
                </a:cubicBezTo>
                <a:cubicBezTo>
                  <a:pt x="403" y="921"/>
                  <a:pt x="399" y="924"/>
                  <a:pt x="395" y="924"/>
                </a:cubicBezTo>
                <a:cubicBezTo>
                  <a:pt x="347" y="924"/>
                  <a:pt x="347" y="924"/>
                  <a:pt x="347" y="924"/>
                </a:cubicBezTo>
                <a:cubicBezTo>
                  <a:pt x="341" y="924"/>
                  <a:pt x="336" y="919"/>
                  <a:pt x="336" y="913"/>
                </a:cubicBezTo>
                <a:cubicBezTo>
                  <a:pt x="336" y="783"/>
                  <a:pt x="336" y="783"/>
                  <a:pt x="336" y="783"/>
                </a:cubicBezTo>
                <a:cubicBezTo>
                  <a:pt x="335" y="782"/>
                  <a:pt x="334" y="780"/>
                  <a:pt x="334" y="778"/>
                </a:cubicBezTo>
                <a:cubicBezTo>
                  <a:pt x="334" y="776"/>
                  <a:pt x="335" y="774"/>
                  <a:pt x="336" y="772"/>
                </a:cubicBezTo>
                <a:cubicBezTo>
                  <a:pt x="336" y="0"/>
                  <a:pt x="336" y="0"/>
                  <a:pt x="336" y="0"/>
                </a:cubicBezTo>
                <a:cubicBezTo>
                  <a:pt x="254" y="67"/>
                  <a:pt x="182" y="159"/>
                  <a:pt x="134" y="281"/>
                </a:cubicBezTo>
                <a:cubicBezTo>
                  <a:pt x="0" y="619"/>
                  <a:pt x="191" y="899"/>
                  <a:pt x="221" y="959"/>
                </a:cubicBezTo>
                <a:cubicBezTo>
                  <a:pt x="238" y="992"/>
                  <a:pt x="290" y="1088"/>
                  <a:pt x="334" y="1182"/>
                </a:cubicBezTo>
                <a:lnTo>
                  <a:pt x="334" y="970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450" name="Freeform 12"/>
          <p:cNvSpPr/>
          <p:nvPr/>
        </p:nvSpPr>
        <p:spPr bwMode="auto">
          <a:xfrm>
            <a:off x="5446714" y="2651125"/>
            <a:ext cx="630239" cy="677863"/>
          </a:xfrm>
          <a:custGeom>
            <a:avLst/>
            <a:gdLst>
              <a:gd name="T0" fmla="*/ 917320870 w 433"/>
              <a:gd name="T1" fmla="*/ 6374828 h 465"/>
              <a:gd name="T2" fmla="*/ 542342359 w 433"/>
              <a:gd name="T3" fmla="*/ 6374828 h 465"/>
              <a:gd name="T4" fmla="*/ 540223130 w 433"/>
              <a:gd name="T5" fmla="*/ 72252907 h 465"/>
              <a:gd name="T6" fmla="*/ 637675682 w 433"/>
              <a:gd name="T7" fmla="*/ 223135006 h 465"/>
              <a:gd name="T8" fmla="*/ 451246041 w 433"/>
              <a:gd name="T9" fmla="*/ 365515392 h 465"/>
              <a:gd name="T10" fmla="*/ 294475431 w 433"/>
              <a:gd name="T11" fmla="*/ 208258465 h 465"/>
              <a:gd name="T12" fmla="*/ 370741506 w 433"/>
              <a:gd name="T13" fmla="*/ 82878592 h 465"/>
              <a:gd name="T14" fmla="*/ 370741506 w 433"/>
              <a:gd name="T15" fmla="*/ 0 h 465"/>
              <a:gd name="T16" fmla="*/ 0 w 433"/>
              <a:gd name="T17" fmla="*/ 0 h 465"/>
              <a:gd name="T18" fmla="*/ 0 w 433"/>
              <a:gd name="T19" fmla="*/ 988168273 h 465"/>
              <a:gd name="T20" fmla="*/ 917320870 w 433"/>
              <a:gd name="T21" fmla="*/ 988168273 h 465"/>
              <a:gd name="T22" fmla="*/ 917320870 w 433"/>
              <a:gd name="T23" fmla="*/ 6374828 h 46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433" h="465">
                <a:moveTo>
                  <a:pt x="433" y="3"/>
                </a:moveTo>
                <a:cubicBezTo>
                  <a:pt x="256" y="3"/>
                  <a:pt x="256" y="3"/>
                  <a:pt x="256" y="3"/>
                </a:cubicBezTo>
                <a:cubicBezTo>
                  <a:pt x="255" y="34"/>
                  <a:pt x="255" y="34"/>
                  <a:pt x="255" y="34"/>
                </a:cubicBezTo>
                <a:cubicBezTo>
                  <a:pt x="270" y="42"/>
                  <a:pt x="302" y="63"/>
                  <a:pt x="301" y="105"/>
                </a:cubicBezTo>
                <a:cubicBezTo>
                  <a:pt x="300" y="142"/>
                  <a:pt x="261" y="172"/>
                  <a:pt x="213" y="172"/>
                </a:cubicBezTo>
                <a:cubicBezTo>
                  <a:pt x="165" y="172"/>
                  <a:pt x="139" y="134"/>
                  <a:pt x="139" y="98"/>
                </a:cubicBezTo>
                <a:cubicBezTo>
                  <a:pt x="139" y="70"/>
                  <a:pt x="164" y="47"/>
                  <a:pt x="175" y="39"/>
                </a:cubicBezTo>
                <a:cubicBezTo>
                  <a:pt x="175" y="0"/>
                  <a:pt x="175" y="0"/>
                  <a:pt x="175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465"/>
                  <a:pt x="0" y="465"/>
                  <a:pt x="0" y="465"/>
                </a:cubicBezTo>
                <a:cubicBezTo>
                  <a:pt x="433" y="465"/>
                  <a:pt x="433" y="465"/>
                  <a:pt x="433" y="465"/>
                </a:cubicBezTo>
                <a:lnTo>
                  <a:pt x="433" y="3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466" name="Freeform 29"/>
          <p:cNvSpPr/>
          <p:nvPr/>
        </p:nvSpPr>
        <p:spPr bwMode="auto">
          <a:xfrm>
            <a:off x="5627689" y="4583114"/>
            <a:ext cx="935039" cy="858837"/>
          </a:xfrm>
          <a:custGeom>
            <a:avLst/>
            <a:gdLst>
              <a:gd name="T0" fmla="*/ 14848462 w 642"/>
              <a:gd name="T1" fmla="*/ 0 h 589"/>
              <a:gd name="T2" fmla="*/ 1330012907 w 642"/>
              <a:gd name="T3" fmla="*/ 0 h 589"/>
              <a:gd name="T4" fmla="*/ 1330012907 w 642"/>
              <a:gd name="T5" fmla="*/ 108433765 h 589"/>
              <a:gd name="T6" fmla="*/ 1361831871 w 642"/>
              <a:gd name="T7" fmla="*/ 174344114 h 589"/>
              <a:gd name="T8" fmla="*/ 1298195399 w 642"/>
              <a:gd name="T9" fmla="*/ 274272613 h 589"/>
              <a:gd name="T10" fmla="*/ 1351226035 w 642"/>
              <a:gd name="T11" fmla="*/ 363569893 h 589"/>
              <a:gd name="T12" fmla="*/ 1298195399 w 642"/>
              <a:gd name="T13" fmla="*/ 478381515 h 589"/>
              <a:gd name="T14" fmla="*/ 1346983410 w 642"/>
              <a:gd name="T15" fmla="*/ 554923082 h 589"/>
              <a:gd name="T16" fmla="*/ 1298195399 w 642"/>
              <a:gd name="T17" fmla="*/ 650598219 h 589"/>
              <a:gd name="T18" fmla="*/ 1346983410 w 642"/>
              <a:gd name="T19" fmla="*/ 737771005 h 589"/>
              <a:gd name="T20" fmla="*/ 1293952773 w 642"/>
              <a:gd name="T21" fmla="*/ 837699503 h 589"/>
              <a:gd name="T22" fmla="*/ 1327892322 w 642"/>
              <a:gd name="T23" fmla="*/ 901483900 h 589"/>
              <a:gd name="T24" fmla="*/ 1219709008 w 642"/>
              <a:gd name="T25" fmla="*/ 1052439624 h 589"/>
              <a:gd name="T26" fmla="*/ 990615960 w 642"/>
              <a:gd name="T27" fmla="*/ 1252296622 h 589"/>
              <a:gd name="T28" fmla="*/ 369095327 w 642"/>
              <a:gd name="T29" fmla="*/ 1252296622 h 589"/>
              <a:gd name="T30" fmla="*/ 82727560 w 642"/>
              <a:gd name="T31" fmla="*/ 1012042159 h 589"/>
              <a:gd name="T32" fmla="*/ 67879098 w 642"/>
              <a:gd name="T33" fmla="*/ 912113660 h 589"/>
              <a:gd name="T34" fmla="*/ 4242626 w 642"/>
              <a:gd name="T35" fmla="*/ 827068285 h 589"/>
              <a:gd name="T36" fmla="*/ 55152678 w 642"/>
              <a:gd name="T37" fmla="*/ 754780080 h 589"/>
              <a:gd name="T38" fmla="*/ 4242626 w 642"/>
              <a:gd name="T39" fmla="*/ 627211287 h 589"/>
              <a:gd name="T40" fmla="*/ 48788011 w 642"/>
              <a:gd name="T41" fmla="*/ 548543768 h 589"/>
              <a:gd name="T42" fmla="*/ 10605836 w 642"/>
              <a:gd name="T43" fmla="*/ 454994583 h 589"/>
              <a:gd name="T44" fmla="*/ 50910052 w 642"/>
              <a:gd name="T45" fmla="*/ 357192037 h 589"/>
              <a:gd name="T46" fmla="*/ 4242626 w 642"/>
              <a:gd name="T47" fmla="*/ 255136127 h 589"/>
              <a:gd name="T48" fmla="*/ 14848462 w 642"/>
              <a:gd name="T49" fmla="*/ 0 h 589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0" t="0" r="r" b="b"/>
            <a:pathLst>
              <a:path w="642" h="589">
                <a:moveTo>
                  <a:pt x="7" y="0"/>
                </a:moveTo>
                <a:cubicBezTo>
                  <a:pt x="627" y="0"/>
                  <a:pt x="627" y="0"/>
                  <a:pt x="627" y="0"/>
                </a:cubicBezTo>
                <a:cubicBezTo>
                  <a:pt x="627" y="51"/>
                  <a:pt x="627" y="51"/>
                  <a:pt x="627" y="51"/>
                </a:cubicBezTo>
                <a:cubicBezTo>
                  <a:pt x="627" y="51"/>
                  <a:pt x="642" y="62"/>
                  <a:pt x="642" y="82"/>
                </a:cubicBezTo>
                <a:cubicBezTo>
                  <a:pt x="642" y="101"/>
                  <a:pt x="612" y="115"/>
                  <a:pt x="612" y="129"/>
                </a:cubicBezTo>
                <a:cubicBezTo>
                  <a:pt x="612" y="144"/>
                  <a:pt x="637" y="152"/>
                  <a:pt x="637" y="171"/>
                </a:cubicBezTo>
                <a:cubicBezTo>
                  <a:pt x="637" y="190"/>
                  <a:pt x="610" y="206"/>
                  <a:pt x="612" y="225"/>
                </a:cubicBezTo>
                <a:cubicBezTo>
                  <a:pt x="613" y="244"/>
                  <a:pt x="637" y="246"/>
                  <a:pt x="635" y="261"/>
                </a:cubicBezTo>
                <a:cubicBezTo>
                  <a:pt x="634" y="277"/>
                  <a:pt x="612" y="292"/>
                  <a:pt x="612" y="306"/>
                </a:cubicBezTo>
                <a:cubicBezTo>
                  <a:pt x="612" y="320"/>
                  <a:pt x="635" y="331"/>
                  <a:pt x="635" y="347"/>
                </a:cubicBezTo>
                <a:cubicBezTo>
                  <a:pt x="635" y="363"/>
                  <a:pt x="612" y="378"/>
                  <a:pt x="610" y="394"/>
                </a:cubicBezTo>
                <a:cubicBezTo>
                  <a:pt x="608" y="409"/>
                  <a:pt x="626" y="413"/>
                  <a:pt x="626" y="424"/>
                </a:cubicBezTo>
                <a:cubicBezTo>
                  <a:pt x="626" y="435"/>
                  <a:pt x="618" y="459"/>
                  <a:pt x="575" y="495"/>
                </a:cubicBezTo>
                <a:cubicBezTo>
                  <a:pt x="532" y="532"/>
                  <a:pt x="467" y="589"/>
                  <a:pt x="467" y="589"/>
                </a:cubicBezTo>
                <a:cubicBezTo>
                  <a:pt x="174" y="589"/>
                  <a:pt x="174" y="589"/>
                  <a:pt x="174" y="589"/>
                </a:cubicBezTo>
                <a:cubicBezTo>
                  <a:pt x="39" y="476"/>
                  <a:pt x="39" y="476"/>
                  <a:pt x="39" y="476"/>
                </a:cubicBezTo>
                <a:cubicBezTo>
                  <a:pt x="35" y="462"/>
                  <a:pt x="35" y="438"/>
                  <a:pt x="32" y="429"/>
                </a:cubicBezTo>
                <a:cubicBezTo>
                  <a:pt x="29" y="419"/>
                  <a:pt x="2" y="405"/>
                  <a:pt x="2" y="389"/>
                </a:cubicBezTo>
                <a:cubicBezTo>
                  <a:pt x="2" y="373"/>
                  <a:pt x="26" y="366"/>
                  <a:pt x="26" y="355"/>
                </a:cubicBezTo>
                <a:cubicBezTo>
                  <a:pt x="26" y="344"/>
                  <a:pt x="0" y="316"/>
                  <a:pt x="2" y="295"/>
                </a:cubicBezTo>
                <a:cubicBezTo>
                  <a:pt x="3" y="274"/>
                  <a:pt x="21" y="269"/>
                  <a:pt x="23" y="258"/>
                </a:cubicBezTo>
                <a:cubicBezTo>
                  <a:pt x="24" y="247"/>
                  <a:pt x="5" y="230"/>
                  <a:pt x="5" y="214"/>
                </a:cubicBezTo>
                <a:cubicBezTo>
                  <a:pt x="5" y="198"/>
                  <a:pt x="24" y="182"/>
                  <a:pt x="24" y="168"/>
                </a:cubicBezTo>
                <a:cubicBezTo>
                  <a:pt x="24" y="153"/>
                  <a:pt x="3" y="144"/>
                  <a:pt x="2" y="120"/>
                </a:cubicBezTo>
                <a:cubicBezTo>
                  <a:pt x="0" y="96"/>
                  <a:pt x="7" y="0"/>
                  <a:pt x="7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451" name="Freeform 13"/>
          <p:cNvSpPr>
            <a:spLocks noEditPoints="1"/>
          </p:cNvSpPr>
          <p:nvPr/>
        </p:nvSpPr>
        <p:spPr bwMode="auto">
          <a:xfrm>
            <a:off x="6213475" y="2792414"/>
            <a:ext cx="412751" cy="414337"/>
          </a:xfrm>
          <a:custGeom>
            <a:avLst/>
            <a:gdLst>
              <a:gd name="T0" fmla="*/ 319074710 w 283"/>
              <a:gd name="T1" fmla="*/ 0 h 284"/>
              <a:gd name="T2" fmla="*/ 499884004 w 283"/>
              <a:gd name="T3" fmla="*/ 76626269 h 284"/>
              <a:gd name="T4" fmla="*/ 601987853 w 283"/>
              <a:gd name="T5" fmla="*/ 285219191 h 284"/>
              <a:gd name="T6" fmla="*/ 601987853 w 283"/>
              <a:gd name="T7" fmla="*/ 325659455 h 284"/>
              <a:gd name="T8" fmla="*/ 514773633 w 283"/>
              <a:gd name="T9" fmla="*/ 515096540 h 284"/>
              <a:gd name="T10" fmla="*/ 319074710 w 283"/>
              <a:gd name="T11" fmla="*/ 604492881 h 284"/>
              <a:gd name="T12" fmla="*/ 259514739 w 283"/>
              <a:gd name="T13" fmla="*/ 602364293 h 284"/>
              <a:gd name="T14" fmla="*/ 4254388 w 283"/>
              <a:gd name="T15" fmla="*/ 355458236 h 284"/>
              <a:gd name="T16" fmla="*/ 0 w 283"/>
              <a:gd name="T17" fmla="*/ 285219191 h 284"/>
              <a:gd name="T18" fmla="*/ 4254388 w 283"/>
              <a:gd name="T19" fmla="*/ 246906057 h 284"/>
              <a:gd name="T20" fmla="*/ 248878041 w 283"/>
              <a:gd name="T21" fmla="*/ 6385766 h 284"/>
              <a:gd name="T22" fmla="*/ 357364201 w 283"/>
              <a:gd name="T23" fmla="*/ 559793981 h 284"/>
              <a:gd name="T24" fmla="*/ 297802771 w 283"/>
              <a:gd name="T25" fmla="*/ 529995201 h 284"/>
              <a:gd name="T26" fmla="*/ 280785220 w 283"/>
              <a:gd name="T27" fmla="*/ 495939243 h 284"/>
              <a:gd name="T28" fmla="*/ 253132428 w 283"/>
              <a:gd name="T29" fmla="*/ 393771370 h 284"/>
              <a:gd name="T30" fmla="*/ 195698922 w 283"/>
              <a:gd name="T31" fmla="*/ 374615533 h 284"/>
              <a:gd name="T32" fmla="*/ 155282967 w 283"/>
              <a:gd name="T33" fmla="*/ 253290363 h 284"/>
              <a:gd name="T34" fmla="*/ 210590009 w 283"/>
              <a:gd name="T35" fmla="*/ 221362994 h 284"/>
              <a:gd name="T36" fmla="*/ 280785220 w 283"/>
              <a:gd name="T37" fmla="*/ 257547540 h 284"/>
              <a:gd name="T38" fmla="*/ 319074710 w 283"/>
              <a:gd name="T39" fmla="*/ 270319072 h 284"/>
              <a:gd name="T40" fmla="*/ 367999441 w 283"/>
              <a:gd name="T41" fmla="*/ 242648880 h 284"/>
              <a:gd name="T42" fmla="*/ 376508216 w 283"/>
              <a:gd name="T43" fmla="*/ 217107276 h 284"/>
              <a:gd name="T44" fmla="*/ 389271380 w 283"/>
              <a:gd name="T45" fmla="*/ 195821391 h 284"/>
              <a:gd name="T46" fmla="*/ 344601037 w 283"/>
              <a:gd name="T47" fmla="*/ 217107276 h 284"/>
              <a:gd name="T48" fmla="*/ 329709951 w 283"/>
              <a:gd name="T49" fmla="*/ 236263114 h 284"/>
              <a:gd name="T50" fmla="*/ 285039608 w 283"/>
              <a:gd name="T51" fmla="*/ 193692802 h 284"/>
              <a:gd name="T52" fmla="*/ 248878041 w 283"/>
              <a:gd name="T53" fmla="*/ 193692802 h 284"/>
              <a:gd name="T54" fmla="*/ 208462086 w 283"/>
              <a:gd name="T55" fmla="*/ 200078568 h 284"/>
              <a:gd name="T56" fmla="*/ 223351714 w 283"/>
              <a:gd name="T57" fmla="*/ 183051319 h 284"/>
              <a:gd name="T58" fmla="*/ 210590009 w 283"/>
              <a:gd name="T59" fmla="*/ 170279788 h 284"/>
              <a:gd name="T60" fmla="*/ 259514739 w 283"/>
              <a:gd name="T61" fmla="*/ 153251079 h 284"/>
              <a:gd name="T62" fmla="*/ 280785220 w 283"/>
              <a:gd name="T63" fmla="*/ 144738184 h 284"/>
              <a:gd name="T64" fmla="*/ 325457021 w 283"/>
              <a:gd name="T65" fmla="*/ 144738184 h 284"/>
              <a:gd name="T66" fmla="*/ 319074710 w 283"/>
              <a:gd name="T67" fmla="*/ 117067992 h 284"/>
              <a:gd name="T68" fmla="*/ 299930694 w 283"/>
              <a:gd name="T69" fmla="*/ 123452299 h 284"/>
              <a:gd name="T70" fmla="*/ 325457021 w 283"/>
              <a:gd name="T71" fmla="*/ 85139164 h 284"/>
              <a:gd name="T72" fmla="*/ 376508216 w 283"/>
              <a:gd name="T73" fmla="*/ 70240504 h 284"/>
              <a:gd name="T74" fmla="*/ 414797707 w 283"/>
              <a:gd name="T75" fmla="*/ 70240504 h 284"/>
              <a:gd name="T76" fmla="*/ 310565935 w 283"/>
              <a:gd name="T77" fmla="*/ 38313135 h 284"/>
              <a:gd name="T78" fmla="*/ 142519804 w 283"/>
              <a:gd name="T79" fmla="*/ 89396341 h 284"/>
              <a:gd name="T80" fmla="*/ 153156503 w 283"/>
              <a:gd name="T81" fmla="*/ 110682227 h 284"/>
              <a:gd name="T82" fmla="*/ 121247865 w 283"/>
              <a:gd name="T83" fmla="*/ 151123950 h 284"/>
              <a:gd name="T84" fmla="*/ 70196670 w 283"/>
              <a:gd name="T85" fmla="*/ 174536965 h 284"/>
              <a:gd name="T86" fmla="*/ 44670343 w 283"/>
              <a:gd name="T87" fmla="*/ 268190483 h 284"/>
              <a:gd name="T88" fmla="*/ 65942282 w 283"/>
              <a:gd name="T89" fmla="*/ 300117852 h 284"/>
              <a:gd name="T90" fmla="*/ 40415955 w 283"/>
              <a:gd name="T91" fmla="*/ 349073929 h 284"/>
              <a:gd name="T92" fmla="*/ 353109813 w 283"/>
              <a:gd name="T93" fmla="*/ 561922570 h 284"/>
              <a:gd name="T94" fmla="*/ 363745053 w 283"/>
              <a:gd name="T95" fmla="*/ 559793981 h 284"/>
              <a:gd name="T96" fmla="*/ 542427883 w 283"/>
              <a:gd name="T97" fmla="*/ 410800079 h 284"/>
              <a:gd name="T98" fmla="*/ 557317511 w 283"/>
              <a:gd name="T99" fmla="*/ 359715413 h 284"/>
              <a:gd name="T100" fmla="*/ 538173495 w 283"/>
              <a:gd name="T101" fmla="*/ 338430987 h 284"/>
              <a:gd name="T102" fmla="*/ 499884004 w 283"/>
              <a:gd name="T103" fmla="*/ 319273690 h 284"/>
              <a:gd name="T104" fmla="*/ 467976825 w 283"/>
              <a:gd name="T105" fmla="*/ 315017972 h 284"/>
              <a:gd name="T106" fmla="*/ 414797707 w 283"/>
              <a:gd name="T107" fmla="*/ 310760795 h 284"/>
              <a:gd name="T108" fmla="*/ 395652232 w 283"/>
              <a:gd name="T109" fmla="*/ 332045221 h 284"/>
              <a:gd name="T110" fmla="*/ 429687335 w 283"/>
              <a:gd name="T111" fmla="*/ 340559575 h 284"/>
              <a:gd name="T112" fmla="*/ 453085739 w 283"/>
              <a:gd name="T113" fmla="*/ 342688164 h 284"/>
              <a:gd name="T114" fmla="*/ 402034543 w 283"/>
              <a:gd name="T115" fmla="*/ 438470271 h 284"/>
              <a:gd name="T116" fmla="*/ 374381752 w 283"/>
              <a:gd name="T117" fmla="*/ 536380966 h 284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0" t="0" r="r" b="b"/>
            <a:pathLst>
              <a:path w="283" h="284">
                <a:moveTo>
                  <a:pt x="133" y="0"/>
                </a:moveTo>
                <a:cubicBezTo>
                  <a:pt x="139" y="0"/>
                  <a:pt x="144" y="0"/>
                  <a:pt x="150" y="0"/>
                </a:cubicBezTo>
                <a:cubicBezTo>
                  <a:pt x="154" y="1"/>
                  <a:pt x="157" y="1"/>
                  <a:pt x="161" y="2"/>
                </a:cubicBezTo>
                <a:cubicBezTo>
                  <a:pt x="189" y="6"/>
                  <a:pt x="214" y="17"/>
                  <a:pt x="235" y="36"/>
                </a:cubicBezTo>
                <a:cubicBezTo>
                  <a:pt x="260" y="58"/>
                  <a:pt x="275" y="85"/>
                  <a:pt x="281" y="118"/>
                </a:cubicBezTo>
                <a:cubicBezTo>
                  <a:pt x="282" y="123"/>
                  <a:pt x="283" y="129"/>
                  <a:pt x="283" y="134"/>
                </a:cubicBezTo>
                <a:cubicBezTo>
                  <a:pt x="283" y="139"/>
                  <a:pt x="283" y="145"/>
                  <a:pt x="283" y="151"/>
                </a:cubicBezTo>
                <a:cubicBezTo>
                  <a:pt x="283" y="151"/>
                  <a:pt x="283" y="152"/>
                  <a:pt x="283" y="153"/>
                </a:cubicBezTo>
                <a:cubicBezTo>
                  <a:pt x="282" y="159"/>
                  <a:pt x="282" y="164"/>
                  <a:pt x="281" y="169"/>
                </a:cubicBezTo>
                <a:cubicBezTo>
                  <a:pt x="275" y="197"/>
                  <a:pt x="263" y="221"/>
                  <a:pt x="242" y="242"/>
                </a:cubicBezTo>
                <a:cubicBezTo>
                  <a:pt x="221" y="263"/>
                  <a:pt x="196" y="277"/>
                  <a:pt x="166" y="282"/>
                </a:cubicBezTo>
                <a:cubicBezTo>
                  <a:pt x="161" y="283"/>
                  <a:pt x="155" y="283"/>
                  <a:pt x="150" y="284"/>
                </a:cubicBezTo>
                <a:cubicBezTo>
                  <a:pt x="144" y="284"/>
                  <a:pt x="139" y="284"/>
                  <a:pt x="133" y="284"/>
                </a:cubicBezTo>
                <a:cubicBezTo>
                  <a:pt x="129" y="284"/>
                  <a:pt x="126" y="283"/>
                  <a:pt x="122" y="283"/>
                </a:cubicBezTo>
                <a:cubicBezTo>
                  <a:pt x="94" y="279"/>
                  <a:pt x="69" y="268"/>
                  <a:pt x="48" y="249"/>
                </a:cubicBezTo>
                <a:cubicBezTo>
                  <a:pt x="23" y="227"/>
                  <a:pt x="8" y="199"/>
                  <a:pt x="2" y="167"/>
                </a:cubicBezTo>
                <a:cubicBezTo>
                  <a:pt x="1" y="161"/>
                  <a:pt x="0" y="156"/>
                  <a:pt x="0" y="151"/>
                </a:cubicBezTo>
                <a:cubicBezTo>
                  <a:pt x="0" y="145"/>
                  <a:pt x="0" y="139"/>
                  <a:pt x="0" y="134"/>
                </a:cubicBezTo>
                <a:cubicBezTo>
                  <a:pt x="0" y="133"/>
                  <a:pt x="0" y="132"/>
                  <a:pt x="0" y="131"/>
                </a:cubicBezTo>
                <a:cubicBezTo>
                  <a:pt x="1" y="126"/>
                  <a:pt x="1" y="121"/>
                  <a:pt x="2" y="116"/>
                </a:cubicBezTo>
                <a:cubicBezTo>
                  <a:pt x="8" y="87"/>
                  <a:pt x="20" y="63"/>
                  <a:pt x="41" y="43"/>
                </a:cubicBezTo>
                <a:cubicBezTo>
                  <a:pt x="62" y="21"/>
                  <a:pt x="87" y="8"/>
                  <a:pt x="117" y="3"/>
                </a:cubicBezTo>
                <a:cubicBezTo>
                  <a:pt x="122" y="2"/>
                  <a:pt x="128" y="1"/>
                  <a:pt x="133" y="0"/>
                </a:cubicBezTo>
                <a:close/>
                <a:moveTo>
                  <a:pt x="168" y="263"/>
                </a:moveTo>
                <a:cubicBezTo>
                  <a:pt x="166" y="262"/>
                  <a:pt x="164" y="263"/>
                  <a:pt x="162" y="262"/>
                </a:cubicBezTo>
                <a:cubicBezTo>
                  <a:pt x="153" y="260"/>
                  <a:pt x="147" y="254"/>
                  <a:pt x="140" y="249"/>
                </a:cubicBezTo>
                <a:cubicBezTo>
                  <a:pt x="136" y="246"/>
                  <a:pt x="133" y="242"/>
                  <a:pt x="132" y="237"/>
                </a:cubicBezTo>
                <a:cubicBezTo>
                  <a:pt x="132" y="236"/>
                  <a:pt x="132" y="235"/>
                  <a:pt x="132" y="233"/>
                </a:cubicBezTo>
                <a:cubicBezTo>
                  <a:pt x="130" y="222"/>
                  <a:pt x="128" y="210"/>
                  <a:pt x="126" y="199"/>
                </a:cubicBezTo>
                <a:cubicBezTo>
                  <a:pt x="125" y="194"/>
                  <a:pt x="123" y="189"/>
                  <a:pt x="119" y="185"/>
                </a:cubicBezTo>
                <a:cubicBezTo>
                  <a:pt x="117" y="181"/>
                  <a:pt x="113" y="179"/>
                  <a:pt x="108" y="179"/>
                </a:cubicBezTo>
                <a:cubicBezTo>
                  <a:pt x="103" y="178"/>
                  <a:pt x="97" y="178"/>
                  <a:pt x="92" y="176"/>
                </a:cubicBezTo>
                <a:cubicBezTo>
                  <a:pt x="78" y="174"/>
                  <a:pt x="68" y="163"/>
                  <a:pt x="66" y="150"/>
                </a:cubicBezTo>
                <a:cubicBezTo>
                  <a:pt x="64" y="139"/>
                  <a:pt x="67" y="129"/>
                  <a:pt x="73" y="119"/>
                </a:cubicBezTo>
                <a:cubicBezTo>
                  <a:pt x="79" y="110"/>
                  <a:pt x="89" y="108"/>
                  <a:pt x="99" y="104"/>
                </a:cubicBezTo>
                <a:cubicBezTo>
                  <a:pt x="99" y="104"/>
                  <a:pt x="99" y="104"/>
                  <a:pt x="99" y="104"/>
                </a:cubicBezTo>
                <a:cubicBezTo>
                  <a:pt x="106" y="103"/>
                  <a:pt x="112" y="106"/>
                  <a:pt x="117" y="110"/>
                </a:cubicBezTo>
                <a:cubicBezTo>
                  <a:pt x="122" y="113"/>
                  <a:pt x="127" y="117"/>
                  <a:pt x="132" y="121"/>
                </a:cubicBezTo>
                <a:cubicBezTo>
                  <a:pt x="136" y="125"/>
                  <a:pt x="141" y="127"/>
                  <a:pt x="147" y="127"/>
                </a:cubicBezTo>
                <a:cubicBezTo>
                  <a:pt x="148" y="128"/>
                  <a:pt x="149" y="127"/>
                  <a:pt x="150" y="127"/>
                </a:cubicBezTo>
                <a:cubicBezTo>
                  <a:pt x="153" y="125"/>
                  <a:pt x="156" y="123"/>
                  <a:pt x="159" y="122"/>
                </a:cubicBezTo>
                <a:cubicBezTo>
                  <a:pt x="163" y="119"/>
                  <a:pt x="169" y="117"/>
                  <a:pt x="173" y="114"/>
                </a:cubicBezTo>
                <a:cubicBezTo>
                  <a:pt x="176" y="113"/>
                  <a:pt x="178" y="111"/>
                  <a:pt x="179" y="109"/>
                </a:cubicBezTo>
                <a:cubicBezTo>
                  <a:pt x="174" y="107"/>
                  <a:pt x="173" y="106"/>
                  <a:pt x="177" y="102"/>
                </a:cubicBezTo>
                <a:cubicBezTo>
                  <a:pt x="179" y="100"/>
                  <a:pt x="181" y="99"/>
                  <a:pt x="183" y="97"/>
                </a:cubicBezTo>
                <a:cubicBezTo>
                  <a:pt x="184" y="95"/>
                  <a:pt x="185" y="93"/>
                  <a:pt x="183" y="92"/>
                </a:cubicBezTo>
                <a:cubicBezTo>
                  <a:pt x="181" y="91"/>
                  <a:pt x="179" y="89"/>
                  <a:pt x="177" y="89"/>
                </a:cubicBezTo>
                <a:cubicBezTo>
                  <a:pt x="170" y="90"/>
                  <a:pt x="163" y="94"/>
                  <a:pt x="162" y="102"/>
                </a:cubicBezTo>
                <a:cubicBezTo>
                  <a:pt x="161" y="105"/>
                  <a:pt x="162" y="108"/>
                  <a:pt x="163" y="111"/>
                </a:cubicBezTo>
                <a:cubicBezTo>
                  <a:pt x="160" y="111"/>
                  <a:pt x="158" y="111"/>
                  <a:pt x="155" y="111"/>
                </a:cubicBezTo>
                <a:cubicBezTo>
                  <a:pt x="150" y="109"/>
                  <a:pt x="147" y="106"/>
                  <a:pt x="144" y="102"/>
                </a:cubicBezTo>
                <a:cubicBezTo>
                  <a:pt x="141" y="98"/>
                  <a:pt x="138" y="95"/>
                  <a:pt x="134" y="91"/>
                </a:cubicBezTo>
                <a:cubicBezTo>
                  <a:pt x="130" y="86"/>
                  <a:pt x="124" y="86"/>
                  <a:pt x="119" y="89"/>
                </a:cubicBezTo>
                <a:cubicBezTo>
                  <a:pt x="118" y="89"/>
                  <a:pt x="117" y="90"/>
                  <a:pt x="117" y="91"/>
                </a:cubicBezTo>
                <a:cubicBezTo>
                  <a:pt x="115" y="99"/>
                  <a:pt x="105" y="103"/>
                  <a:pt x="98" y="98"/>
                </a:cubicBezTo>
                <a:cubicBezTo>
                  <a:pt x="96" y="97"/>
                  <a:pt x="96" y="95"/>
                  <a:pt x="98" y="94"/>
                </a:cubicBezTo>
                <a:cubicBezTo>
                  <a:pt x="100" y="93"/>
                  <a:pt x="101" y="93"/>
                  <a:pt x="103" y="92"/>
                </a:cubicBezTo>
                <a:cubicBezTo>
                  <a:pt x="107" y="91"/>
                  <a:pt x="108" y="90"/>
                  <a:pt x="105" y="86"/>
                </a:cubicBezTo>
                <a:cubicBezTo>
                  <a:pt x="104" y="85"/>
                  <a:pt x="102" y="84"/>
                  <a:pt x="101" y="82"/>
                </a:cubicBezTo>
                <a:cubicBezTo>
                  <a:pt x="100" y="81"/>
                  <a:pt x="100" y="81"/>
                  <a:pt x="99" y="80"/>
                </a:cubicBezTo>
                <a:cubicBezTo>
                  <a:pt x="100" y="80"/>
                  <a:pt x="101" y="80"/>
                  <a:pt x="102" y="80"/>
                </a:cubicBezTo>
                <a:cubicBezTo>
                  <a:pt x="109" y="79"/>
                  <a:pt x="116" y="77"/>
                  <a:pt x="122" y="72"/>
                </a:cubicBezTo>
                <a:cubicBezTo>
                  <a:pt x="123" y="71"/>
                  <a:pt x="125" y="70"/>
                  <a:pt x="123" y="68"/>
                </a:cubicBezTo>
                <a:cubicBezTo>
                  <a:pt x="126" y="66"/>
                  <a:pt x="129" y="66"/>
                  <a:pt x="132" y="68"/>
                </a:cubicBezTo>
                <a:cubicBezTo>
                  <a:pt x="134" y="69"/>
                  <a:pt x="137" y="70"/>
                  <a:pt x="139" y="72"/>
                </a:cubicBezTo>
                <a:cubicBezTo>
                  <a:pt x="146" y="75"/>
                  <a:pt x="150" y="74"/>
                  <a:pt x="153" y="68"/>
                </a:cubicBezTo>
                <a:cubicBezTo>
                  <a:pt x="154" y="66"/>
                  <a:pt x="155" y="64"/>
                  <a:pt x="156" y="63"/>
                </a:cubicBezTo>
                <a:cubicBezTo>
                  <a:pt x="157" y="58"/>
                  <a:pt x="155" y="55"/>
                  <a:pt x="150" y="55"/>
                </a:cubicBezTo>
                <a:cubicBezTo>
                  <a:pt x="149" y="55"/>
                  <a:pt x="147" y="56"/>
                  <a:pt x="146" y="56"/>
                </a:cubicBezTo>
                <a:cubicBezTo>
                  <a:pt x="144" y="57"/>
                  <a:pt x="142" y="58"/>
                  <a:pt x="141" y="58"/>
                </a:cubicBezTo>
                <a:cubicBezTo>
                  <a:pt x="139" y="56"/>
                  <a:pt x="140" y="54"/>
                  <a:pt x="141" y="52"/>
                </a:cubicBezTo>
                <a:cubicBezTo>
                  <a:pt x="144" y="47"/>
                  <a:pt x="148" y="43"/>
                  <a:pt x="153" y="40"/>
                </a:cubicBezTo>
                <a:cubicBezTo>
                  <a:pt x="159" y="36"/>
                  <a:pt x="165" y="32"/>
                  <a:pt x="173" y="31"/>
                </a:cubicBezTo>
                <a:cubicBezTo>
                  <a:pt x="174" y="31"/>
                  <a:pt x="176" y="32"/>
                  <a:pt x="177" y="33"/>
                </a:cubicBezTo>
                <a:cubicBezTo>
                  <a:pt x="179" y="34"/>
                  <a:pt x="182" y="36"/>
                  <a:pt x="184" y="37"/>
                </a:cubicBezTo>
                <a:cubicBezTo>
                  <a:pt x="189" y="38"/>
                  <a:pt x="193" y="37"/>
                  <a:pt x="195" y="33"/>
                </a:cubicBezTo>
                <a:cubicBezTo>
                  <a:pt x="195" y="31"/>
                  <a:pt x="195" y="30"/>
                  <a:pt x="193" y="29"/>
                </a:cubicBezTo>
                <a:cubicBezTo>
                  <a:pt x="178" y="22"/>
                  <a:pt x="162" y="19"/>
                  <a:pt x="146" y="18"/>
                </a:cubicBezTo>
                <a:cubicBezTo>
                  <a:pt x="124" y="18"/>
                  <a:pt x="104" y="22"/>
                  <a:pt x="85" y="32"/>
                </a:cubicBezTo>
                <a:cubicBezTo>
                  <a:pt x="79" y="35"/>
                  <a:pt x="73" y="39"/>
                  <a:pt x="67" y="42"/>
                </a:cubicBezTo>
                <a:cubicBezTo>
                  <a:pt x="69" y="43"/>
                  <a:pt x="70" y="44"/>
                  <a:pt x="71" y="45"/>
                </a:cubicBezTo>
                <a:cubicBezTo>
                  <a:pt x="74" y="47"/>
                  <a:pt x="74" y="49"/>
                  <a:pt x="72" y="52"/>
                </a:cubicBezTo>
                <a:cubicBezTo>
                  <a:pt x="71" y="52"/>
                  <a:pt x="71" y="53"/>
                  <a:pt x="70" y="54"/>
                </a:cubicBezTo>
                <a:cubicBezTo>
                  <a:pt x="67" y="61"/>
                  <a:pt x="63" y="67"/>
                  <a:pt x="57" y="71"/>
                </a:cubicBezTo>
                <a:cubicBezTo>
                  <a:pt x="51" y="77"/>
                  <a:pt x="44" y="81"/>
                  <a:pt x="36" y="80"/>
                </a:cubicBezTo>
                <a:cubicBezTo>
                  <a:pt x="35" y="80"/>
                  <a:pt x="34" y="81"/>
                  <a:pt x="33" y="82"/>
                </a:cubicBezTo>
                <a:cubicBezTo>
                  <a:pt x="26" y="94"/>
                  <a:pt x="22" y="108"/>
                  <a:pt x="19" y="122"/>
                </a:cubicBezTo>
                <a:cubicBezTo>
                  <a:pt x="19" y="124"/>
                  <a:pt x="19" y="125"/>
                  <a:pt x="21" y="126"/>
                </a:cubicBezTo>
                <a:cubicBezTo>
                  <a:pt x="26" y="127"/>
                  <a:pt x="30" y="130"/>
                  <a:pt x="32" y="134"/>
                </a:cubicBezTo>
                <a:cubicBezTo>
                  <a:pt x="33" y="137"/>
                  <a:pt x="33" y="139"/>
                  <a:pt x="31" y="141"/>
                </a:cubicBezTo>
                <a:cubicBezTo>
                  <a:pt x="25" y="146"/>
                  <a:pt x="21" y="154"/>
                  <a:pt x="19" y="162"/>
                </a:cubicBezTo>
                <a:cubicBezTo>
                  <a:pt x="19" y="162"/>
                  <a:pt x="19" y="163"/>
                  <a:pt x="19" y="164"/>
                </a:cubicBezTo>
                <a:cubicBezTo>
                  <a:pt x="23" y="185"/>
                  <a:pt x="31" y="204"/>
                  <a:pt x="45" y="220"/>
                </a:cubicBezTo>
                <a:cubicBezTo>
                  <a:pt x="77" y="258"/>
                  <a:pt x="117" y="272"/>
                  <a:pt x="166" y="264"/>
                </a:cubicBezTo>
                <a:cubicBezTo>
                  <a:pt x="167" y="264"/>
                  <a:pt x="167" y="263"/>
                  <a:pt x="168" y="263"/>
                </a:cubicBezTo>
                <a:cubicBezTo>
                  <a:pt x="169" y="263"/>
                  <a:pt x="170" y="263"/>
                  <a:pt x="171" y="263"/>
                </a:cubicBezTo>
                <a:cubicBezTo>
                  <a:pt x="174" y="262"/>
                  <a:pt x="176" y="261"/>
                  <a:pt x="179" y="261"/>
                </a:cubicBezTo>
                <a:cubicBezTo>
                  <a:pt x="214" y="249"/>
                  <a:pt x="239" y="226"/>
                  <a:pt x="255" y="193"/>
                </a:cubicBezTo>
                <a:cubicBezTo>
                  <a:pt x="258" y="185"/>
                  <a:pt x="261" y="177"/>
                  <a:pt x="263" y="168"/>
                </a:cubicBezTo>
                <a:cubicBezTo>
                  <a:pt x="262" y="168"/>
                  <a:pt x="262" y="168"/>
                  <a:pt x="262" y="169"/>
                </a:cubicBezTo>
                <a:cubicBezTo>
                  <a:pt x="258" y="172"/>
                  <a:pt x="256" y="172"/>
                  <a:pt x="255" y="167"/>
                </a:cubicBezTo>
                <a:cubicBezTo>
                  <a:pt x="254" y="164"/>
                  <a:pt x="254" y="162"/>
                  <a:pt x="253" y="159"/>
                </a:cubicBezTo>
                <a:cubicBezTo>
                  <a:pt x="252" y="153"/>
                  <a:pt x="249" y="151"/>
                  <a:pt x="243" y="151"/>
                </a:cubicBezTo>
                <a:cubicBezTo>
                  <a:pt x="240" y="150"/>
                  <a:pt x="238" y="151"/>
                  <a:pt x="235" y="150"/>
                </a:cubicBezTo>
                <a:cubicBezTo>
                  <a:pt x="231" y="150"/>
                  <a:pt x="227" y="149"/>
                  <a:pt x="222" y="148"/>
                </a:cubicBezTo>
                <a:cubicBezTo>
                  <a:pt x="222" y="148"/>
                  <a:pt x="221" y="148"/>
                  <a:pt x="220" y="148"/>
                </a:cubicBezTo>
                <a:cubicBezTo>
                  <a:pt x="216" y="150"/>
                  <a:pt x="212" y="150"/>
                  <a:pt x="208" y="149"/>
                </a:cubicBezTo>
                <a:cubicBezTo>
                  <a:pt x="204" y="148"/>
                  <a:pt x="199" y="147"/>
                  <a:pt x="195" y="146"/>
                </a:cubicBezTo>
                <a:cubicBezTo>
                  <a:pt x="188" y="145"/>
                  <a:pt x="186" y="148"/>
                  <a:pt x="186" y="154"/>
                </a:cubicBezTo>
                <a:cubicBezTo>
                  <a:pt x="186" y="155"/>
                  <a:pt x="186" y="156"/>
                  <a:pt x="186" y="156"/>
                </a:cubicBezTo>
                <a:cubicBezTo>
                  <a:pt x="187" y="161"/>
                  <a:pt x="189" y="163"/>
                  <a:pt x="193" y="162"/>
                </a:cubicBezTo>
                <a:cubicBezTo>
                  <a:pt x="196" y="162"/>
                  <a:pt x="199" y="161"/>
                  <a:pt x="202" y="160"/>
                </a:cubicBezTo>
                <a:cubicBezTo>
                  <a:pt x="205" y="160"/>
                  <a:pt x="208" y="158"/>
                  <a:pt x="210" y="158"/>
                </a:cubicBezTo>
                <a:cubicBezTo>
                  <a:pt x="213" y="157"/>
                  <a:pt x="214" y="158"/>
                  <a:pt x="213" y="161"/>
                </a:cubicBezTo>
                <a:cubicBezTo>
                  <a:pt x="213" y="163"/>
                  <a:pt x="212" y="165"/>
                  <a:pt x="211" y="166"/>
                </a:cubicBezTo>
                <a:cubicBezTo>
                  <a:pt x="203" y="180"/>
                  <a:pt x="196" y="193"/>
                  <a:pt x="189" y="206"/>
                </a:cubicBezTo>
                <a:cubicBezTo>
                  <a:pt x="183" y="216"/>
                  <a:pt x="179" y="226"/>
                  <a:pt x="177" y="237"/>
                </a:cubicBezTo>
                <a:cubicBezTo>
                  <a:pt x="176" y="242"/>
                  <a:pt x="176" y="247"/>
                  <a:pt x="176" y="252"/>
                </a:cubicBezTo>
                <a:cubicBezTo>
                  <a:pt x="176" y="258"/>
                  <a:pt x="173" y="262"/>
                  <a:pt x="168" y="26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452" name="Freeform 14"/>
          <p:cNvSpPr>
            <a:spLocks noEditPoints="1"/>
          </p:cNvSpPr>
          <p:nvPr/>
        </p:nvSpPr>
        <p:spPr bwMode="auto">
          <a:xfrm>
            <a:off x="5146675" y="2992438"/>
            <a:ext cx="204788" cy="298449"/>
          </a:xfrm>
          <a:custGeom>
            <a:avLst/>
            <a:gdLst>
              <a:gd name="T0" fmla="*/ 185632334 w 141"/>
              <a:gd name="T1" fmla="*/ 6359169 h 205"/>
              <a:gd name="T2" fmla="*/ 288995083 w 141"/>
              <a:gd name="T3" fmla="*/ 112333668 h 205"/>
              <a:gd name="T4" fmla="*/ 257353158 w 141"/>
              <a:gd name="T5" fmla="*/ 247982833 h 205"/>
              <a:gd name="T6" fmla="*/ 244696969 w 141"/>
              <a:gd name="T7" fmla="*/ 296732093 h 205"/>
              <a:gd name="T8" fmla="*/ 242588089 w 141"/>
              <a:gd name="T9" fmla="*/ 339122184 h 205"/>
              <a:gd name="T10" fmla="*/ 223602353 w 141"/>
              <a:gd name="T11" fmla="*/ 394229156 h 205"/>
              <a:gd name="T12" fmla="*/ 172976145 w 141"/>
              <a:gd name="T13" fmla="*/ 432379801 h 205"/>
              <a:gd name="T14" fmla="*/ 78050371 w 141"/>
              <a:gd name="T15" fmla="*/ 400586869 h 205"/>
              <a:gd name="T16" fmla="*/ 52736541 w 141"/>
              <a:gd name="T17" fmla="*/ 345479897 h 205"/>
              <a:gd name="T18" fmla="*/ 52736541 w 141"/>
              <a:gd name="T19" fmla="*/ 309448974 h 205"/>
              <a:gd name="T20" fmla="*/ 48517327 w 141"/>
              <a:gd name="T21" fmla="*/ 281895488 h 205"/>
              <a:gd name="T22" fmla="*/ 12656189 w 141"/>
              <a:gd name="T23" fmla="*/ 199233573 h 205"/>
              <a:gd name="T24" fmla="*/ 90706560 w 141"/>
              <a:gd name="T25" fmla="*/ 12716882 h 205"/>
              <a:gd name="T26" fmla="*/ 139223887 w 141"/>
              <a:gd name="T27" fmla="*/ 0 h 205"/>
              <a:gd name="T28" fmla="*/ 147662315 w 141"/>
              <a:gd name="T29" fmla="*/ 298850360 h 205"/>
              <a:gd name="T30" fmla="*/ 219383139 w 141"/>
              <a:gd name="T31" fmla="*/ 286133478 h 205"/>
              <a:gd name="T32" fmla="*/ 248916183 w 141"/>
              <a:gd name="T33" fmla="*/ 205592742 h 205"/>
              <a:gd name="T34" fmla="*/ 221493472 w 141"/>
              <a:gd name="T35" fmla="*/ 55106973 h 205"/>
              <a:gd name="T36" fmla="*/ 31641925 w 141"/>
              <a:gd name="T37" fmla="*/ 169560364 h 205"/>
              <a:gd name="T38" fmla="*/ 75940038 w 141"/>
              <a:gd name="T39" fmla="*/ 288253201 h 205"/>
              <a:gd name="T40" fmla="*/ 147662315 w 141"/>
              <a:gd name="T41" fmla="*/ 298850360 h 205"/>
              <a:gd name="T42" fmla="*/ 90706560 w 141"/>
              <a:gd name="T43" fmla="*/ 311567241 h 205"/>
              <a:gd name="T44" fmla="*/ 90706560 w 141"/>
              <a:gd name="T45" fmla="*/ 334882738 h 205"/>
              <a:gd name="T46" fmla="*/ 204618070 w 141"/>
              <a:gd name="T47" fmla="*/ 334882738 h 205"/>
              <a:gd name="T48" fmla="*/ 204618070 w 141"/>
              <a:gd name="T49" fmla="*/ 311567241 h 205"/>
              <a:gd name="T50" fmla="*/ 147662315 w 141"/>
              <a:gd name="T51" fmla="*/ 347599620 h 205"/>
              <a:gd name="T52" fmla="*/ 78050371 w 141"/>
              <a:gd name="T53" fmla="*/ 353958788 h 205"/>
              <a:gd name="T54" fmla="*/ 170865812 w 141"/>
              <a:gd name="T55" fmla="*/ 370913660 h 205"/>
              <a:gd name="T56" fmla="*/ 217274258 w 141"/>
              <a:gd name="T57" fmla="*/ 362436224 h 205"/>
              <a:gd name="T58" fmla="*/ 147662315 w 141"/>
              <a:gd name="T59" fmla="*/ 347599620 h 205"/>
              <a:gd name="T60" fmla="*/ 122348485 w 141"/>
              <a:gd name="T61" fmla="*/ 404826315 h 205"/>
              <a:gd name="T62" fmla="*/ 194070761 w 141"/>
              <a:gd name="T63" fmla="*/ 383631998 h 205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</a:gdLst>
            <a:ahLst/>
            <a:cxnLst>
              <a:cxn ang="T64">
                <a:pos x="T0" y="T1"/>
              </a:cxn>
              <a:cxn ang="T65">
                <a:pos x="T2" y="T3"/>
              </a:cxn>
              <a:cxn ang="T66">
                <a:pos x="T4" y="T5"/>
              </a:cxn>
              <a:cxn ang="T67">
                <a:pos x="T6" y="T7"/>
              </a:cxn>
              <a:cxn ang="T68">
                <a:pos x="T8" y="T9"/>
              </a:cxn>
              <a:cxn ang="T69">
                <a:pos x="T10" y="T11"/>
              </a:cxn>
              <a:cxn ang="T70">
                <a:pos x="T12" y="T13"/>
              </a:cxn>
              <a:cxn ang="T71">
                <a:pos x="T14" y="T15"/>
              </a:cxn>
              <a:cxn ang="T72">
                <a:pos x="T16" y="T17"/>
              </a:cxn>
              <a:cxn ang="T73">
                <a:pos x="T18" y="T19"/>
              </a:cxn>
              <a:cxn ang="T74">
                <a:pos x="T20" y="T21"/>
              </a:cxn>
              <a:cxn ang="T75">
                <a:pos x="T22" y="T23"/>
              </a:cxn>
              <a:cxn ang="T76">
                <a:pos x="T24" y="T25"/>
              </a:cxn>
              <a:cxn ang="T77">
                <a:pos x="T26" y="T27"/>
              </a:cxn>
              <a:cxn ang="T78">
                <a:pos x="T28" y="T29"/>
              </a:cxn>
              <a:cxn ang="T79">
                <a:pos x="T30" y="T31"/>
              </a:cxn>
              <a:cxn ang="T80">
                <a:pos x="T32" y="T33"/>
              </a:cxn>
              <a:cxn ang="T81">
                <a:pos x="T34" y="T35"/>
              </a:cxn>
              <a:cxn ang="T82">
                <a:pos x="T36" y="T37"/>
              </a:cxn>
              <a:cxn ang="T83">
                <a:pos x="T38" y="T39"/>
              </a:cxn>
              <a:cxn ang="T84">
                <a:pos x="T40" y="T41"/>
              </a:cxn>
              <a:cxn ang="T85">
                <a:pos x="T42" y="T43"/>
              </a:cxn>
              <a:cxn ang="T86">
                <a:pos x="T44" y="T45"/>
              </a:cxn>
              <a:cxn ang="T87">
                <a:pos x="T46" y="T47"/>
              </a:cxn>
              <a:cxn ang="T88">
                <a:pos x="T48" y="T49"/>
              </a:cxn>
              <a:cxn ang="T89">
                <a:pos x="T50" y="T51"/>
              </a:cxn>
              <a:cxn ang="T90">
                <a:pos x="T52" y="T53"/>
              </a:cxn>
              <a:cxn ang="T91">
                <a:pos x="T54" y="T55"/>
              </a:cxn>
              <a:cxn ang="T92">
                <a:pos x="T56" y="T57"/>
              </a:cxn>
              <a:cxn ang="T93">
                <a:pos x="T58" y="T59"/>
              </a:cxn>
              <a:cxn ang="T94">
                <a:pos x="T60" y="T61"/>
              </a:cxn>
              <a:cxn ang="T95">
                <a:pos x="T62" y="T63"/>
              </a:cxn>
            </a:cxnLst>
            <a:rect l="0" t="0" r="r" b="b"/>
            <a:pathLst>
              <a:path w="141" h="205">
                <a:moveTo>
                  <a:pt x="74" y="0"/>
                </a:moveTo>
                <a:cubicBezTo>
                  <a:pt x="78" y="1"/>
                  <a:pt x="83" y="1"/>
                  <a:pt x="88" y="3"/>
                </a:cubicBezTo>
                <a:cubicBezTo>
                  <a:pt x="100" y="6"/>
                  <a:pt x="110" y="12"/>
                  <a:pt x="119" y="21"/>
                </a:cubicBezTo>
                <a:cubicBezTo>
                  <a:pt x="128" y="30"/>
                  <a:pt x="134" y="40"/>
                  <a:pt x="137" y="53"/>
                </a:cubicBezTo>
                <a:cubicBezTo>
                  <a:pt x="141" y="70"/>
                  <a:pt x="139" y="86"/>
                  <a:pt x="130" y="102"/>
                </a:cubicBezTo>
                <a:cubicBezTo>
                  <a:pt x="128" y="107"/>
                  <a:pt x="125" y="112"/>
                  <a:pt x="122" y="117"/>
                </a:cubicBezTo>
                <a:cubicBezTo>
                  <a:pt x="119" y="123"/>
                  <a:pt x="117" y="130"/>
                  <a:pt x="117" y="138"/>
                </a:cubicBezTo>
                <a:cubicBezTo>
                  <a:pt x="117" y="139"/>
                  <a:pt x="116" y="139"/>
                  <a:pt x="116" y="140"/>
                </a:cubicBezTo>
                <a:cubicBezTo>
                  <a:pt x="116" y="142"/>
                  <a:pt x="115" y="147"/>
                  <a:pt x="116" y="149"/>
                </a:cubicBezTo>
                <a:cubicBezTo>
                  <a:pt x="117" y="153"/>
                  <a:pt x="116" y="156"/>
                  <a:pt x="115" y="160"/>
                </a:cubicBezTo>
                <a:cubicBezTo>
                  <a:pt x="115" y="160"/>
                  <a:pt x="114" y="161"/>
                  <a:pt x="115" y="162"/>
                </a:cubicBezTo>
                <a:cubicBezTo>
                  <a:pt x="118" y="171"/>
                  <a:pt x="115" y="181"/>
                  <a:pt x="106" y="186"/>
                </a:cubicBezTo>
                <a:cubicBezTo>
                  <a:pt x="105" y="186"/>
                  <a:pt x="104" y="187"/>
                  <a:pt x="104" y="188"/>
                </a:cubicBezTo>
                <a:cubicBezTo>
                  <a:pt x="100" y="198"/>
                  <a:pt x="93" y="204"/>
                  <a:pt x="82" y="204"/>
                </a:cubicBezTo>
                <a:cubicBezTo>
                  <a:pt x="74" y="205"/>
                  <a:pt x="65" y="205"/>
                  <a:pt x="56" y="204"/>
                </a:cubicBezTo>
                <a:cubicBezTo>
                  <a:pt x="46" y="203"/>
                  <a:pt x="40" y="198"/>
                  <a:pt x="37" y="189"/>
                </a:cubicBezTo>
                <a:cubicBezTo>
                  <a:pt x="36" y="187"/>
                  <a:pt x="35" y="186"/>
                  <a:pt x="33" y="185"/>
                </a:cubicBezTo>
                <a:cubicBezTo>
                  <a:pt x="25" y="181"/>
                  <a:pt x="22" y="171"/>
                  <a:pt x="25" y="163"/>
                </a:cubicBezTo>
                <a:cubicBezTo>
                  <a:pt x="25" y="161"/>
                  <a:pt x="26" y="161"/>
                  <a:pt x="25" y="159"/>
                </a:cubicBezTo>
                <a:cubicBezTo>
                  <a:pt x="23" y="155"/>
                  <a:pt x="23" y="151"/>
                  <a:pt x="25" y="146"/>
                </a:cubicBezTo>
                <a:cubicBezTo>
                  <a:pt x="25" y="145"/>
                  <a:pt x="25" y="144"/>
                  <a:pt x="25" y="143"/>
                </a:cubicBezTo>
                <a:cubicBezTo>
                  <a:pt x="24" y="140"/>
                  <a:pt x="23" y="137"/>
                  <a:pt x="23" y="133"/>
                </a:cubicBezTo>
                <a:cubicBezTo>
                  <a:pt x="22" y="126"/>
                  <a:pt x="19" y="119"/>
                  <a:pt x="15" y="113"/>
                </a:cubicBezTo>
                <a:cubicBezTo>
                  <a:pt x="12" y="107"/>
                  <a:pt x="9" y="101"/>
                  <a:pt x="6" y="94"/>
                </a:cubicBezTo>
                <a:cubicBezTo>
                  <a:pt x="1" y="83"/>
                  <a:pt x="0" y="70"/>
                  <a:pt x="2" y="58"/>
                </a:cubicBezTo>
                <a:cubicBezTo>
                  <a:pt x="7" y="33"/>
                  <a:pt x="21" y="16"/>
                  <a:pt x="43" y="6"/>
                </a:cubicBezTo>
                <a:cubicBezTo>
                  <a:pt x="50" y="3"/>
                  <a:pt x="57" y="1"/>
                  <a:pt x="64" y="0"/>
                </a:cubicBezTo>
                <a:cubicBezTo>
                  <a:pt x="65" y="0"/>
                  <a:pt x="65" y="0"/>
                  <a:pt x="66" y="0"/>
                </a:cubicBezTo>
                <a:cubicBezTo>
                  <a:pt x="69" y="0"/>
                  <a:pt x="71" y="0"/>
                  <a:pt x="74" y="0"/>
                </a:cubicBezTo>
                <a:close/>
                <a:moveTo>
                  <a:pt x="70" y="141"/>
                </a:moveTo>
                <a:cubicBezTo>
                  <a:pt x="79" y="141"/>
                  <a:pt x="88" y="141"/>
                  <a:pt x="97" y="141"/>
                </a:cubicBezTo>
                <a:cubicBezTo>
                  <a:pt x="102" y="141"/>
                  <a:pt x="103" y="140"/>
                  <a:pt x="104" y="135"/>
                </a:cubicBezTo>
                <a:cubicBezTo>
                  <a:pt x="105" y="129"/>
                  <a:pt x="106" y="123"/>
                  <a:pt x="108" y="118"/>
                </a:cubicBezTo>
                <a:cubicBezTo>
                  <a:pt x="111" y="110"/>
                  <a:pt x="115" y="104"/>
                  <a:pt x="118" y="97"/>
                </a:cubicBezTo>
                <a:cubicBezTo>
                  <a:pt x="122" y="90"/>
                  <a:pt x="125" y="82"/>
                  <a:pt x="126" y="74"/>
                </a:cubicBezTo>
                <a:cubicBezTo>
                  <a:pt x="127" y="55"/>
                  <a:pt x="120" y="38"/>
                  <a:pt x="105" y="26"/>
                </a:cubicBezTo>
                <a:cubicBezTo>
                  <a:pt x="86" y="10"/>
                  <a:pt x="61" y="9"/>
                  <a:pt x="40" y="21"/>
                </a:cubicBezTo>
                <a:cubicBezTo>
                  <a:pt x="21" y="34"/>
                  <a:pt x="11" y="56"/>
                  <a:pt x="15" y="80"/>
                </a:cubicBezTo>
                <a:cubicBezTo>
                  <a:pt x="16" y="88"/>
                  <a:pt x="20" y="95"/>
                  <a:pt x="24" y="102"/>
                </a:cubicBezTo>
                <a:cubicBezTo>
                  <a:pt x="30" y="113"/>
                  <a:pt x="35" y="124"/>
                  <a:pt x="36" y="136"/>
                </a:cubicBezTo>
                <a:cubicBezTo>
                  <a:pt x="36" y="140"/>
                  <a:pt x="38" y="141"/>
                  <a:pt x="42" y="141"/>
                </a:cubicBezTo>
                <a:cubicBezTo>
                  <a:pt x="52" y="141"/>
                  <a:pt x="61" y="141"/>
                  <a:pt x="70" y="141"/>
                </a:cubicBezTo>
                <a:close/>
                <a:moveTo>
                  <a:pt x="70" y="147"/>
                </a:moveTo>
                <a:cubicBezTo>
                  <a:pt x="61" y="147"/>
                  <a:pt x="52" y="147"/>
                  <a:pt x="43" y="147"/>
                </a:cubicBezTo>
                <a:cubicBezTo>
                  <a:pt x="40" y="147"/>
                  <a:pt x="38" y="148"/>
                  <a:pt x="37" y="150"/>
                </a:cubicBezTo>
                <a:cubicBezTo>
                  <a:pt x="35" y="154"/>
                  <a:pt x="38" y="158"/>
                  <a:pt x="43" y="158"/>
                </a:cubicBezTo>
                <a:cubicBezTo>
                  <a:pt x="55" y="158"/>
                  <a:pt x="68" y="158"/>
                  <a:pt x="81" y="158"/>
                </a:cubicBezTo>
                <a:cubicBezTo>
                  <a:pt x="86" y="158"/>
                  <a:pt x="92" y="158"/>
                  <a:pt x="97" y="158"/>
                </a:cubicBezTo>
                <a:cubicBezTo>
                  <a:pt x="100" y="158"/>
                  <a:pt x="102" y="157"/>
                  <a:pt x="103" y="155"/>
                </a:cubicBezTo>
                <a:cubicBezTo>
                  <a:pt x="105" y="151"/>
                  <a:pt x="102" y="147"/>
                  <a:pt x="97" y="147"/>
                </a:cubicBezTo>
                <a:cubicBezTo>
                  <a:pt x="88" y="147"/>
                  <a:pt x="79" y="147"/>
                  <a:pt x="70" y="147"/>
                </a:cubicBezTo>
                <a:close/>
                <a:moveTo>
                  <a:pt x="70" y="164"/>
                </a:moveTo>
                <a:cubicBezTo>
                  <a:pt x="61" y="164"/>
                  <a:pt x="52" y="164"/>
                  <a:pt x="43" y="164"/>
                </a:cubicBezTo>
                <a:cubicBezTo>
                  <a:pt x="40" y="164"/>
                  <a:pt x="38" y="165"/>
                  <a:pt x="37" y="167"/>
                </a:cubicBezTo>
                <a:cubicBezTo>
                  <a:pt x="35" y="171"/>
                  <a:pt x="38" y="175"/>
                  <a:pt x="43" y="175"/>
                </a:cubicBezTo>
                <a:cubicBezTo>
                  <a:pt x="55" y="175"/>
                  <a:pt x="68" y="175"/>
                  <a:pt x="81" y="175"/>
                </a:cubicBezTo>
                <a:cubicBezTo>
                  <a:pt x="86" y="175"/>
                  <a:pt x="92" y="175"/>
                  <a:pt x="97" y="175"/>
                </a:cubicBezTo>
                <a:cubicBezTo>
                  <a:pt x="100" y="175"/>
                  <a:pt x="102" y="174"/>
                  <a:pt x="103" y="171"/>
                </a:cubicBezTo>
                <a:cubicBezTo>
                  <a:pt x="105" y="168"/>
                  <a:pt x="102" y="164"/>
                  <a:pt x="97" y="164"/>
                </a:cubicBezTo>
                <a:cubicBezTo>
                  <a:pt x="88" y="164"/>
                  <a:pt x="79" y="164"/>
                  <a:pt x="70" y="164"/>
                </a:cubicBezTo>
                <a:close/>
                <a:moveTo>
                  <a:pt x="48" y="181"/>
                </a:moveTo>
                <a:cubicBezTo>
                  <a:pt x="48" y="186"/>
                  <a:pt x="52" y="191"/>
                  <a:pt x="58" y="191"/>
                </a:cubicBezTo>
                <a:cubicBezTo>
                  <a:pt x="66" y="192"/>
                  <a:pt x="74" y="192"/>
                  <a:pt x="82" y="191"/>
                </a:cubicBezTo>
                <a:cubicBezTo>
                  <a:pt x="88" y="191"/>
                  <a:pt x="92" y="186"/>
                  <a:pt x="92" y="181"/>
                </a:cubicBezTo>
                <a:cubicBezTo>
                  <a:pt x="77" y="181"/>
                  <a:pt x="63" y="181"/>
                  <a:pt x="48" y="1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pSp>
        <p:nvGrpSpPr>
          <p:cNvPr id="14" name="组合 13"/>
          <p:cNvGrpSpPr/>
          <p:nvPr/>
        </p:nvGrpSpPr>
        <p:grpSpPr bwMode="auto">
          <a:xfrm>
            <a:off x="5703889" y="3705226"/>
            <a:ext cx="271463" cy="271461"/>
            <a:chOff x="5578476" y="3629026"/>
            <a:chExt cx="271463" cy="271462"/>
          </a:xfrm>
          <a:solidFill>
            <a:schemeClr val="bg1"/>
          </a:solidFill>
        </p:grpSpPr>
        <p:sp>
          <p:nvSpPr>
            <p:cNvPr id="15" name="Freeform 15"/>
            <p:cNvSpPr>
              <a:spLocks noEditPoints="1"/>
            </p:cNvSpPr>
            <p:nvPr/>
          </p:nvSpPr>
          <p:spPr bwMode="auto">
            <a:xfrm>
              <a:off x="5578476" y="3629026"/>
              <a:ext cx="271463" cy="195263"/>
            </a:xfrm>
            <a:custGeom>
              <a:avLst/>
              <a:gdLst>
                <a:gd name="T0" fmla="*/ 177 w 186"/>
                <a:gd name="T1" fmla="*/ 0 h 134"/>
                <a:gd name="T2" fmla="*/ 185 w 186"/>
                <a:gd name="T3" fmla="*/ 6 h 134"/>
                <a:gd name="T4" fmla="*/ 186 w 186"/>
                <a:gd name="T5" fmla="*/ 12 h 134"/>
                <a:gd name="T6" fmla="*/ 186 w 186"/>
                <a:gd name="T7" fmla="*/ 122 h 134"/>
                <a:gd name="T8" fmla="*/ 174 w 186"/>
                <a:gd name="T9" fmla="*/ 134 h 134"/>
                <a:gd name="T10" fmla="*/ 13 w 186"/>
                <a:gd name="T11" fmla="*/ 134 h 134"/>
                <a:gd name="T12" fmla="*/ 1 w 186"/>
                <a:gd name="T13" fmla="*/ 125 h 134"/>
                <a:gd name="T14" fmla="*/ 0 w 186"/>
                <a:gd name="T15" fmla="*/ 125 h 134"/>
                <a:gd name="T16" fmla="*/ 0 w 186"/>
                <a:gd name="T17" fmla="*/ 9 h 134"/>
                <a:gd name="T18" fmla="*/ 1 w 186"/>
                <a:gd name="T19" fmla="*/ 7 h 134"/>
                <a:gd name="T20" fmla="*/ 9 w 186"/>
                <a:gd name="T21" fmla="*/ 0 h 134"/>
                <a:gd name="T22" fmla="*/ 177 w 186"/>
                <a:gd name="T23" fmla="*/ 0 h 134"/>
                <a:gd name="T24" fmla="*/ 174 w 186"/>
                <a:gd name="T25" fmla="*/ 122 h 134"/>
                <a:gd name="T26" fmla="*/ 174 w 186"/>
                <a:gd name="T27" fmla="*/ 12 h 134"/>
                <a:gd name="T28" fmla="*/ 12 w 186"/>
                <a:gd name="T29" fmla="*/ 12 h 134"/>
                <a:gd name="T30" fmla="*/ 12 w 186"/>
                <a:gd name="T31" fmla="*/ 122 h 134"/>
                <a:gd name="T32" fmla="*/ 174 w 186"/>
                <a:gd name="T33" fmla="*/ 122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6" h="134">
                  <a:moveTo>
                    <a:pt x="177" y="0"/>
                  </a:moveTo>
                  <a:cubicBezTo>
                    <a:pt x="180" y="1"/>
                    <a:pt x="183" y="3"/>
                    <a:pt x="185" y="6"/>
                  </a:cubicBezTo>
                  <a:cubicBezTo>
                    <a:pt x="185" y="8"/>
                    <a:pt x="186" y="10"/>
                    <a:pt x="186" y="12"/>
                  </a:cubicBezTo>
                  <a:cubicBezTo>
                    <a:pt x="186" y="49"/>
                    <a:pt x="186" y="86"/>
                    <a:pt x="186" y="122"/>
                  </a:cubicBezTo>
                  <a:cubicBezTo>
                    <a:pt x="186" y="129"/>
                    <a:pt x="181" y="134"/>
                    <a:pt x="174" y="134"/>
                  </a:cubicBezTo>
                  <a:cubicBezTo>
                    <a:pt x="120" y="134"/>
                    <a:pt x="66" y="134"/>
                    <a:pt x="13" y="134"/>
                  </a:cubicBezTo>
                  <a:cubicBezTo>
                    <a:pt x="6" y="134"/>
                    <a:pt x="3" y="132"/>
                    <a:pt x="1" y="125"/>
                  </a:cubicBezTo>
                  <a:cubicBezTo>
                    <a:pt x="0" y="125"/>
                    <a:pt x="0" y="125"/>
                    <a:pt x="0" y="125"/>
                  </a:cubicBezTo>
                  <a:cubicBezTo>
                    <a:pt x="0" y="86"/>
                    <a:pt x="0" y="48"/>
                    <a:pt x="0" y="9"/>
                  </a:cubicBezTo>
                  <a:cubicBezTo>
                    <a:pt x="1" y="9"/>
                    <a:pt x="1" y="8"/>
                    <a:pt x="1" y="7"/>
                  </a:cubicBezTo>
                  <a:cubicBezTo>
                    <a:pt x="3" y="3"/>
                    <a:pt x="5" y="2"/>
                    <a:pt x="9" y="0"/>
                  </a:cubicBezTo>
                  <a:cubicBezTo>
                    <a:pt x="65" y="0"/>
                    <a:pt x="121" y="0"/>
                    <a:pt x="177" y="0"/>
                  </a:cubicBezTo>
                  <a:close/>
                  <a:moveTo>
                    <a:pt x="174" y="122"/>
                  </a:moveTo>
                  <a:cubicBezTo>
                    <a:pt x="174" y="85"/>
                    <a:pt x="174" y="49"/>
                    <a:pt x="174" y="12"/>
                  </a:cubicBezTo>
                  <a:cubicBezTo>
                    <a:pt x="120" y="12"/>
                    <a:pt x="66" y="12"/>
                    <a:pt x="12" y="12"/>
                  </a:cubicBezTo>
                  <a:cubicBezTo>
                    <a:pt x="12" y="49"/>
                    <a:pt x="12" y="85"/>
                    <a:pt x="12" y="122"/>
                  </a:cubicBezTo>
                  <a:cubicBezTo>
                    <a:pt x="66" y="122"/>
                    <a:pt x="120" y="122"/>
                    <a:pt x="174" y="1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6" name="Freeform 16"/>
            <p:cNvSpPr/>
            <p:nvPr/>
          </p:nvSpPr>
          <p:spPr bwMode="auto">
            <a:xfrm>
              <a:off x="5646738" y="3840163"/>
              <a:ext cx="134938" cy="60325"/>
            </a:xfrm>
            <a:custGeom>
              <a:avLst/>
              <a:gdLst>
                <a:gd name="T0" fmla="*/ 29 w 92"/>
                <a:gd name="T1" fmla="*/ 0 h 41"/>
                <a:gd name="T2" fmla="*/ 63 w 92"/>
                <a:gd name="T3" fmla="*/ 0 h 41"/>
                <a:gd name="T4" fmla="*/ 63 w 92"/>
                <a:gd name="T5" fmla="*/ 2 h 41"/>
                <a:gd name="T6" fmla="*/ 63 w 92"/>
                <a:gd name="T7" fmla="*/ 17 h 41"/>
                <a:gd name="T8" fmla="*/ 76 w 92"/>
                <a:gd name="T9" fmla="*/ 29 h 41"/>
                <a:gd name="T10" fmla="*/ 86 w 92"/>
                <a:gd name="T11" fmla="*/ 29 h 41"/>
                <a:gd name="T12" fmla="*/ 92 w 92"/>
                <a:gd name="T13" fmla="*/ 35 h 41"/>
                <a:gd name="T14" fmla="*/ 86 w 92"/>
                <a:gd name="T15" fmla="*/ 41 h 41"/>
                <a:gd name="T16" fmla="*/ 6 w 92"/>
                <a:gd name="T17" fmla="*/ 41 h 41"/>
                <a:gd name="T18" fmla="*/ 0 w 92"/>
                <a:gd name="T19" fmla="*/ 35 h 41"/>
                <a:gd name="T20" fmla="*/ 6 w 92"/>
                <a:gd name="T21" fmla="*/ 29 h 41"/>
                <a:gd name="T22" fmla="*/ 17 w 92"/>
                <a:gd name="T23" fmla="*/ 29 h 41"/>
                <a:gd name="T24" fmla="*/ 29 w 92"/>
                <a:gd name="T25" fmla="*/ 17 h 41"/>
                <a:gd name="T26" fmla="*/ 29 w 92"/>
                <a:gd name="T27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2" h="41">
                  <a:moveTo>
                    <a:pt x="29" y="0"/>
                  </a:moveTo>
                  <a:cubicBezTo>
                    <a:pt x="40" y="0"/>
                    <a:pt x="52" y="0"/>
                    <a:pt x="63" y="0"/>
                  </a:cubicBezTo>
                  <a:cubicBezTo>
                    <a:pt x="63" y="1"/>
                    <a:pt x="63" y="2"/>
                    <a:pt x="63" y="2"/>
                  </a:cubicBezTo>
                  <a:cubicBezTo>
                    <a:pt x="63" y="7"/>
                    <a:pt x="63" y="12"/>
                    <a:pt x="63" y="17"/>
                  </a:cubicBezTo>
                  <a:cubicBezTo>
                    <a:pt x="64" y="24"/>
                    <a:pt x="68" y="29"/>
                    <a:pt x="76" y="29"/>
                  </a:cubicBezTo>
                  <a:cubicBezTo>
                    <a:pt x="79" y="29"/>
                    <a:pt x="83" y="29"/>
                    <a:pt x="86" y="29"/>
                  </a:cubicBezTo>
                  <a:cubicBezTo>
                    <a:pt x="90" y="29"/>
                    <a:pt x="92" y="32"/>
                    <a:pt x="92" y="35"/>
                  </a:cubicBezTo>
                  <a:cubicBezTo>
                    <a:pt x="92" y="38"/>
                    <a:pt x="90" y="41"/>
                    <a:pt x="86" y="41"/>
                  </a:cubicBezTo>
                  <a:cubicBezTo>
                    <a:pt x="59" y="41"/>
                    <a:pt x="33" y="41"/>
                    <a:pt x="6" y="41"/>
                  </a:cubicBezTo>
                  <a:cubicBezTo>
                    <a:pt x="2" y="41"/>
                    <a:pt x="0" y="38"/>
                    <a:pt x="0" y="35"/>
                  </a:cubicBezTo>
                  <a:cubicBezTo>
                    <a:pt x="0" y="32"/>
                    <a:pt x="2" y="29"/>
                    <a:pt x="6" y="29"/>
                  </a:cubicBezTo>
                  <a:cubicBezTo>
                    <a:pt x="10" y="29"/>
                    <a:pt x="13" y="29"/>
                    <a:pt x="17" y="29"/>
                  </a:cubicBezTo>
                  <a:cubicBezTo>
                    <a:pt x="24" y="29"/>
                    <a:pt x="29" y="24"/>
                    <a:pt x="29" y="17"/>
                  </a:cubicBezTo>
                  <a:cubicBezTo>
                    <a:pt x="29" y="12"/>
                    <a:pt x="29" y="6"/>
                    <a:pt x="2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sp>
        <p:nvSpPr>
          <p:cNvPr id="18454" name="Freeform 17"/>
          <p:cNvSpPr>
            <a:spLocks noEditPoints="1"/>
          </p:cNvSpPr>
          <p:nvPr/>
        </p:nvSpPr>
        <p:spPr bwMode="auto">
          <a:xfrm>
            <a:off x="5732463" y="4130676"/>
            <a:ext cx="220663" cy="355600"/>
          </a:xfrm>
          <a:custGeom>
            <a:avLst/>
            <a:gdLst>
              <a:gd name="T0" fmla="*/ 292946102 w 152"/>
              <a:gd name="T1" fmla="*/ 0 h 244"/>
              <a:gd name="T2" fmla="*/ 316128782 w 152"/>
              <a:gd name="T3" fmla="*/ 19114957 h 244"/>
              <a:gd name="T4" fmla="*/ 320343155 w 152"/>
              <a:gd name="T5" fmla="*/ 36106516 h 244"/>
              <a:gd name="T6" fmla="*/ 320343155 w 152"/>
              <a:gd name="T7" fmla="*/ 299476410 h 244"/>
              <a:gd name="T8" fmla="*/ 320343155 w 152"/>
              <a:gd name="T9" fmla="*/ 482136762 h 244"/>
              <a:gd name="T10" fmla="*/ 284515904 w 152"/>
              <a:gd name="T11" fmla="*/ 518243279 h 244"/>
              <a:gd name="T12" fmla="*/ 35827251 w 152"/>
              <a:gd name="T13" fmla="*/ 518243279 h 244"/>
              <a:gd name="T14" fmla="*/ 0 w 152"/>
              <a:gd name="T15" fmla="*/ 482136762 h 244"/>
              <a:gd name="T16" fmla="*/ 0 w 152"/>
              <a:gd name="T17" fmla="*/ 40354770 h 244"/>
              <a:gd name="T18" fmla="*/ 25290593 w 152"/>
              <a:gd name="T19" fmla="*/ 0 h 244"/>
              <a:gd name="T20" fmla="*/ 292946102 w 152"/>
              <a:gd name="T21" fmla="*/ 0 h 244"/>
              <a:gd name="T22" fmla="*/ 288730277 w 152"/>
              <a:gd name="T23" fmla="*/ 437533738 h 244"/>
              <a:gd name="T24" fmla="*/ 288730277 w 152"/>
              <a:gd name="T25" fmla="*/ 82834397 h 244"/>
              <a:gd name="T26" fmla="*/ 31612878 w 152"/>
              <a:gd name="T27" fmla="*/ 82834397 h 244"/>
              <a:gd name="T28" fmla="*/ 31612878 w 152"/>
              <a:gd name="T29" fmla="*/ 437533738 h 244"/>
              <a:gd name="T30" fmla="*/ 288730277 w 152"/>
              <a:gd name="T31" fmla="*/ 437533738 h 244"/>
              <a:gd name="T32" fmla="*/ 160172303 w 152"/>
              <a:gd name="T33" fmla="*/ 33983118 h 244"/>
              <a:gd name="T34" fmla="*/ 109591118 w 152"/>
              <a:gd name="T35" fmla="*/ 33983118 h 244"/>
              <a:gd name="T36" fmla="*/ 103268832 w 152"/>
              <a:gd name="T37" fmla="*/ 33983118 h 244"/>
              <a:gd name="T38" fmla="*/ 94838635 w 152"/>
              <a:gd name="T39" fmla="*/ 40354770 h 244"/>
              <a:gd name="T40" fmla="*/ 103268832 w 152"/>
              <a:gd name="T41" fmla="*/ 48851279 h 244"/>
              <a:gd name="T42" fmla="*/ 107483205 w 152"/>
              <a:gd name="T43" fmla="*/ 48851279 h 244"/>
              <a:gd name="T44" fmla="*/ 212859950 w 152"/>
              <a:gd name="T45" fmla="*/ 48851279 h 244"/>
              <a:gd name="T46" fmla="*/ 217074323 w 152"/>
              <a:gd name="T47" fmla="*/ 48851279 h 244"/>
              <a:gd name="T48" fmla="*/ 223396608 w 152"/>
              <a:gd name="T49" fmla="*/ 40354770 h 244"/>
              <a:gd name="T50" fmla="*/ 217074323 w 152"/>
              <a:gd name="T51" fmla="*/ 33983118 h 244"/>
              <a:gd name="T52" fmla="*/ 212859950 w 152"/>
              <a:gd name="T53" fmla="*/ 33983118 h 244"/>
              <a:gd name="T54" fmla="*/ 160172303 w 152"/>
              <a:gd name="T55" fmla="*/ 33983118 h 244"/>
              <a:gd name="T56" fmla="*/ 183354984 w 152"/>
              <a:gd name="T57" fmla="*/ 477888508 h 244"/>
              <a:gd name="T58" fmla="*/ 160172303 w 152"/>
              <a:gd name="T59" fmla="*/ 454525297 h 244"/>
              <a:gd name="T60" fmla="*/ 134881710 w 152"/>
              <a:gd name="T61" fmla="*/ 477888508 h 244"/>
              <a:gd name="T62" fmla="*/ 160172303 w 152"/>
              <a:gd name="T63" fmla="*/ 503375118 h 244"/>
              <a:gd name="T64" fmla="*/ 183354984 w 152"/>
              <a:gd name="T65" fmla="*/ 477888508 h 244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0" t="0" r="r" b="b"/>
            <a:pathLst>
              <a:path w="152" h="244">
                <a:moveTo>
                  <a:pt x="139" y="0"/>
                </a:moveTo>
                <a:cubicBezTo>
                  <a:pt x="144" y="2"/>
                  <a:pt x="148" y="4"/>
                  <a:pt x="150" y="9"/>
                </a:cubicBezTo>
                <a:cubicBezTo>
                  <a:pt x="151" y="11"/>
                  <a:pt x="152" y="14"/>
                  <a:pt x="152" y="17"/>
                </a:cubicBezTo>
                <a:cubicBezTo>
                  <a:pt x="152" y="58"/>
                  <a:pt x="152" y="100"/>
                  <a:pt x="152" y="141"/>
                </a:cubicBezTo>
                <a:cubicBezTo>
                  <a:pt x="152" y="170"/>
                  <a:pt x="152" y="198"/>
                  <a:pt x="152" y="227"/>
                </a:cubicBezTo>
                <a:cubicBezTo>
                  <a:pt x="152" y="238"/>
                  <a:pt x="146" y="244"/>
                  <a:pt x="135" y="244"/>
                </a:cubicBezTo>
                <a:cubicBezTo>
                  <a:pt x="96" y="244"/>
                  <a:pt x="56" y="244"/>
                  <a:pt x="17" y="244"/>
                </a:cubicBezTo>
                <a:cubicBezTo>
                  <a:pt x="6" y="244"/>
                  <a:pt x="0" y="238"/>
                  <a:pt x="0" y="227"/>
                </a:cubicBezTo>
                <a:cubicBezTo>
                  <a:pt x="0" y="158"/>
                  <a:pt x="0" y="89"/>
                  <a:pt x="0" y="19"/>
                </a:cubicBezTo>
                <a:cubicBezTo>
                  <a:pt x="0" y="8"/>
                  <a:pt x="2" y="4"/>
                  <a:pt x="12" y="0"/>
                </a:cubicBezTo>
                <a:cubicBezTo>
                  <a:pt x="55" y="0"/>
                  <a:pt x="97" y="0"/>
                  <a:pt x="139" y="0"/>
                </a:cubicBezTo>
                <a:close/>
                <a:moveTo>
                  <a:pt x="137" y="206"/>
                </a:moveTo>
                <a:cubicBezTo>
                  <a:pt x="137" y="150"/>
                  <a:pt x="137" y="94"/>
                  <a:pt x="137" y="39"/>
                </a:cubicBezTo>
                <a:cubicBezTo>
                  <a:pt x="96" y="39"/>
                  <a:pt x="55" y="39"/>
                  <a:pt x="15" y="39"/>
                </a:cubicBezTo>
                <a:cubicBezTo>
                  <a:pt x="15" y="95"/>
                  <a:pt x="15" y="150"/>
                  <a:pt x="15" y="206"/>
                </a:cubicBezTo>
                <a:cubicBezTo>
                  <a:pt x="56" y="206"/>
                  <a:pt x="96" y="206"/>
                  <a:pt x="137" y="206"/>
                </a:cubicBezTo>
                <a:close/>
                <a:moveTo>
                  <a:pt x="76" y="16"/>
                </a:moveTo>
                <a:cubicBezTo>
                  <a:pt x="68" y="16"/>
                  <a:pt x="60" y="16"/>
                  <a:pt x="52" y="16"/>
                </a:cubicBezTo>
                <a:cubicBezTo>
                  <a:pt x="51" y="16"/>
                  <a:pt x="50" y="16"/>
                  <a:pt x="49" y="16"/>
                </a:cubicBezTo>
                <a:cubicBezTo>
                  <a:pt x="47" y="16"/>
                  <a:pt x="45" y="17"/>
                  <a:pt x="45" y="19"/>
                </a:cubicBezTo>
                <a:cubicBezTo>
                  <a:pt x="45" y="21"/>
                  <a:pt x="47" y="23"/>
                  <a:pt x="49" y="23"/>
                </a:cubicBezTo>
                <a:cubicBezTo>
                  <a:pt x="50" y="23"/>
                  <a:pt x="50" y="23"/>
                  <a:pt x="51" y="23"/>
                </a:cubicBezTo>
                <a:cubicBezTo>
                  <a:pt x="68" y="23"/>
                  <a:pt x="84" y="23"/>
                  <a:pt x="101" y="23"/>
                </a:cubicBezTo>
                <a:cubicBezTo>
                  <a:pt x="102" y="23"/>
                  <a:pt x="103" y="23"/>
                  <a:pt x="103" y="23"/>
                </a:cubicBezTo>
                <a:cubicBezTo>
                  <a:pt x="105" y="23"/>
                  <a:pt x="106" y="21"/>
                  <a:pt x="106" y="19"/>
                </a:cubicBezTo>
                <a:cubicBezTo>
                  <a:pt x="106" y="18"/>
                  <a:pt x="105" y="16"/>
                  <a:pt x="103" y="16"/>
                </a:cubicBezTo>
                <a:cubicBezTo>
                  <a:pt x="103" y="16"/>
                  <a:pt x="102" y="16"/>
                  <a:pt x="101" y="16"/>
                </a:cubicBezTo>
                <a:cubicBezTo>
                  <a:pt x="92" y="16"/>
                  <a:pt x="84" y="16"/>
                  <a:pt x="76" y="16"/>
                </a:cubicBezTo>
                <a:close/>
                <a:moveTo>
                  <a:pt x="87" y="225"/>
                </a:moveTo>
                <a:cubicBezTo>
                  <a:pt x="87" y="219"/>
                  <a:pt x="82" y="214"/>
                  <a:pt x="76" y="214"/>
                </a:cubicBezTo>
                <a:cubicBezTo>
                  <a:pt x="70" y="214"/>
                  <a:pt x="65" y="219"/>
                  <a:pt x="64" y="225"/>
                </a:cubicBezTo>
                <a:cubicBezTo>
                  <a:pt x="64" y="231"/>
                  <a:pt x="70" y="237"/>
                  <a:pt x="76" y="237"/>
                </a:cubicBezTo>
                <a:cubicBezTo>
                  <a:pt x="82" y="237"/>
                  <a:pt x="87" y="231"/>
                  <a:pt x="87" y="22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459" name="Freeform 22"/>
          <p:cNvSpPr>
            <a:spLocks noEditPoints="1"/>
          </p:cNvSpPr>
          <p:nvPr/>
        </p:nvSpPr>
        <p:spPr bwMode="auto">
          <a:xfrm>
            <a:off x="5170488" y="2727326"/>
            <a:ext cx="193675" cy="190500"/>
          </a:xfrm>
          <a:custGeom>
            <a:avLst/>
            <a:gdLst>
              <a:gd name="T0" fmla="*/ 120870674 w 133"/>
              <a:gd name="T1" fmla="*/ 270680141 h 131"/>
              <a:gd name="T2" fmla="*/ 101785678 w 133"/>
              <a:gd name="T3" fmla="*/ 236845305 h 131"/>
              <a:gd name="T4" fmla="*/ 50892839 w 133"/>
              <a:gd name="T5" fmla="*/ 245304378 h 131"/>
              <a:gd name="T6" fmla="*/ 36048305 w 133"/>
              <a:gd name="T7" fmla="*/ 203010469 h 131"/>
              <a:gd name="T8" fmla="*/ 31807842 w 133"/>
              <a:gd name="T9" fmla="*/ 171290038 h 131"/>
              <a:gd name="T10" fmla="*/ 0 w 133"/>
              <a:gd name="T11" fmla="*/ 124767321 h 131"/>
              <a:gd name="T12" fmla="*/ 36048305 w 133"/>
              <a:gd name="T13" fmla="*/ 103620366 h 131"/>
              <a:gd name="T14" fmla="*/ 29687611 w 133"/>
              <a:gd name="T15" fmla="*/ 61326458 h 131"/>
              <a:gd name="T16" fmla="*/ 61495453 w 133"/>
              <a:gd name="T17" fmla="*/ 29606027 h 131"/>
              <a:gd name="T18" fmla="*/ 108146373 w 133"/>
              <a:gd name="T19" fmla="*/ 31720431 h 131"/>
              <a:gd name="T20" fmla="*/ 154798748 w 133"/>
              <a:gd name="T21" fmla="*/ 0 h 131"/>
              <a:gd name="T22" fmla="*/ 176003977 w 133"/>
              <a:gd name="T23" fmla="*/ 35949240 h 131"/>
              <a:gd name="T24" fmla="*/ 220534664 w 133"/>
              <a:gd name="T25" fmla="*/ 29606027 h 131"/>
              <a:gd name="T26" fmla="*/ 252342507 w 133"/>
              <a:gd name="T27" fmla="*/ 61326458 h 131"/>
              <a:gd name="T28" fmla="*/ 248102044 w 133"/>
              <a:gd name="T29" fmla="*/ 103620366 h 131"/>
              <a:gd name="T30" fmla="*/ 282030117 w 133"/>
              <a:gd name="T31" fmla="*/ 152257489 h 131"/>
              <a:gd name="T32" fmla="*/ 245981812 w 133"/>
              <a:gd name="T33" fmla="*/ 173404443 h 131"/>
              <a:gd name="T34" fmla="*/ 252342507 w 133"/>
              <a:gd name="T35" fmla="*/ 213583947 h 131"/>
              <a:gd name="T36" fmla="*/ 220534664 w 133"/>
              <a:gd name="T37" fmla="*/ 247418782 h 131"/>
              <a:gd name="T38" fmla="*/ 176003977 w 133"/>
              <a:gd name="T39" fmla="*/ 245304378 h 131"/>
              <a:gd name="T40" fmla="*/ 142075903 w 133"/>
              <a:gd name="T41" fmla="*/ 274910405 h 131"/>
              <a:gd name="T42" fmla="*/ 224776584 w 133"/>
              <a:gd name="T43" fmla="*/ 46522718 h 131"/>
              <a:gd name="T44" fmla="*/ 182364671 w 133"/>
              <a:gd name="T45" fmla="*/ 57096195 h 131"/>
              <a:gd name="T46" fmla="*/ 152678517 w 133"/>
              <a:gd name="T47" fmla="*/ 19032550 h 131"/>
              <a:gd name="T48" fmla="*/ 129351601 w 133"/>
              <a:gd name="T49" fmla="*/ 19032550 h 131"/>
              <a:gd name="T50" fmla="*/ 99665446 w 133"/>
              <a:gd name="T51" fmla="*/ 57096195 h 131"/>
              <a:gd name="T52" fmla="*/ 57253534 w 133"/>
              <a:gd name="T53" fmla="*/ 46522718 h 131"/>
              <a:gd name="T54" fmla="*/ 57253534 w 133"/>
              <a:gd name="T55" fmla="*/ 88816626 h 131"/>
              <a:gd name="T56" fmla="*/ 46650920 w 133"/>
              <a:gd name="T57" fmla="*/ 116308248 h 131"/>
              <a:gd name="T58" fmla="*/ 16964765 w 133"/>
              <a:gd name="T59" fmla="*/ 145914275 h 131"/>
              <a:gd name="T60" fmla="*/ 53013070 w 133"/>
              <a:gd name="T61" fmla="*/ 167061229 h 131"/>
              <a:gd name="T62" fmla="*/ 46650920 w 133"/>
              <a:gd name="T63" fmla="*/ 215698351 h 131"/>
              <a:gd name="T64" fmla="*/ 63615685 w 133"/>
              <a:gd name="T65" fmla="*/ 230502092 h 131"/>
              <a:gd name="T66" fmla="*/ 112388292 w 133"/>
              <a:gd name="T67" fmla="*/ 224157424 h 131"/>
              <a:gd name="T68" fmla="*/ 133593520 w 133"/>
              <a:gd name="T69" fmla="*/ 260106664 h 131"/>
              <a:gd name="T70" fmla="*/ 163281131 w 133"/>
              <a:gd name="T71" fmla="*/ 230502092 h 131"/>
              <a:gd name="T72" fmla="*/ 192967285 w 133"/>
              <a:gd name="T73" fmla="*/ 219928615 h 131"/>
              <a:gd name="T74" fmla="*/ 235379198 w 133"/>
              <a:gd name="T75" fmla="*/ 217812756 h 131"/>
              <a:gd name="T76" fmla="*/ 224776584 w 133"/>
              <a:gd name="T77" fmla="*/ 179749111 h 131"/>
              <a:gd name="T78" fmla="*/ 265065352 w 133"/>
              <a:gd name="T79" fmla="*/ 148028679 h 131"/>
              <a:gd name="T80" fmla="*/ 262945121 w 133"/>
              <a:gd name="T81" fmla="*/ 126881725 h 131"/>
              <a:gd name="T82" fmla="*/ 224776584 w 133"/>
              <a:gd name="T83" fmla="*/ 97275698 h 131"/>
              <a:gd name="T84" fmla="*/ 237499430 w 133"/>
              <a:gd name="T85" fmla="*/ 59212053 h 131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0" t="0" r="r" b="b"/>
            <a:pathLst>
              <a:path w="133" h="131">
                <a:moveTo>
                  <a:pt x="67" y="130"/>
                </a:moveTo>
                <a:cubicBezTo>
                  <a:pt x="65" y="130"/>
                  <a:pt x="63" y="130"/>
                  <a:pt x="60" y="130"/>
                </a:cubicBezTo>
                <a:cubicBezTo>
                  <a:pt x="59" y="130"/>
                  <a:pt x="58" y="130"/>
                  <a:pt x="57" y="128"/>
                </a:cubicBezTo>
                <a:cubicBezTo>
                  <a:pt x="56" y="126"/>
                  <a:pt x="55" y="124"/>
                  <a:pt x="54" y="122"/>
                </a:cubicBezTo>
                <a:cubicBezTo>
                  <a:pt x="52" y="119"/>
                  <a:pt x="51" y="117"/>
                  <a:pt x="50" y="114"/>
                </a:cubicBezTo>
                <a:cubicBezTo>
                  <a:pt x="50" y="113"/>
                  <a:pt x="49" y="113"/>
                  <a:pt x="48" y="112"/>
                </a:cubicBezTo>
                <a:cubicBezTo>
                  <a:pt x="46" y="111"/>
                  <a:pt x="44" y="111"/>
                  <a:pt x="41" y="112"/>
                </a:cubicBezTo>
                <a:cubicBezTo>
                  <a:pt x="37" y="114"/>
                  <a:pt x="33" y="115"/>
                  <a:pt x="29" y="117"/>
                </a:cubicBezTo>
                <a:cubicBezTo>
                  <a:pt x="27" y="118"/>
                  <a:pt x="26" y="117"/>
                  <a:pt x="24" y="116"/>
                </a:cubicBezTo>
                <a:cubicBezTo>
                  <a:pt x="21" y="113"/>
                  <a:pt x="18" y="110"/>
                  <a:pt x="15" y="107"/>
                </a:cubicBezTo>
                <a:cubicBezTo>
                  <a:pt x="14" y="106"/>
                  <a:pt x="14" y="105"/>
                  <a:pt x="14" y="103"/>
                </a:cubicBezTo>
                <a:cubicBezTo>
                  <a:pt x="15" y="101"/>
                  <a:pt x="16" y="98"/>
                  <a:pt x="17" y="96"/>
                </a:cubicBezTo>
                <a:cubicBezTo>
                  <a:pt x="18" y="93"/>
                  <a:pt x="19" y="91"/>
                  <a:pt x="20" y="88"/>
                </a:cubicBezTo>
                <a:cubicBezTo>
                  <a:pt x="20" y="87"/>
                  <a:pt x="20" y="86"/>
                  <a:pt x="20" y="86"/>
                </a:cubicBezTo>
                <a:cubicBezTo>
                  <a:pt x="19" y="83"/>
                  <a:pt x="18" y="82"/>
                  <a:pt x="15" y="81"/>
                </a:cubicBezTo>
                <a:cubicBezTo>
                  <a:pt x="11" y="80"/>
                  <a:pt x="7" y="78"/>
                  <a:pt x="4" y="76"/>
                </a:cubicBezTo>
                <a:cubicBezTo>
                  <a:pt x="1" y="75"/>
                  <a:pt x="0" y="74"/>
                  <a:pt x="0" y="71"/>
                </a:cubicBezTo>
                <a:cubicBezTo>
                  <a:pt x="1" y="67"/>
                  <a:pt x="0" y="63"/>
                  <a:pt x="0" y="59"/>
                </a:cubicBezTo>
                <a:cubicBezTo>
                  <a:pt x="0" y="57"/>
                  <a:pt x="1" y="56"/>
                  <a:pt x="2" y="56"/>
                </a:cubicBezTo>
                <a:cubicBezTo>
                  <a:pt x="4" y="54"/>
                  <a:pt x="6" y="53"/>
                  <a:pt x="9" y="52"/>
                </a:cubicBezTo>
                <a:cubicBezTo>
                  <a:pt x="11" y="51"/>
                  <a:pt x="14" y="50"/>
                  <a:pt x="17" y="49"/>
                </a:cubicBezTo>
                <a:cubicBezTo>
                  <a:pt x="18" y="49"/>
                  <a:pt x="18" y="48"/>
                  <a:pt x="19" y="47"/>
                </a:cubicBezTo>
                <a:cubicBezTo>
                  <a:pt x="20" y="45"/>
                  <a:pt x="20" y="43"/>
                  <a:pt x="19" y="41"/>
                </a:cubicBezTo>
                <a:cubicBezTo>
                  <a:pt x="17" y="37"/>
                  <a:pt x="16" y="33"/>
                  <a:pt x="14" y="29"/>
                </a:cubicBezTo>
                <a:cubicBezTo>
                  <a:pt x="13" y="27"/>
                  <a:pt x="14" y="25"/>
                  <a:pt x="15" y="24"/>
                </a:cubicBezTo>
                <a:cubicBezTo>
                  <a:pt x="18" y="21"/>
                  <a:pt x="21" y="18"/>
                  <a:pt x="24" y="15"/>
                </a:cubicBezTo>
                <a:cubicBezTo>
                  <a:pt x="25" y="14"/>
                  <a:pt x="27" y="13"/>
                  <a:pt x="29" y="14"/>
                </a:cubicBezTo>
                <a:cubicBezTo>
                  <a:pt x="34" y="16"/>
                  <a:pt x="38" y="18"/>
                  <a:pt x="43" y="19"/>
                </a:cubicBezTo>
                <a:cubicBezTo>
                  <a:pt x="44" y="20"/>
                  <a:pt x="45" y="20"/>
                  <a:pt x="46" y="19"/>
                </a:cubicBezTo>
                <a:cubicBezTo>
                  <a:pt x="49" y="19"/>
                  <a:pt x="50" y="17"/>
                  <a:pt x="51" y="15"/>
                </a:cubicBezTo>
                <a:cubicBezTo>
                  <a:pt x="52" y="11"/>
                  <a:pt x="54" y="7"/>
                  <a:pt x="56" y="3"/>
                </a:cubicBezTo>
                <a:cubicBezTo>
                  <a:pt x="56" y="1"/>
                  <a:pt x="58" y="0"/>
                  <a:pt x="61" y="0"/>
                </a:cubicBezTo>
                <a:cubicBezTo>
                  <a:pt x="65" y="0"/>
                  <a:pt x="69" y="0"/>
                  <a:pt x="73" y="0"/>
                </a:cubicBezTo>
                <a:cubicBezTo>
                  <a:pt x="75" y="0"/>
                  <a:pt x="76" y="1"/>
                  <a:pt x="77" y="3"/>
                </a:cubicBezTo>
                <a:cubicBezTo>
                  <a:pt x="78" y="5"/>
                  <a:pt x="79" y="8"/>
                  <a:pt x="80" y="10"/>
                </a:cubicBezTo>
                <a:cubicBezTo>
                  <a:pt x="81" y="12"/>
                  <a:pt x="82" y="15"/>
                  <a:pt x="83" y="17"/>
                </a:cubicBezTo>
                <a:cubicBezTo>
                  <a:pt x="84" y="17"/>
                  <a:pt x="84" y="18"/>
                  <a:pt x="85" y="18"/>
                </a:cubicBezTo>
                <a:cubicBezTo>
                  <a:pt x="87" y="20"/>
                  <a:pt x="89" y="20"/>
                  <a:pt x="92" y="18"/>
                </a:cubicBezTo>
                <a:cubicBezTo>
                  <a:pt x="96" y="17"/>
                  <a:pt x="100" y="15"/>
                  <a:pt x="104" y="14"/>
                </a:cubicBezTo>
                <a:cubicBezTo>
                  <a:pt x="106" y="13"/>
                  <a:pt x="108" y="13"/>
                  <a:pt x="109" y="15"/>
                </a:cubicBezTo>
                <a:cubicBezTo>
                  <a:pt x="112" y="18"/>
                  <a:pt x="115" y="20"/>
                  <a:pt x="118" y="23"/>
                </a:cubicBezTo>
                <a:cubicBezTo>
                  <a:pt x="119" y="25"/>
                  <a:pt x="120" y="26"/>
                  <a:pt x="119" y="29"/>
                </a:cubicBezTo>
                <a:cubicBezTo>
                  <a:pt x="117" y="33"/>
                  <a:pt x="116" y="37"/>
                  <a:pt x="114" y="42"/>
                </a:cubicBezTo>
                <a:cubicBezTo>
                  <a:pt x="113" y="43"/>
                  <a:pt x="113" y="44"/>
                  <a:pt x="114" y="46"/>
                </a:cubicBezTo>
                <a:cubicBezTo>
                  <a:pt x="114" y="48"/>
                  <a:pt x="115" y="49"/>
                  <a:pt x="117" y="49"/>
                </a:cubicBezTo>
                <a:cubicBezTo>
                  <a:pt x="122" y="51"/>
                  <a:pt x="126" y="53"/>
                  <a:pt x="130" y="54"/>
                </a:cubicBezTo>
                <a:cubicBezTo>
                  <a:pt x="132" y="55"/>
                  <a:pt x="133" y="57"/>
                  <a:pt x="133" y="59"/>
                </a:cubicBezTo>
                <a:cubicBezTo>
                  <a:pt x="133" y="63"/>
                  <a:pt x="133" y="68"/>
                  <a:pt x="133" y="72"/>
                </a:cubicBezTo>
                <a:cubicBezTo>
                  <a:pt x="133" y="73"/>
                  <a:pt x="132" y="74"/>
                  <a:pt x="131" y="75"/>
                </a:cubicBezTo>
                <a:cubicBezTo>
                  <a:pt x="129" y="76"/>
                  <a:pt x="127" y="77"/>
                  <a:pt x="125" y="78"/>
                </a:cubicBezTo>
                <a:cubicBezTo>
                  <a:pt x="122" y="79"/>
                  <a:pt x="119" y="81"/>
                  <a:pt x="116" y="82"/>
                </a:cubicBezTo>
                <a:cubicBezTo>
                  <a:pt x="115" y="82"/>
                  <a:pt x="115" y="83"/>
                  <a:pt x="114" y="83"/>
                </a:cubicBezTo>
                <a:cubicBezTo>
                  <a:pt x="113" y="86"/>
                  <a:pt x="113" y="88"/>
                  <a:pt x="114" y="90"/>
                </a:cubicBezTo>
                <a:cubicBezTo>
                  <a:pt x="116" y="94"/>
                  <a:pt x="118" y="98"/>
                  <a:pt x="119" y="101"/>
                </a:cubicBezTo>
                <a:cubicBezTo>
                  <a:pt x="120" y="104"/>
                  <a:pt x="120" y="105"/>
                  <a:pt x="118" y="107"/>
                </a:cubicBezTo>
                <a:cubicBezTo>
                  <a:pt x="115" y="110"/>
                  <a:pt x="112" y="112"/>
                  <a:pt x="110" y="115"/>
                </a:cubicBezTo>
                <a:cubicBezTo>
                  <a:pt x="108" y="117"/>
                  <a:pt x="106" y="117"/>
                  <a:pt x="104" y="117"/>
                </a:cubicBezTo>
                <a:cubicBezTo>
                  <a:pt x="99" y="115"/>
                  <a:pt x="95" y="113"/>
                  <a:pt x="90" y="111"/>
                </a:cubicBezTo>
                <a:cubicBezTo>
                  <a:pt x="89" y="111"/>
                  <a:pt x="88" y="111"/>
                  <a:pt x="87" y="111"/>
                </a:cubicBezTo>
                <a:cubicBezTo>
                  <a:pt x="85" y="112"/>
                  <a:pt x="83" y="113"/>
                  <a:pt x="83" y="116"/>
                </a:cubicBezTo>
                <a:cubicBezTo>
                  <a:pt x="81" y="120"/>
                  <a:pt x="79" y="124"/>
                  <a:pt x="78" y="127"/>
                </a:cubicBezTo>
                <a:cubicBezTo>
                  <a:pt x="77" y="129"/>
                  <a:pt x="75" y="131"/>
                  <a:pt x="73" y="130"/>
                </a:cubicBezTo>
                <a:cubicBezTo>
                  <a:pt x="71" y="130"/>
                  <a:pt x="69" y="130"/>
                  <a:pt x="67" y="130"/>
                </a:cubicBezTo>
                <a:close/>
                <a:moveTo>
                  <a:pt x="112" y="28"/>
                </a:moveTo>
                <a:cubicBezTo>
                  <a:pt x="111" y="27"/>
                  <a:pt x="111" y="27"/>
                  <a:pt x="111" y="27"/>
                </a:cubicBezTo>
                <a:cubicBezTo>
                  <a:pt x="109" y="25"/>
                  <a:pt x="107" y="24"/>
                  <a:pt x="106" y="22"/>
                </a:cubicBezTo>
                <a:cubicBezTo>
                  <a:pt x="105" y="21"/>
                  <a:pt x="104" y="21"/>
                  <a:pt x="103" y="21"/>
                </a:cubicBezTo>
                <a:cubicBezTo>
                  <a:pt x="99" y="23"/>
                  <a:pt x="95" y="25"/>
                  <a:pt x="91" y="27"/>
                </a:cubicBezTo>
                <a:cubicBezTo>
                  <a:pt x="89" y="28"/>
                  <a:pt x="88" y="28"/>
                  <a:pt x="86" y="27"/>
                </a:cubicBezTo>
                <a:cubicBezTo>
                  <a:pt x="84" y="26"/>
                  <a:pt x="82" y="25"/>
                  <a:pt x="80" y="25"/>
                </a:cubicBezTo>
                <a:cubicBezTo>
                  <a:pt x="79" y="24"/>
                  <a:pt x="78" y="23"/>
                  <a:pt x="77" y="21"/>
                </a:cubicBezTo>
                <a:cubicBezTo>
                  <a:pt x="75" y="17"/>
                  <a:pt x="74" y="13"/>
                  <a:pt x="72" y="9"/>
                </a:cubicBezTo>
                <a:cubicBezTo>
                  <a:pt x="71" y="8"/>
                  <a:pt x="71" y="8"/>
                  <a:pt x="70" y="8"/>
                </a:cubicBezTo>
                <a:cubicBezTo>
                  <a:pt x="68" y="8"/>
                  <a:pt x="65" y="8"/>
                  <a:pt x="63" y="8"/>
                </a:cubicBezTo>
                <a:cubicBezTo>
                  <a:pt x="62" y="8"/>
                  <a:pt x="61" y="8"/>
                  <a:pt x="61" y="9"/>
                </a:cubicBezTo>
                <a:cubicBezTo>
                  <a:pt x="59" y="13"/>
                  <a:pt x="58" y="17"/>
                  <a:pt x="56" y="22"/>
                </a:cubicBezTo>
                <a:cubicBezTo>
                  <a:pt x="55" y="23"/>
                  <a:pt x="55" y="24"/>
                  <a:pt x="53" y="24"/>
                </a:cubicBezTo>
                <a:cubicBezTo>
                  <a:pt x="51" y="25"/>
                  <a:pt x="49" y="26"/>
                  <a:pt x="47" y="27"/>
                </a:cubicBezTo>
                <a:cubicBezTo>
                  <a:pt x="45" y="28"/>
                  <a:pt x="44" y="28"/>
                  <a:pt x="42" y="27"/>
                </a:cubicBezTo>
                <a:cubicBezTo>
                  <a:pt x="38" y="25"/>
                  <a:pt x="34" y="24"/>
                  <a:pt x="29" y="22"/>
                </a:cubicBezTo>
                <a:cubicBezTo>
                  <a:pt x="29" y="21"/>
                  <a:pt x="28" y="22"/>
                  <a:pt x="27" y="22"/>
                </a:cubicBezTo>
                <a:cubicBezTo>
                  <a:pt x="26" y="24"/>
                  <a:pt x="24" y="26"/>
                  <a:pt x="22" y="27"/>
                </a:cubicBezTo>
                <a:cubicBezTo>
                  <a:pt x="22" y="28"/>
                  <a:pt x="21" y="28"/>
                  <a:pt x="22" y="29"/>
                </a:cubicBezTo>
                <a:cubicBezTo>
                  <a:pt x="24" y="33"/>
                  <a:pt x="25" y="37"/>
                  <a:pt x="27" y="42"/>
                </a:cubicBezTo>
                <a:cubicBezTo>
                  <a:pt x="28" y="43"/>
                  <a:pt x="28" y="44"/>
                  <a:pt x="27" y="46"/>
                </a:cubicBezTo>
                <a:cubicBezTo>
                  <a:pt x="27" y="48"/>
                  <a:pt x="26" y="50"/>
                  <a:pt x="25" y="52"/>
                </a:cubicBezTo>
                <a:cubicBezTo>
                  <a:pt x="24" y="54"/>
                  <a:pt x="23" y="54"/>
                  <a:pt x="22" y="55"/>
                </a:cubicBezTo>
                <a:cubicBezTo>
                  <a:pt x="17" y="57"/>
                  <a:pt x="13" y="59"/>
                  <a:pt x="9" y="60"/>
                </a:cubicBezTo>
                <a:cubicBezTo>
                  <a:pt x="8" y="61"/>
                  <a:pt x="8" y="61"/>
                  <a:pt x="8" y="62"/>
                </a:cubicBezTo>
                <a:cubicBezTo>
                  <a:pt x="8" y="64"/>
                  <a:pt x="8" y="67"/>
                  <a:pt x="8" y="69"/>
                </a:cubicBezTo>
                <a:cubicBezTo>
                  <a:pt x="8" y="70"/>
                  <a:pt x="8" y="70"/>
                  <a:pt x="9" y="71"/>
                </a:cubicBezTo>
                <a:cubicBezTo>
                  <a:pt x="13" y="72"/>
                  <a:pt x="17" y="74"/>
                  <a:pt x="22" y="76"/>
                </a:cubicBezTo>
                <a:cubicBezTo>
                  <a:pt x="23" y="76"/>
                  <a:pt x="24" y="77"/>
                  <a:pt x="25" y="79"/>
                </a:cubicBezTo>
                <a:cubicBezTo>
                  <a:pt x="26" y="81"/>
                  <a:pt x="27" y="83"/>
                  <a:pt x="27" y="85"/>
                </a:cubicBezTo>
                <a:cubicBezTo>
                  <a:pt x="28" y="86"/>
                  <a:pt x="28" y="88"/>
                  <a:pt x="27" y="89"/>
                </a:cubicBezTo>
                <a:cubicBezTo>
                  <a:pt x="26" y="93"/>
                  <a:pt x="24" y="98"/>
                  <a:pt x="22" y="102"/>
                </a:cubicBezTo>
                <a:cubicBezTo>
                  <a:pt x="22" y="103"/>
                  <a:pt x="22" y="103"/>
                  <a:pt x="23" y="104"/>
                </a:cubicBezTo>
                <a:cubicBezTo>
                  <a:pt x="24" y="105"/>
                  <a:pt x="26" y="107"/>
                  <a:pt x="28" y="109"/>
                </a:cubicBezTo>
                <a:cubicBezTo>
                  <a:pt x="28" y="109"/>
                  <a:pt x="29" y="110"/>
                  <a:pt x="30" y="109"/>
                </a:cubicBezTo>
                <a:cubicBezTo>
                  <a:pt x="34" y="107"/>
                  <a:pt x="38" y="106"/>
                  <a:pt x="42" y="104"/>
                </a:cubicBezTo>
                <a:cubicBezTo>
                  <a:pt x="44" y="103"/>
                  <a:pt x="45" y="103"/>
                  <a:pt x="47" y="104"/>
                </a:cubicBezTo>
                <a:cubicBezTo>
                  <a:pt x="49" y="105"/>
                  <a:pt x="51" y="105"/>
                  <a:pt x="53" y="106"/>
                </a:cubicBezTo>
                <a:cubicBezTo>
                  <a:pt x="55" y="107"/>
                  <a:pt x="56" y="108"/>
                  <a:pt x="56" y="109"/>
                </a:cubicBezTo>
                <a:cubicBezTo>
                  <a:pt x="58" y="113"/>
                  <a:pt x="60" y="118"/>
                  <a:pt x="61" y="122"/>
                </a:cubicBezTo>
                <a:cubicBezTo>
                  <a:pt x="62" y="123"/>
                  <a:pt x="62" y="123"/>
                  <a:pt x="63" y="123"/>
                </a:cubicBezTo>
                <a:cubicBezTo>
                  <a:pt x="66" y="123"/>
                  <a:pt x="68" y="123"/>
                  <a:pt x="71" y="123"/>
                </a:cubicBezTo>
                <a:cubicBezTo>
                  <a:pt x="72" y="123"/>
                  <a:pt x="72" y="123"/>
                  <a:pt x="72" y="122"/>
                </a:cubicBezTo>
                <a:cubicBezTo>
                  <a:pt x="74" y="118"/>
                  <a:pt x="76" y="113"/>
                  <a:pt x="77" y="109"/>
                </a:cubicBezTo>
                <a:cubicBezTo>
                  <a:pt x="78" y="108"/>
                  <a:pt x="79" y="107"/>
                  <a:pt x="80" y="106"/>
                </a:cubicBezTo>
                <a:cubicBezTo>
                  <a:pt x="82" y="105"/>
                  <a:pt x="85" y="104"/>
                  <a:pt x="87" y="104"/>
                </a:cubicBezTo>
                <a:cubicBezTo>
                  <a:pt x="88" y="103"/>
                  <a:pt x="89" y="103"/>
                  <a:pt x="91" y="104"/>
                </a:cubicBezTo>
                <a:cubicBezTo>
                  <a:pt x="95" y="105"/>
                  <a:pt x="100" y="107"/>
                  <a:pt x="104" y="109"/>
                </a:cubicBezTo>
                <a:cubicBezTo>
                  <a:pt x="105" y="109"/>
                  <a:pt x="105" y="109"/>
                  <a:pt x="106" y="108"/>
                </a:cubicBezTo>
                <a:cubicBezTo>
                  <a:pt x="108" y="107"/>
                  <a:pt x="109" y="105"/>
                  <a:pt x="111" y="103"/>
                </a:cubicBezTo>
                <a:cubicBezTo>
                  <a:pt x="112" y="103"/>
                  <a:pt x="112" y="102"/>
                  <a:pt x="112" y="101"/>
                </a:cubicBezTo>
                <a:cubicBezTo>
                  <a:pt x="110" y="97"/>
                  <a:pt x="108" y="93"/>
                  <a:pt x="106" y="89"/>
                </a:cubicBezTo>
                <a:cubicBezTo>
                  <a:pt x="105" y="88"/>
                  <a:pt x="105" y="86"/>
                  <a:pt x="106" y="85"/>
                </a:cubicBezTo>
                <a:cubicBezTo>
                  <a:pt x="107" y="83"/>
                  <a:pt x="108" y="81"/>
                  <a:pt x="108" y="79"/>
                </a:cubicBezTo>
                <a:cubicBezTo>
                  <a:pt x="109" y="77"/>
                  <a:pt x="110" y="76"/>
                  <a:pt x="111" y="76"/>
                </a:cubicBezTo>
                <a:cubicBezTo>
                  <a:pt x="116" y="74"/>
                  <a:pt x="120" y="72"/>
                  <a:pt x="125" y="70"/>
                </a:cubicBezTo>
                <a:cubicBezTo>
                  <a:pt x="125" y="70"/>
                  <a:pt x="126" y="69"/>
                  <a:pt x="126" y="69"/>
                </a:cubicBezTo>
                <a:cubicBezTo>
                  <a:pt x="126" y="66"/>
                  <a:pt x="126" y="64"/>
                  <a:pt x="126" y="62"/>
                </a:cubicBezTo>
                <a:cubicBezTo>
                  <a:pt x="126" y="61"/>
                  <a:pt x="125" y="60"/>
                  <a:pt x="124" y="60"/>
                </a:cubicBezTo>
                <a:cubicBezTo>
                  <a:pt x="120" y="58"/>
                  <a:pt x="116" y="57"/>
                  <a:pt x="111" y="55"/>
                </a:cubicBezTo>
                <a:cubicBezTo>
                  <a:pt x="110" y="54"/>
                  <a:pt x="109" y="53"/>
                  <a:pt x="108" y="52"/>
                </a:cubicBezTo>
                <a:cubicBezTo>
                  <a:pt x="108" y="50"/>
                  <a:pt x="107" y="48"/>
                  <a:pt x="106" y="46"/>
                </a:cubicBezTo>
                <a:cubicBezTo>
                  <a:pt x="105" y="44"/>
                  <a:pt x="105" y="43"/>
                  <a:pt x="106" y="42"/>
                </a:cubicBezTo>
                <a:cubicBezTo>
                  <a:pt x="108" y="37"/>
                  <a:pt x="109" y="33"/>
                  <a:pt x="111" y="29"/>
                </a:cubicBezTo>
                <a:cubicBezTo>
                  <a:pt x="111" y="29"/>
                  <a:pt x="111" y="28"/>
                  <a:pt x="112" y="2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460" name="Freeform 23"/>
          <p:cNvSpPr>
            <a:spLocks noEditPoints="1"/>
          </p:cNvSpPr>
          <p:nvPr/>
        </p:nvSpPr>
        <p:spPr bwMode="auto">
          <a:xfrm>
            <a:off x="5232401" y="2789238"/>
            <a:ext cx="68263" cy="68263"/>
          </a:xfrm>
          <a:custGeom>
            <a:avLst/>
            <a:gdLst>
              <a:gd name="T0" fmla="*/ 50627908 w 47"/>
              <a:gd name="T1" fmla="*/ 99145472 h 47"/>
              <a:gd name="T2" fmla="*/ 0 w 47"/>
              <a:gd name="T3" fmla="*/ 48517564 h 47"/>
              <a:gd name="T4" fmla="*/ 50627908 w 47"/>
              <a:gd name="T5" fmla="*/ 0 h 47"/>
              <a:gd name="T6" fmla="*/ 99145472 w 47"/>
              <a:gd name="T7" fmla="*/ 48517564 h 47"/>
              <a:gd name="T8" fmla="*/ 50627908 w 47"/>
              <a:gd name="T9" fmla="*/ 99145472 h 47"/>
              <a:gd name="T10" fmla="*/ 84378878 w 47"/>
              <a:gd name="T11" fmla="*/ 48517564 h 47"/>
              <a:gd name="T12" fmla="*/ 50627908 w 47"/>
              <a:gd name="T13" fmla="*/ 14766594 h 47"/>
              <a:gd name="T14" fmla="*/ 14766594 w 47"/>
              <a:gd name="T15" fmla="*/ 48517564 h 47"/>
              <a:gd name="T16" fmla="*/ 50627908 w 47"/>
              <a:gd name="T17" fmla="*/ 82269987 h 47"/>
              <a:gd name="T18" fmla="*/ 84378878 w 47"/>
              <a:gd name="T19" fmla="*/ 48517564 h 4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47" h="47">
                <a:moveTo>
                  <a:pt x="24" y="47"/>
                </a:moveTo>
                <a:cubicBezTo>
                  <a:pt x="11" y="47"/>
                  <a:pt x="0" y="36"/>
                  <a:pt x="0" y="23"/>
                </a:cubicBezTo>
                <a:cubicBezTo>
                  <a:pt x="0" y="11"/>
                  <a:pt x="10" y="0"/>
                  <a:pt x="24" y="0"/>
                </a:cubicBezTo>
                <a:cubicBezTo>
                  <a:pt x="37" y="0"/>
                  <a:pt x="47" y="10"/>
                  <a:pt x="47" y="23"/>
                </a:cubicBezTo>
                <a:cubicBezTo>
                  <a:pt x="47" y="36"/>
                  <a:pt x="37" y="47"/>
                  <a:pt x="24" y="47"/>
                </a:cubicBezTo>
                <a:close/>
                <a:moveTo>
                  <a:pt x="40" y="23"/>
                </a:moveTo>
                <a:cubicBezTo>
                  <a:pt x="40" y="15"/>
                  <a:pt x="33" y="7"/>
                  <a:pt x="24" y="7"/>
                </a:cubicBezTo>
                <a:cubicBezTo>
                  <a:pt x="15" y="7"/>
                  <a:pt x="7" y="14"/>
                  <a:pt x="7" y="23"/>
                </a:cubicBezTo>
                <a:cubicBezTo>
                  <a:pt x="7" y="32"/>
                  <a:pt x="15" y="39"/>
                  <a:pt x="24" y="39"/>
                </a:cubicBezTo>
                <a:cubicBezTo>
                  <a:pt x="33" y="39"/>
                  <a:pt x="40" y="32"/>
                  <a:pt x="40" y="2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461" name="Freeform 24"/>
          <p:cNvSpPr/>
          <p:nvPr/>
        </p:nvSpPr>
        <p:spPr bwMode="auto">
          <a:xfrm>
            <a:off x="5694363" y="3054352"/>
            <a:ext cx="155575" cy="225425"/>
          </a:xfrm>
          <a:custGeom>
            <a:avLst/>
            <a:gdLst>
              <a:gd name="T0" fmla="*/ 0 w 107"/>
              <a:gd name="T1" fmla="*/ 327847940 h 155"/>
              <a:gd name="T2" fmla="*/ 0 w 107"/>
              <a:gd name="T3" fmla="*/ 126908458 h 155"/>
              <a:gd name="T4" fmla="*/ 88789706 w 107"/>
              <a:gd name="T5" fmla="*/ 14805332 h 155"/>
              <a:gd name="T6" fmla="*/ 226201688 w 107"/>
              <a:gd name="T7" fmla="*/ 118448475 h 155"/>
              <a:gd name="T8" fmla="*/ 226201688 w 107"/>
              <a:gd name="T9" fmla="*/ 131139176 h 155"/>
              <a:gd name="T10" fmla="*/ 226201688 w 107"/>
              <a:gd name="T11" fmla="*/ 327847940 h 155"/>
              <a:gd name="T12" fmla="*/ 0 w 107"/>
              <a:gd name="T13" fmla="*/ 327847940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07" h="155">
                <a:moveTo>
                  <a:pt x="0" y="155"/>
                </a:moveTo>
                <a:cubicBezTo>
                  <a:pt x="0" y="123"/>
                  <a:pt x="0" y="91"/>
                  <a:pt x="0" y="60"/>
                </a:cubicBezTo>
                <a:cubicBezTo>
                  <a:pt x="0" y="34"/>
                  <a:pt x="17" y="13"/>
                  <a:pt x="42" y="7"/>
                </a:cubicBezTo>
                <a:cubicBezTo>
                  <a:pt x="74" y="0"/>
                  <a:pt x="105" y="23"/>
                  <a:pt x="107" y="56"/>
                </a:cubicBezTo>
                <a:cubicBezTo>
                  <a:pt x="107" y="58"/>
                  <a:pt x="107" y="60"/>
                  <a:pt x="107" y="62"/>
                </a:cubicBezTo>
                <a:cubicBezTo>
                  <a:pt x="107" y="93"/>
                  <a:pt x="107" y="124"/>
                  <a:pt x="107" y="155"/>
                </a:cubicBezTo>
                <a:cubicBezTo>
                  <a:pt x="72" y="155"/>
                  <a:pt x="36" y="155"/>
                  <a:pt x="0" y="15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462" name="Freeform 25"/>
          <p:cNvSpPr/>
          <p:nvPr/>
        </p:nvSpPr>
        <p:spPr bwMode="auto">
          <a:xfrm>
            <a:off x="5718175" y="2947988"/>
            <a:ext cx="107951" cy="101600"/>
          </a:xfrm>
          <a:custGeom>
            <a:avLst/>
            <a:gdLst>
              <a:gd name="T0" fmla="*/ 89378224 w 74"/>
              <a:gd name="T1" fmla="*/ 0 h 69"/>
              <a:gd name="T2" fmla="*/ 104273865 w 74"/>
              <a:gd name="T3" fmla="*/ 4336406 h 69"/>
              <a:gd name="T4" fmla="*/ 151092072 w 74"/>
              <a:gd name="T5" fmla="*/ 86726643 h 69"/>
              <a:gd name="T6" fmla="*/ 80866220 w 74"/>
              <a:gd name="T7" fmla="*/ 149602319 h 69"/>
              <a:gd name="T8" fmla="*/ 8512003 w 74"/>
              <a:gd name="T9" fmla="*/ 88894110 h 69"/>
              <a:gd name="T10" fmla="*/ 68097486 w 74"/>
              <a:gd name="T11" fmla="*/ 2167467 h 69"/>
              <a:gd name="T12" fmla="*/ 70225851 w 74"/>
              <a:gd name="T13" fmla="*/ 0 h 69"/>
              <a:gd name="T14" fmla="*/ 89378224 w 74"/>
              <a:gd name="T15" fmla="*/ 0 h 69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74" h="69">
                <a:moveTo>
                  <a:pt x="42" y="0"/>
                </a:moveTo>
                <a:cubicBezTo>
                  <a:pt x="44" y="1"/>
                  <a:pt x="47" y="1"/>
                  <a:pt x="49" y="2"/>
                </a:cubicBezTo>
                <a:cubicBezTo>
                  <a:pt x="65" y="8"/>
                  <a:pt x="74" y="24"/>
                  <a:pt x="71" y="40"/>
                </a:cubicBezTo>
                <a:cubicBezTo>
                  <a:pt x="69" y="56"/>
                  <a:pt x="54" y="68"/>
                  <a:pt x="38" y="69"/>
                </a:cubicBezTo>
                <a:cubicBezTo>
                  <a:pt x="21" y="69"/>
                  <a:pt x="7" y="57"/>
                  <a:pt x="4" y="41"/>
                </a:cubicBezTo>
                <a:cubicBezTo>
                  <a:pt x="0" y="22"/>
                  <a:pt x="13" y="4"/>
                  <a:pt x="32" y="1"/>
                </a:cubicBezTo>
                <a:cubicBezTo>
                  <a:pt x="32" y="0"/>
                  <a:pt x="33" y="0"/>
                  <a:pt x="33" y="0"/>
                </a:cubicBezTo>
                <a:cubicBezTo>
                  <a:pt x="36" y="0"/>
                  <a:pt x="39" y="0"/>
                  <a:pt x="4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463" name="Freeform 26"/>
          <p:cNvSpPr/>
          <p:nvPr/>
        </p:nvSpPr>
        <p:spPr bwMode="auto">
          <a:xfrm>
            <a:off x="5610225" y="2105025"/>
            <a:ext cx="334963" cy="203200"/>
          </a:xfrm>
          <a:custGeom>
            <a:avLst/>
            <a:gdLst>
              <a:gd name="T0" fmla="*/ 65750324 w 230"/>
              <a:gd name="T1" fmla="*/ 130612606 h 140"/>
              <a:gd name="T2" fmla="*/ 2120461 w 230"/>
              <a:gd name="T3" fmla="*/ 193810709 h 140"/>
              <a:gd name="T4" fmla="*/ 82718385 w 230"/>
              <a:gd name="T5" fmla="*/ 294930286 h 140"/>
              <a:gd name="T6" fmla="*/ 405108621 w 230"/>
              <a:gd name="T7" fmla="*/ 294930286 h 140"/>
              <a:gd name="T8" fmla="*/ 485706545 w 230"/>
              <a:gd name="T9" fmla="*/ 193810709 h 140"/>
              <a:gd name="T10" fmla="*/ 366930121 w 230"/>
              <a:gd name="T11" fmla="*/ 84265589 h 140"/>
              <a:gd name="T12" fmla="*/ 256639912 w 230"/>
              <a:gd name="T13" fmla="*/ 4213497 h 140"/>
              <a:gd name="T14" fmla="*/ 150590627 w 230"/>
              <a:gd name="T15" fmla="*/ 73732571 h 140"/>
              <a:gd name="T16" fmla="*/ 80597923 w 230"/>
              <a:gd name="T17" fmla="*/ 80052091 h 140"/>
              <a:gd name="T18" fmla="*/ 65750324 w 230"/>
              <a:gd name="T19" fmla="*/ 130612606 h 14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30" h="140">
                <a:moveTo>
                  <a:pt x="31" y="62"/>
                </a:moveTo>
                <a:cubicBezTo>
                  <a:pt x="31" y="62"/>
                  <a:pt x="3" y="70"/>
                  <a:pt x="1" y="92"/>
                </a:cubicBezTo>
                <a:cubicBezTo>
                  <a:pt x="0" y="115"/>
                  <a:pt x="19" y="140"/>
                  <a:pt x="39" y="140"/>
                </a:cubicBezTo>
                <a:cubicBezTo>
                  <a:pt x="60" y="140"/>
                  <a:pt x="179" y="140"/>
                  <a:pt x="191" y="140"/>
                </a:cubicBezTo>
                <a:cubicBezTo>
                  <a:pt x="202" y="140"/>
                  <a:pt x="230" y="118"/>
                  <a:pt x="229" y="92"/>
                </a:cubicBezTo>
                <a:cubicBezTo>
                  <a:pt x="227" y="49"/>
                  <a:pt x="173" y="40"/>
                  <a:pt x="173" y="40"/>
                </a:cubicBezTo>
                <a:cubicBezTo>
                  <a:pt x="173" y="40"/>
                  <a:pt x="173" y="0"/>
                  <a:pt x="121" y="2"/>
                </a:cubicBezTo>
                <a:cubicBezTo>
                  <a:pt x="76" y="3"/>
                  <a:pt x="71" y="35"/>
                  <a:pt x="71" y="35"/>
                </a:cubicBezTo>
                <a:cubicBezTo>
                  <a:pt x="71" y="35"/>
                  <a:pt x="53" y="26"/>
                  <a:pt x="38" y="38"/>
                </a:cubicBezTo>
                <a:cubicBezTo>
                  <a:pt x="23" y="49"/>
                  <a:pt x="31" y="62"/>
                  <a:pt x="31" y="6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464" name="Freeform 27"/>
          <p:cNvSpPr/>
          <p:nvPr/>
        </p:nvSpPr>
        <p:spPr bwMode="auto">
          <a:xfrm>
            <a:off x="6199188" y="3717925"/>
            <a:ext cx="261939" cy="254000"/>
          </a:xfrm>
          <a:custGeom>
            <a:avLst/>
            <a:gdLst>
              <a:gd name="T0" fmla="*/ 415827369 w 165"/>
              <a:gd name="T1" fmla="*/ 168851263 h 160"/>
              <a:gd name="T2" fmla="*/ 254537061 w 165"/>
              <a:gd name="T3" fmla="*/ 168851263 h 160"/>
              <a:gd name="T4" fmla="*/ 254537061 w 165"/>
              <a:gd name="T5" fmla="*/ 0 h 160"/>
              <a:gd name="T6" fmla="*/ 173891907 w 165"/>
              <a:gd name="T7" fmla="*/ 0 h 160"/>
              <a:gd name="T8" fmla="*/ 173891907 w 165"/>
              <a:gd name="T9" fmla="*/ 168851263 h 160"/>
              <a:gd name="T10" fmla="*/ 0 w 165"/>
              <a:gd name="T11" fmla="*/ 168851263 h 160"/>
              <a:gd name="T12" fmla="*/ 0 w 165"/>
              <a:gd name="T13" fmla="*/ 249496263 h 160"/>
              <a:gd name="T14" fmla="*/ 173891907 w 165"/>
              <a:gd name="T15" fmla="*/ 249496263 h 160"/>
              <a:gd name="T16" fmla="*/ 173891907 w 165"/>
              <a:gd name="T17" fmla="*/ 403225000 h 160"/>
              <a:gd name="T18" fmla="*/ 254537061 w 165"/>
              <a:gd name="T19" fmla="*/ 403225000 h 160"/>
              <a:gd name="T20" fmla="*/ 254537061 w 165"/>
              <a:gd name="T21" fmla="*/ 249496263 h 160"/>
              <a:gd name="T22" fmla="*/ 415827369 w 165"/>
              <a:gd name="T23" fmla="*/ 249496263 h 160"/>
              <a:gd name="T24" fmla="*/ 415827369 w 165"/>
              <a:gd name="T25" fmla="*/ 168851263 h 16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65" h="160">
                <a:moveTo>
                  <a:pt x="165" y="67"/>
                </a:moveTo>
                <a:lnTo>
                  <a:pt x="101" y="67"/>
                </a:lnTo>
                <a:lnTo>
                  <a:pt x="101" y="0"/>
                </a:lnTo>
                <a:lnTo>
                  <a:pt x="69" y="0"/>
                </a:lnTo>
                <a:lnTo>
                  <a:pt x="69" y="67"/>
                </a:lnTo>
                <a:lnTo>
                  <a:pt x="0" y="67"/>
                </a:lnTo>
                <a:lnTo>
                  <a:pt x="0" y="99"/>
                </a:lnTo>
                <a:lnTo>
                  <a:pt x="69" y="99"/>
                </a:lnTo>
                <a:lnTo>
                  <a:pt x="69" y="160"/>
                </a:lnTo>
                <a:lnTo>
                  <a:pt x="101" y="160"/>
                </a:lnTo>
                <a:lnTo>
                  <a:pt x="101" y="99"/>
                </a:lnTo>
                <a:lnTo>
                  <a:pt x="165" y="99"/>
                </a:lnTo>
                <a:lnTo>
                  <a:pt x="165" y="6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467" name="Freeform 30"/>
          <p:cNvSpPr/>
          <p:nvPr/>
        </p:nvSpPr>
        <p:spPr bwMode="auto">
          <a:xfrm>
            <a:off x="5889626" y="5467351"/>
            <a:ext cx="387351" cy="52388"/>
          </a:xfrm>
          <a:custGeom>
            <a:avLst/>
            <a:gdLst>
              <a:gd name="T0" fmla="*/ 0 w 266"/>
              <a:gd name="T1" fmla="*/ 0 h 36"/>
              <a:gd name="T2" fmla="*/ 564060235 w 266"/>
              <a:gd name="T3" fmla="*/ 0 h 36"/>
              <a:gd name="T4" fmla="*/ 472877171 w 266"/>
              <a:gd name="T5" fmla="*/ 76236182 h 36"/>
              <a:gd name="T6" fmla="*/ 106026141 w 266"/>
              <a:gd name="T7" fmla="*/ 76236182 h 36"/>
              <a:gd name="T8" fmla="*/ 0 w 266"/>
              <a:gd name="T9" fmla="*/ 0 h 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6" h="36">
                <a:moveTo>
                  <a:pt x="0" y="0"/>
                </a:moveTo>
                <a:cubicBezTo>
                  <a:pt x="266" y="0"/>
                  <a:pt x="266" y="0"/>
                  <a:pt x="266" y="0"/>
                </a:cubicBezTo>
                <a:cubicBezTo>
                  <a:pt x="266" y="0"/>
                  <a:pt x="237" y="36"/>
                  <a:pt x="223" y="36"/>
                </a:cubicBezTo>
                <a:cubicBezTo>
                  <a:pt x="209" y="36"/>
                  <a:pt x="62" y="36"/>
                  <a:pt x="50" y="36"/>
                </a:cubicBezTo>
                <a:cubicBezTo>
                  <a:pt x="37" y="36"/>
                  <a:pt x="0" y="0"/>
                  <a:pt x="0" y="0"/>
                </a:cubicBezTo>
                <a:close/>
              </a:path>
            </a:pathLst>
          </a:custGeom>
          <a:solidFill>
            <a:srgbClr val="697A7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713288" y="2498725"/>
            <a:ext cx="3660470" cy="2016127"/>
            <a:chOff x="4713288" y="2498725"/>
            <a:chExt cx="3660470" cy="2016127"/>
          </a:xfrm>
        </p:grpSpPr>
        <p:sp>
          <p:nvSpPr>
            <p:cNvPr id="18455" name="Freeform 18"/>
            <p:cNvSpPr/>
            <p:nvPr/>
          </p:nvSpPr>
          <p:spPr bwMode="auto">
            <a:xfrm>
              <a:off x="7283451" y="3573464"/>
              <a:ext cx="257175" cy="298449"/>
            </a:xfrm>
            <a:custGeom>
              <a:avLst/>
              <a:gdLst>
                <a:gd name="T0" fmla="*/ 371555397 w 177"/>
                <a:gd name="T1" fmla="*/ 239503941 h 205"/>
                <a:gd name="T2" fmla="*/ 356777279 w 177"/>
                <a:gd name="T3" fmla="*/ 197113850 h 205"/>
                <a:gd name="T4" fmla="*/ 352554960 w 177"/>
                <a:gd name="T5" fmla="*/ 180158979 h 205"/>
                <a:gd name="T6" fmla="*/ 352554960 w 177"/>
                <a:gd name="T7" fmla="*/ 171680087 h 205"/>
                <a:gd name="T8" fmla="*/ 354666119 w 177"/>
                <a:gd name="T9" fmla="*/ 156843482 h 205"/>
                <a:gd name="T10" fmla="*/ 331444815 w 177"/>
                <a:gd name="T11" fmla="*/ 95377341 h 205"/>
                <a:gd name="T12" fmla="*/ 329333656 w 177"/>
                <a:gd name="T13" fmla="*/ 89019628 h 205"/>
                <a:gd name="T14" fmla="*/ 337778294 w 177"/>
                <a:gd name="T15" fmla="*/ 82660459 h 205"/>
                <a:gd name="T16" fmla="*/ 303999739 w 177"/>
                <a:gd name="T17" fmla="*/ 40270368 h 205"/>
                <a:gd name="T18" fmla="*/ 312444378 w 177"/>
                <a:gd name="T19" fmla="*/ 36032378 h 205"/>
                <a:gd name="T20" fmla="*/ 312444378 w 177"/>
                <a:gd name="T21" fmla="*/ 36032378 h 205"/>
                <a:gd name="T22" fmla="*/ 289221620 w 177"/>
                <a:gd name="T23" fmla="*/ 21195773 h 205"/>
                <a:gd name="T24" fmla="*/ 204778136 w 177"/>
                <a:gd name="T25" fmla="*/ 0 h 205"/>
                <a:gd name="T26" fmla="*/ 200555817 w 177"/>
                <a:gd name="T27" fmla="*/ 0 h 205"/>
                <a:gd name="T28" fmla="*/ 181555379 w 177"/>
                <a:gd name="T29" fmla="*/ 0 h 205"/>
                <a:gd name="T30" fmla="*/ 164666101 w 177"/>
                <a:gd name="T31" fmla="*/ 0 h 205"/>
                <a:gd name="T32" fmla="*/ 69666819 w 177"/>
                <a:gd name="T33" fmla="*/ 31792932 h 205"/>
                <a:gd name="T34" fmla="*/ 14778118 w 177"/>
                <a:gd name="T35" fmla="*/ 97497064 h 205"/>
                <a:gd name="T36" fmla="*/ 0 w 177"/>
                <a:gd name="T37" fmla="*/ 150485769 h 205"/>
                <a:gd name="T38" fmla="*/ 0 w 177"/>
                <a:gd name="T39" fmla="*/ 152604036 h 205"/>
                <a:gd name="T40" fmla="*/ 0 w 177"/>
                <a:gd name="T41" fmla="*/ 169560364 h 205"/>
                <a:gd name="T42" fmla="*/ 4222319 w 177"/>
                <a:gd name="T43" fmla="*/ 197113850 h 205"/>
                <a:gd name="T44" fmla="*/ 16889278 w 177"/>
                <a:gd name="T45" fmla="*/ 231026505 h 205"/>
                <a:gd name="T46" fmla="*/ 27445077 w 177"/>
                <a:gd name="T47" fmla="*/ 245863110 h 205"/>
                <a:gd name="T48" fmla="*/ 56999860 w 177"/>
                <a:gd name="T49" fmla="*/ 290372924 h 205"/>
                <a:gd name="T50" fmla="*/ 92889576 w 177"/>
                <a:gd name="T51" fmla="*/ 366675670 h 205"/>
                <a:gd name="T52" fmla="*/ 97110442 w 177"/>
                <a:gd name="T53" fmla="*/ 387869988 h 205"/>
                <a:gd name="T54" fmla="*/ 97110442 w 177"/>
                <a:gd name="T55" fmla="*/ 428140356 h 205"/>
                <a:gd name="T56" fmla="*/ 97110442 w 177"/>
                <a:gd name="T57" fmla="*/ 434499524 h 205"/>
                <a:gd name="T58" fmla="*/ 282888141 w 177"/>
                <a:gd name="T59" fmla="*/ 434499524 h 205"/>
                <a:gd name="T60" fmla="*/ 282888141 w 177"/>
                <a:gd name="T61" fmla="*/ 430260079 h 205"/>
                <a:gd name="T62" fmla="*/ 284999301 w 177"/>
                <a:gd name="T63" fmla="*/ 383631998 h 205"/>
                <a:gd name="T64" fmla="*/ 287110461 w 177"/>
                <a:gd name="T65" fmla="*/ 370913660 h 205"/>
                <a:gd name="T66" fmla="*/ 295555100 w 177"/>
                <a:gd name="T67" fmla="*/ 360316501 h 205"/>
                <a:gd name="T68" fmla="*/ 318777857 w 177"/>
                <a:gd name="T69" fmla="*/ 358196778 h 205"/>
                <a:gd name="T70" fmla="*/ 331444815 w 177"/>
                <a:gd name="T71" fmla="*/ 360316501 h 205"/>
                <a:gd name="T72" fmla="*/ 354666119 w 177"/>
                <a:gd name="T73" fmla="*/ 345479897 h 205"/>
                <a:gd name="T74" fmla="*/ 354666119 w 177"/>
                <a:gd name="T75" fmla="*/ 337002461 h 205"/>
                <a:gd name="T76" fmla="*/ 356777279 w 177"/>
                <a:gd name="T77" fmla="*/ 322165856 h 205"/>
                <a:gd name="T78" fmla="*/ 352554960 w 177"/>
                <a:gd name="T79" fmla="*/ 300970083 h 205"/>
                <a:gd name="T80" fmla="*/ 352554960 w 177"/>
                <a:gd name="T81" fmla="*/ 298850360 h 205"/>
                <a:gd name="T82" fmla="*/ 358888439 w 177"/>
                <a:gd name="T83" fmla="*/ 294612370 h 205"/>
                <a:gd name="T84" fmla="*/ 363110758 w 177"/>
                <a:gd name="T85" fmla="*/ 281895488 h 205"/>
                <a:gd name="T86" fmla="*/ 358888439 w 177"/>
                <a:gd name="T87" fmla="*/ 260699715 h 205"/>
                <a:gd name="T88" fmla="*/ 360999599 w 177"/>
                <a:gd name="T89" fmla="*/ 256460269 h 205"/>
                <a:gd name="T90" fmla="*/ 369444238 w 177"/>
                <a:gd name="T91" fmla="*/ 252222279 h 205"/>
                <a:gd name="T92" fmla="*/ 371555397 w 177"/>
                <a:gd name="T93" fmla="*/ 239503941 h 205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0" t="0" r="r" b="b"/>
              <a:pathLst>
                <a:path w="177" h="205">
                  <a:moveTo>
                    <a:pt x="176" y="113"/>
                  </a:moveTo>
                  <a:cubicBezTo>
                    <a:pt x="174" y="106"/>
                    <a:pt x="171" y="99"/>
                    <a:pt x="169" y="93"/>
                  </a:cubicBezTo>
                  <a:cubicBezTo>
                    <a:pt x="168" y="90"/>
                    <a:pt x="167" y="87"/>
                    <a:pt x="167" y="85"/>
                  </a:cubicBezTo>
                  <a:cubicBezTo>
                    <a:pt x="166" y="84"/>
                    <a:pt x="167" y="82"/>
                    <a:pt x="167" y="81"/>
                  </a:cubicBezTo>
                  <a:cubicBezTo>
                    <a:pt x="169" y="79"/>
                    <a:pt x="168" y="77"/>
                    <a:pt x="168" y="74"/>
                  </a:cubicBezTo>
                  <a:cubicBezTo>
                    <a:pt x="165" y="64"/>
                    <a:pt x="162" y="54"/>
                    <a:pt x="157" y="45"/>
                  </a:cubicBezTo>
                  <a:cubicBezTo>
                    <a:pt x="157" y="44"/>
                    <a:pt x="156" y="43"/>
                    <a:pt x="156" y="42"/>
                  </a:cubicBezTo>
                  <a:cubicBezTo>
                    <a:pt x="157" y="41"/>
                    <a:pt x="159" y="40"/>
                    <a:pt x="160" y="39"/>
                  </a:cubicBezTo>
                  <a:cubicBezTo>
                    <a:pt x="156" y="32"/>
                    <a:pt x="151" y="25"/>
                    <a:pt x="144" y="19"/>
                  </a:cubicBezTo>
                  <a:cubicBezTo>
                    <a:pt x="146" y="18"/>
                    <a:pt x="147" y="18"/>
                    <a:pt x="148" y="17"/>
                  </a:cubicBezTo>
                  <a:cubicBezTo>
                    <a:pt x="148" y="17"/>
                    <a:pt x="148" y="17"/>
                    <a:pt x="148" y="17"/>
                  </a:cubicBezTo>
                  <a:cubicBezTo>
                    <a:pt x="144" y="15"/>
                    <a:pt x="141" y="12"/>
                    <a:pt x="137" y="10"/>
                  </a:cubicBezTo>
                  <a:cubicBezTo>
                    <a:pt x="124" y="4"/>
                    <a:pt x="111" y="1"/>
                    <a:pt x="97" y="0"/>
                  </a:cubicBezTo>
                  <a:cubicBezTo>
                    <a:pt x="96" y="0"/>
                    <a:pt x="96" y="0"/>
                    <a:pt x="95" y="0"/>
                  </a:cubicBezTo>
                  <a:cubicBezTo>
                    <a:pt x="92" y="0"/>
                    <a:pt x="89" y="0"/>
                    <a:pt x="86" y="0"/>
                  </a:cubicBezTo>
                  <a:cubicBezTo>
                    <a:pt x="84" y="0"/>
                    <a:pt x="81" y="0"/>
                    <a:pt x="78" y="0"/>
                  </a:cubicBezTo>
                  <a:cubicBezTo>
                    <a:pt x="62" y="2"/>
                    <a:pt x="47" y="6"/>
                    <a:pt x="33" y="15"/>
                  </a:cubicBezTo>
                  <a:cubicBezTo>
                    <a:pt x="21" y="23"/>
                    <a:pt x="13" y="33"/>
                    <a:pt x="7" y="46"/>
                  </a:cubicBezTo>
                  <a:cubicBezTo>
                    <a:pt x="3" y="54"/>
                    <a:pt x="1" y="62"/>
                    <a:pt x="0" y="71"/>
                  </a:cubicBezTo>
                  <a:cubicBezTo>
                    <a:pt x="0" y="71"/>
                    <a:pt x="0" y="72"/>
                    <a:pt x="0" y="72"/>
                  </a:cubicBezTo>
                  <a:cubicBezTo>
                    <a:pt x="0" y="75"/>
                    <a:pt x="0" y="78"/>
                    <a:pt x="0" y="80"/>
                  </a:cubicBezTo>
                  <a:cubicBezTo>
                    <a:pt x="1" y="84"/>
                    <a:pt x="1" y="89"/>
                    <a:pt x="2" y="93"/>
                  </a:cubicBezTo>
                  <a:cubicBezTo>
                    <a:pt x="3" y="98"/>
                    <a:pt x="5" y="104"/>
                    <a:pt x="8" y="109"/>
                  </a:cubicBezTo>
                  <a:cubicBezTo>
                    <a:pt x="10" y="111"/>
                    <a:pt x="11" y="114"/>
                    <a:pt x="13" y="116"/>
                  </a:cubicBezTo>
                  <a:cubicBezTo>
                    <a:pt x="17" y="123"/>
                    <a:pt x="21" y="130"/>
                    <a:pt x="27" y="137"/>
                  </a:cubicBezTo>
                  <a:cubicBezTo>
                    <a:pt x="36" y="147"/>
                    <a:pt x="42" y="159"/>
                    <a:pt x="44" y="173"/>
                  </a:cubicBezTo>
                  <a:cubicBezTo>
                    <a:pt x="45" y="176"/>
                    <a:pt x="46" y="180"/>
                    <a:pt x="46" y="183"/>
                  </a:cubicBezTo>
                  <a:cubicBezTo>
                    <a:pt x="46" y="189"/>
                    <a:pt x="46" y="196"/>
                    <a:pt x="46" y="202"/>
                  </a:cubicBezTo>
                  <a:cubicBezTo>
                    <a:pt x="46" y="203"/>
                    <a:pt x="46" y="203"/>
                    <a:pt x="46" y="205"/>
                  </a:cubicBezTo>
                  <a:cubicBezTo>
                    <a:pt x="75" y="205"/>
                    <a:pt x="105" y="205"/>
                    <a:pt x="134" y="205"/>
                  </a:cubicBezTo>
                  <a:cubicBezTo>
                    <a:pt x="134" y="204"/>
                    <a:pt x="134" y="203"/>
                    <a:pt x="134" y="203"/>
                  </a:cubicBezTo>
                  <a:cubicBezTo>
                    <a:pt x="135" y="195"/>
                    <a:pt x="135" y="188"/>
                    <a:pt x="135" y="181"/>
                  </a:cubicBezTo>
                  <a:cubicBezTo>
                    <a:pt x="135" y="179"/>
                    <a:pt x="135" y="177"/>
                    <a:pt x="136" y="175"/>
                  </a:cubicBezTo>
                  <a:cubicBezTo>
                    <a:pt x="136" y="172"/>
                    <a:pt x="138" y="171"/>
                    <a:pt x="140" y="170"/>
                  </a:cubicBezTo>
                  <a:cubicBezTo>
                    <a:pt x="144" y="169"/>
                    <a:pt x="147" y="169"/>
                    <a:pt x="151" y="169"/>
                  </a:cubicBezTo>
                  <a:cubicBezTo>
                    <a:pt x="153" y="169"/>
                    <a:pt x="155" y="170"/>
                    <a:pt x="157" y="170"/>
                  </a:cubicBezTo>
                  <a:cubicBezTo>
                    <a:pt x="161" y="171"/>
                    <a:pt x="168" y="168"/>
                    <a:pt x="168" y="163"/>
                  </a:cubicBezTo>
                  <a:cubicBezTo>
                    <a:pt x="168" y="162"/>
                    <a:pt x="168" y="161"/>
                    <a:pt x="168" y="159"/>
                  </a:cubicBezTo>
                  <a:cubicBezTo>
                    <a:pt x="167" y="157"/>
                    <a:pt x="168" y="155"/>
                    <a:pt x="169" y="152"/>
                  </a:cubicBezTo>
                  <a:cubicBezTo>
                    <a:pt x="172" y="148"/>
                    <a:pt x="172" y="145"/>
                    <a:pt x="167" y="142"/>
                  </a:cubicBezTo>
                  <a:cubicBezTo>
                    <a:pt x="167" y="141"/>
                    <a:pt x="167" y="141"/>
                    <a:pt x="167" y="141"/>
                  </a:cubicBezTo>
                  <a:cubicBezTo>
                    <a:pt x="168" y="140"/>
                    <a:pt x="169" y="140"/>
                    <a:pt x="170" y="139"/>
                  </a:cubicBezTo>
                  <a:cubicBezTo>
                    <a:pt x="172" y="137"/>
                    <a:pt x="172" y="136"/>
                    <a:pt x="172" y="133"/>
                  </a:cubicBezTo>
                  <a:cubicBezTo>
                    <a:pt x="171" y="130"/>
                    <a:pt x="170" y="126"/>
                    <a:pt x="170" y="123"/>
                  </a:cubicBezTo>
                  <a:cubicBezTo>
                    <a:pt x="169" y="122"/>
                    <a:pt x="170" y="121"/>
                    <a:pt x="171" y="121"/>
                  </a:cubicBezTo>
                  <a:cubicBezTo>
                    <a:pt x="172" y="120"/>
                    <a:pt x="173" y="120"/>
                    <a:pt x="175" y="119"/>
                  </a:cubicBezTo>
                  <a:cubicBezTo>
                    <a:pt x="177" y="117"/>
                    <a:pt x="177" y="116"/>
                    <a:pt x="176" y="113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8456" name="Freeform 19"/>
            <p:cNvSpPr/>
            <p:nvPr/>
          </p:nvSpPr>
          <p:spPr bwMode="auto">
            <a:xfrm>
              <a:off x="5049839" y="3970338"/>
              <a:ext cx="134939" cy="227013"/>
            </a:xfrm>
            <a:custGeom>
              <a:avLst/>
              <a:gdLst>
                <a:gd name="T0" fmla="*/ 197915911 w 92"/>
                <a:gd name="T1" fmla="*/ 0 h 156"/>
                <a:gd name="T2" fmla="*/ 197915911 w 92"/>
                <a:gd name="T3" fmla="*/ 190587600 h 156"/>
                <a:gd name="T4" fmla="*/ 195764237 w 92"/>
                <a:gd name="T5" fmla="*/ 196941054 h 156"/>
                <a:gd name="T6" fmla="*/ 60235150 w 92"/>
                <a:gd name="T7" fmla="*/ 328234604 h 156"/>
                <a:gd name="T8" fmla="*/ 58083475 w 92"/>
                <a:gd name="T9" fmla="*/ 330351937 h 156"/>
                <a:gd name="T10" fmla="*/ 38722806 w 92"/>
                <a:gd name="T11" fmla="*/ 309175699 h 156"/>
                <a:gd name="T12" fmla="*/ 2151674 w 92"/>
                <a:gd name="T13" fmla="*/ 209646506 h 156"/>
                <a:gd name="T14" fmla="*/ 0 w 92"/>
                <a:gd name="T15" fmla="*/ 205411840 h 156"/>
                <a:gd name="T16" fmla="*/ 0 w 92"/>
                <a:gd name="T17" fmla="*/ 182116814 h 156"/>
                <a:gd name="T18" fmla="*/ 2151674 w 92"/>
                <a:gd name="T19" fmla="*/ 177882148 h 156"/>
                <a:gd name="T20" fmla="*/ 38722806 w 92"/>
                <a:gd name="T21" fmla="*/ 80470288 h 156"/>
                <a:gd name="T22" fmla="*/ 163496454 w 92"/>
                <a:gd name="T23" fmla="*/ 2117333 h 156"/>
                <a:gd name="T24" fmla="*/ 185008798 w 92"/>
                <a:gd name="T25" fmla="*/ 0 h 156"/>
                <a:gd name="T26" fmla="*/ 197915911 w 92"/>
                <a:gd name="T27" fmla="*/ 0 h 15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92" h="156">
                  <a:moveTo>
                    <a:pt x="92" y="0"/>
                  </a:moveTo>
                  <a:cubicBezTo>
                    <a:pt x="92" y="30"/>
                    <a:pt x="92" y="60"/>
                    <a:pt x="92" y="90"/>
                  </a:cubicBezTo>
                  <a:cubicBezTo>
                    <a:pt x="92" y="91"/>
                    <a:pt x="91" y="92"/>
                    <a:pt x="91" y="93"/>
                  </a:cubicBezTo>
                  <a:cubicBezTo>
                    <a:pt x="70" y="114"/>
                    <a:pt x="49" y="134"/>
                    <a:pt x="28" y="155"/>
                  </a:cubicBezTo>
                  <a:cubicBezTo>
                    <a:pt x="28" y="156"/>
                    <a:pt x="28" y="156"/>
                    <a:pt x="27" y="156"/>
                  </a:cubicBezTo>
                  <a:cubicBezTo>
                    <a:pt x="24" y="153"/>
                    <a:pt x="21" y="149"/>
                    <a:pt x="18" y="146"/>
                  </a:cubicBezTo>
                  <a:cubicBezTo>
                    <a:pt x="8" y="132"/>
                    <a:pt x="2" y="116"/>
                    <a:pt x="1" y="99"/>
                  </a:cubicBezTo>
                  <a:cubicBezTo>
                    <a:pt x="1" y="98"/>
                    <a:pt x="0" y="98"/>
                    <a:pt x="0" y="97"/>
                  </a:cubicBezTo>
                  <a:cubicBezTo>
                    <a:pt x="0" y="93"/>
                    <a:pt x="0" y="89"/>
                    <a:pt x="0" y="86"/>
                  </a:cubicBezTo>
                  <a:cubicBezTo>
                    <a:pt x="0" y="85"/>
                    <a:pt x="1" y="85"/>
                    <a:pt x="1" y="84"/>
                  </a:cubicBezTo>
                  <a:cubicBezTo>
                    <a:pt x="2" y="67"/>
                    <a:pt x="8" y="51"/>
                    <a:pt x="18" y="38"/>
                  </a:cubicBezTo>
                  <a:cubicBezTo>
                    <a:pt x="32" y="18"/>
                    <a:pt x="52" y="6"/>
                    <a:pt x="76" y="1"/>
                  </a:cubicBezTo>
                  <a:cubicBezTo>
                    <a:pt x="79" y="1"/>
                    <a:pt x="83" y="0"/>
                    <a:pt x="86" y="0"/>
                  </a:cubicBezTo>
                  <a:cubicBezTo>
                    <a:pt x="88" y="0"/>
                    <a:pt x="90" y="0"/>
                    <a:pt x="92" y="0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8457" name="Freeform 20"/>
            <p:cNvSpPr/>
            <p:nvPr/>
          </p:nvSpPr>
          <p:spPr bwMode="auto">
            <a:xfrm>
              <a:off x="5202239" y="3970338"/>
              <a:ext cx="131763" cy="133349"/>
            </a:xfrm>
            <a:custGeom>
              <a:avLst/>
              <a:gdLst>
                <a:gd name="T0" fmla="*/ 12579747 w 91"/>
                <a:gd name="T1" fmla="*/ 0 h 91"/>
                <a:gd name="T2" fmla="*/ 33544543 w 91"/>
                <a:gd name="T3" fmla="*/ 2146788 h 91"/>
                <a:gd name="T4" fmla="*/ 165627539 w 91"/>
                <a:gd name="T5" fmla="*/ 96630392 h 91"/>
                <a:gd name="T6" fmla="*/ 190785584 w 91"/>
                <a:gd name="T7" fmla="*/ 191113996 h 91"/>
                <a:gd name="T8" fmla="*/ 190785584 w 91"/>
                <a:gd name="T9" fmla="*/ 195409038 h 91"/>
                <a:gd name="T10" fmla="*/ 0 w 91"/>
                <a:gd name="T11" fmla="*/ 195409038 h 91"/>
                <a:gd name="T12" fmla="*/ 0 w 91"/>
                <a:gd name="T13" fmla="*/ 0 h 91"/>
                <a:gd name="T14" fmla="*/ 12579747 w 91"/>
                <a:gd name="T15" fmla="*/ 0 h 9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91" h="91">
                  <a:moveTo>
                    <a:pt x="6" y="0"/>
                  </a:moveTo>
                  <a:cubicBezTo>
                    <a:pt x="9" y="0"/>
                    <a:pt x="13" y="1"/>
                    <a:pt x="16" y="1"/>
                  </a:cubicBezTo>
                  <a:cubicBezTo>
                    <a:pt x="43" y="7"/>
                    <a:pt x="64" y="21"/>
                    <a:pt x="79" y="45"/>
                  </a:cubicBezTo>
                  <a:cubicBezTo>
                    <a:pt x="87" y="58"/>
                    <a:pt x="91" y="73"/>
                    <a:pt x="91" y="89"/>
                  </a:cubicBezTo>
                  <a:cubicBezTo>
                    <a:pt x="91" y="90"/>
                    <a:pt x="91" y="91"/>
                    <a:pt x="91" y="91"/>
                  </a:cubicBezTo>
                  <a:cubicBezTo>
                    <a:pt x="61" y="91"/>
                    <a:pt x="31" y="91"/>
                    <a:pt x="0" y="91"/>
                  </a:cubicBezTo>
                  <a:cubicBezTo>
                    <a:pt x="0" y="61"/>
                    <a:pt x="0" y="3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8458" name="Freeform 21"/>
            <p:cNvSpPr/>
            <p:nvPr/>
          </p:nvSpPr>
          <p:spPr bwMode="auto">
            <a:xfrm>
              <a:off x="5102226" y="4119564"/>
              <a:ext cx="227013" cy="146049"/>
            </a:xfrm>
            <a:custGeom>
              <a:avLst/>
              <a:gdLst>
                <a:gd name="T0" fmla="*/ 330351937 w 156"/>
                <a:gd name="T1" fmla="*/ 0 h 100"/>
                <a:gd name="T2" fmla="*/ 211763838 w 156"/>
                <a:gd name="T3" fmla="*/ 181310852 h 100"/>
                <a:gd name="T4" fmla="*/ 0 w 156"/>
                <a:gd name="T5" fmla="*/ 138649647 h 100"/>
                <a:gd name="T6" fmla="*/ 2117333 w 156"/>
                <a:gd name="T7" fmla="*/ 136515856 h 100"/>
                <a:gd name="T8" fmla="*/ 135529671 w 156"/>
                <a:gd name="T9" fmla="*/ 4266121 h 100"/>
                <a:gd name="T10" fmla="*/ 139764337 w 156"/>
                <a:gd name="T11" fmla="*/ 0 h 100"/>
                <a:gd name="T12" fmla="*/ 326117271 w 156"/>
                <a:gd name="T13" fmla="*/ 0 h 100"/>
                <a:gd name="T14" fmla="*/ 330351937 w 156"/>
                <a:gd name="T15" fmla="*/ 0 h 1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56" h="100">
                  <a:moveTo>
                    <a:pt x="156" y="0"/>
                  </a:moveTo>
                  <a:cubicBezTo>
                    <a:pt x="156" y="33"/>
                    <a:pt x="137" y="69"/>
                    <a:pt x="100" y="85"/>
                  </a:cubicBezTo>
                  <a:cubicBezTo>
                    <a:pt x="63" y="100"/>
                    <a:pt x="23" y="89"/>
                    <a:pt x="0" y="65"/>
                  </a:cubicBezTo>
                  <a:cubicBezTo>
                    <a:pt x="0" y="65"/>
                    <a:pt x="1" y="64"/>
                    <a:pt x="1" y="64"/>
                  </a:cubicBezTo>
                  <a:cubicBezTo>
                    <a:pt x="22" y="43"/>
                    <a:pt x="43" y="22"/>
                    <a:pt x="64" y="2"/>
                  </a:cubicBezTo>
                  <a:cubicBezTo>
                    <a:pt x="64" y="1"/>
                    <a:pt x="65" y="0"/>
                    <a:pt x="66" y="0"/>
                  </a:cubicBezTo>
                  <a:cubicBezTo>
                    <a:pt x="96" y="0"/>
                    <a:pt x="125" y="0"/>
                    <a:pt x="154" y="0"/>
                  </a:cubicBezTo>
                  <a:cubicBezTo>
                    <a:pt x="155" y="0"/>
                    <a:pt x="155" y="0"/>
                    <a:pt x="156" y="0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8465" name="Freeform 28"/>
            <p:cNvSpPr/>
            <p:nvPr/>
          </p:nvSpPr>
          <p:spPr bwMode="auto">
            <a:xfrm>
              <a:off x="7481888" y="3484563"/>
              <a:ext cx="106363" cy="103188"/>
            </a:xfrm>
            <a:custGeom>
              <a:avLst/>
              <a:gdLst>
                <a:gd name="T0" fmla="*/ 168852056 w 67"/>
                <a:gd name="T1" fmla="*/ 68045342 h 65"/>
                <a:gd name="T2" fmla="*/ 105847060 w 67"/>
                <a:gd name="T3" fmla="*/ 68045342 h 65"/>
                <a:gd name="T4" fmla="*/ 105847060 w 67"/>
                <a:gd name="T5" fmla="*/ 0 h 65"/>
                <a:gd name="T6" fmla="*/ 70564707 w 67"/>
                <a:gd name="T7" fmla="*/ 0 h 65"/>
                <a:gd name="T8" fmla="*/ 70564707 w 67"/>
                <a:gd name="T9" fmla="*/ 68045342 h 65"/>
                <a:gd name="T10" fmla="*/ 0 w 67"/>
                <a:gd name="T11" fmla="*/ 68045342 h 65"/>
                <a:gd name="T12" fmla="*/ 0 w 67"/>
                <a:gd name="T13" fmla="*/ 100806738 h 65"/>
                <a:gd name="T14" fmla="*/ 70564707 w 67"/>
                <a:gd name="T15" fmla="*/ 100806738 h 65"/>
                <a:gd name="T16" fmla="*/ 70564707 w 67"/>
                <a:gd name="T17" fmla="*/ 163811744 h 65"/>
                <a:gd name="T18" fmla="*/ 105847060 w 67"/>
                <a:gd name="T19" fmla="*/ 163811744 h 65"/>
                <a:gd name="T20" fmla="*/ 105847060 w 67"/>
                <a:gd name="T21" fmla="*/ 100806738 h 65"/>
                <a:gd name="T22" fmla="*/ 168852056 w 67"/>
                <a:gd name="T23" fmla="*/ 100806738 h 65"/>
                <a:gd name="T24" fmla="*/ 168852056 w 67"/>
                <a:gd name="T25" fmla="*/ 68045342 h 6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67" h="65">
                  <a:moveTo>
                    <a:pt x="67" y="27"/>
                  </a:moveTo>
                  <a:lnTo>
                    <a:pt x="42" y="27"/>
                  </a:lnTo>
                  <a:lnTo>
                    <a:pt x="42" y="0"/>
                  </a:lnTo>
                  <a:lnTo>
                    <a:pt x="28" y="0"/>
                  </a:lnTo>
                  <a:lnTo>
                    <a:pt x="28" y="27"/>
                  </a:lnTo>
                  <a:lnTo>
                    <a:pt x="0" y="27"/>
                  </a:lnTo>
                  <a:lnTo>
                    <a:pt x="0" y="40"/>
                  </a:lnTo>
                  <a:lnTo>
                    <a:pt x="28" y="40"/>
                  </a:lnTo>
                  <a:lnTo>
                    <a:pt x="28" y="65"/>
                  </a:lnTo>
                  <a:lnTo>
                    <a:pt x="42" y="65"/>
                  </a:lnTo>
                  <a:lnTo>
                    <a:pt x="42" y="40"/>
                  </a:lnTo>
                  <a:lnTo>
                    <a:pt x="67" y="40"/>
                  </a:lnTo>
                  <a:lnTo>
                    <a:pt x="67" y="27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8468" name="Oval 34"/>
            <p:cNvSpPr>
              <a:spLocks noChangeArrowheads="1"/>
            </p:cNvSpPr>
            <p:nvPr/>
          </p:nvSpPr>
          <p:spPr bwMode="auto">
            <a:xfrm>
              <a:off x="4713288" y="3819526"/>
              <a:ext cx="44451" cy="46037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8469" name="Oval 35"/>
            <p:cNvSpPr>
              <a:spLocks noChangeArrowheads="1"/>
            </p:cNvSpPr>
            <p:nvPr/>
          </p:nvSpPr>
          <p:spPr bwMode="auto">
            <a:xfrm>
              <a:off x="4729163" y="3881438"/>
              <a:ext cx="44451" cy="47625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8470" name="Oval 36"/>
            <p:cNvSpPr>
              <a:spLocks noChangeArrowheads="1"/>
            </p:cNvSpPr>
            <p:nvPr/>
          </p:nvSpPr>
          <p:spPr bwMode="auto">
            <a:xfrm>
              <a:off x="4756152" y="3944938"/>
              <a:ext cx="47625" cy="46037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8471" name="Oval 37"/>
            <p:cNvSpPr>
              <a:spLocks noChangeArrowheads="1"/>
            </p:cNvSpPr>
            <p:nvPr/>
          </p:nvSpPr>
          <p:spPr bwMode="auto">
            <a:xfrm>
              <a:off x="4797426" y="3995738"/>
              <a:ext cx="46039" cy="46037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8472" name="Oval 38"/>
            <p:cNvSpPr>
              <a:spLocks noChangeArrowheads="1"/>
            </p:cNvSpPr>
            <p:nvPr/>
          </p:nvSpPr>
          <p:spPr bwMode="auto">
            <a:xfrm>
              <a:off x="4856163" y="4038602"/>
              <a:ext cx="46039" cy="47625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8473" name="Oval 39"/>
            <p:cNvSpPr>
              <a:spLocks noChangeArrowheads="1"/>
            </p:cNvSpPr>
            <p:nvPr/>
          </p:nvSpPr>
          <p:spPr bwMode="auto">
            <a:xfrm>
              <a:off x="4922839" y="4071938"/>
              <a:ext cx="46039" cy="46037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8474" name="Oval 40"/>
            <p:cNvSpPr>
              <a:spLocks noChangeArrowheads="1"/>
            </p:cNvSpPr>
            <p:nvPr/>
          </p:nvSpPr>
          <p:spPr bwMode="auto">
            <a:xfrm>
              <a:off x="6935789" y="3971926"/>
              <a:ext cx="46039" cy="47625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8475" name="Oval 41"/>
            <p:cNvSpPr>
              <a:spLocks noChangeArrowheads="1"/>
            </p:cNvSpPr>
            <p:nvPr/>
          </p:nvSpPr>
          <p:spPr bwMode="auto">
            <a:xfrm>
              <a:off x="6970714" y="3900489"/>
              <a:ext cx="46039" cy="47625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8476" name="Oval 42"/>
            <p:cNvSpPr>
              <a:spLocks noChangeArrowheads="1"/>
            </p:cNvSpPr>
            <p:nvPr/>
          </p:nvSpPr>
          <p:spPr bwMode="auto">
            <a:xfrm>
              <a:off x="7013577" y="3843338"/>
              <a:ext cx="46039" cy="46037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8477" name="Oval 43"/>
            <p:cNvSpPr>
              <a:spLocks noChangeArrowheads="1"/>
            </p:cNvSpPr>
            <p:nvPr/>
          </p:nvSpPr>
          <p:spPr bwMode="auto">
            <a:xfrm>
              <a:off x="7067551" y="3798888"/>
              <a:ext cx="46039" cy="46037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8478" name="Oval 44"/>
            <p:cNvSpPr>
              <a:spLocks noChangeArrowheads="1"/>
            </p:cNvSpPr>
            <p:nvPr/>
          </p:nvSpPr>
          <p:spPr bwMode="auto">
            <a:xfrm>
              <a:off x="7126288" y="3775077"/>
              <a:ext cx="44451" cy="47625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8479" name="Oval 45"/>
            <p:cNvSpPr>
              <a:spLocks noChangeArrowheads="1"/>
            </p:cNvSpPr>
            <p:nvPr/>
          </p:nvSpPr>
          <p:spPr bwMode="auto">
            <a:xfrm>
              <a:off x="7189789" y="3759202"/>
              <a:ext cx="46039" cy="46037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8480" name="Oval 46"/>
            <p:cNvSpPr>
              <a:spLocks noChangeArrowheads="1"/>
            </p:cNvSpPr>
            <p:nvPr/>
          </p:nvSpPr>
          <p:spPr bwMode="auto">
            <a:xfrm>
              <a:off x="7580313" y="3603626"/>
              <a:ext cx="44451" cy="47625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8481" name="Oval 47"/>
            <p:cNvSpPr>
              <a:spLocks noChangeArrowheads="1"/>
            </p:cNvSpPr>
            <p:nvPr/>
          </p:nvSpPr>
          <p:spPr bwMode="auto">
            <a:xfrm>
              <a:off x="7654925" y="3563938"/>
              <a:ext cx="44451" cy="47625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8482" name="Oval 48"/>
            <p:cNvSpPr>
              <a:spLocks noChangeArrowheads="1"/>
            </p:cNvSpPr>
            <p:nvPr/>
          </p:nvSpPr>
          <p:spPr bwMode="auto">
            <a:xfrm>
              <a:off x="7710489" y="3522663"/>
              <a:ext cx="47625" cy="46037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8483" name="Oval 49"/>
            <p:cNvSpPr>
              <a:spLocks noChangeArrowheads="1"/>
            </p:cNvSpPr>
            <p:nvPr/>
          </p:nvSpPr>
          <p:spPr bwMode="auto">
            <a:xfrm>
              <a:off x="7756525" y="3463926"/>
              <a:ext cx="44451" cy="46037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8484" name="Oval 50"/>
            <p:cNvSpPr>
              <a:spLocks noChangeArrowheads="1"/>
            </p:cNvSpPr>
            <p:nvPr/>
          </p:nvSpPr>
          <p:spPr bwMode="auto">
            <a:xfrm>
              <a:off x="7783514" y="3405188"/>
              <a:ext cx="47625" cy="46037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8485" name="Oval 51"/>
            <p:cNvSpPr>
              <a:spLocks noChangeArrowheads="1"/>
            </p:cNvSpPr>
            <p:nvPr/>
          </p:nvSpPr>
          <p:spPr bwMode="auto">
            <a:xfrm>
              <a:off x="7797801" y="3341688"/>
              <a:ext cx="46039" cy="46037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grpSp>
          <p:nvGrpSpPr>
            <p:cNvPr id="18438" name="组合 98"/>
            <p:cNvGrpSpPr/>
            <p:nvPr/>
          </p:nvGrpSpPr>
          <p:grpSpPr bwMode="auto">
            <a:xfrm>
              <a:off x="8007354" y="2498725"/>
              <a:ext cx="366404" cy="2016127"/>
              <a:chOff x="7970042" y="1844481"/>
              <a:chExt cx="601639" cy="3318271"/>
            </a:xfrm>
            <a:solidFill>
              <a:srgbClr val="C00000"/>
            </a:solidFill>
          </p:grpSpPr>
          <p:sp>
            <p:nvSpPr>
              <p:cNvPr id="96" name="KSO_Shape"/>
              <p:cNvSpPr/>
              <p:nvPr/>
            </p:nvSpPr>
            <p:spPr>
              <a:xfrm>
                <a:off x="8029489" y="1844481"/>
                <a:ext cx="542192" cy="404986"/>
              </a:xfrm>
              <a:custGeom>
                <a:avLst/>
                <a:gdLst/>
                <a:ahLst/>
                <a:cxnLst/>
                <a:rect l="l" t="t" r="r" b="b"/>
                <a:pathLst>
                  <a:path w="1439795" h="1078336">
                    <a:moveTo>
                      <a:pt x="1320032" y="0"/>
                    </a:moveTo>
                    <a:lnTo>
                      <a:pt x="1439795" y="108600"/>
                    </a:lnTo>
                    <a:lnTo>
                      <a:pt x="560454" y="1078336"/>
                    </a:lnTo>
                    <a:lnTo>
                      <a:pt x="0" y="570126"/>
                    </a:lnTo>
                    <a:lnTo>
                      <a:pt x="100041" y="459801"/>
                    </a:lnTo>
                    <a:lnTo>
                      <a:pt x="540731" y="8594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p:sp>
            <p:nvSpPr>
              <p:cNvPr id="98" name="KSO_Shape"/>
              <p:cNvSpPr/>
              <p:nvPr/>
            </p:nvSpPr>
            <p:spPr>
              <a:xfrm>
                <a:off x="7970042" y="4757767"/>
                <a:ext cx="542192" cy="404985"/>
              </a:xfrm>
              <a:custGeom>
                <a:avLst/>
                <a:gdLst/>
                <a:ahLst/>
                <a:cxnLst/>
                <a:rect l="l" t="t" r="r" b="b"/>
                <a:pathLst>
                  <a:path w="1439795" h="1078336">
                    <a:moveTo>
                      <a:pt x="1320032" y="0"/>
                    </a:moveTo>
                    <a:lnTo>
                      <a:pt x="1439795" y="108600"/>
                    </a:lnTo>
                    <a:lnTo>
                      <a:pt x="560454" y="1078336"/>
                    </a:lnTo>
                    <a:lnTo>
                      <a:pt x="0" y="570126"/>
                    </a:lnTo>
                    <a:lnTo>
                      <a:pt x="100041" y="459801"/>
                    </a:lnTo>
                    <a:lnTo>
                      <a:pt x="540731" y="8594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p:grpSp>
      </p:grpSp>
      <p:sp>
        <p:nvSpPr>
          <p:cNvPr id="68" name="矩形 67"/>
          <p:cNvSpPr/>
          <p:nvPr/>
        </p:nvSpPr>
        <p:spPr>
          <a:xfrm>
            <a:off x="8592988" y="2614918"/>
            <a:ext cx="317818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TLS 1.3 + Protobuf :9443·证书Pin·管理端仍HTTP</a:t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8592988" y="2262340"/>
            <a:ext cx="2241682" cy="424677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120000"/>
              </a:lnSpc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人决策</a:t>
            </a:r>
            <a:endParaRPr lang="zh-CN" altLang="en-US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8337554" y="4838854"/>
            <a:ext cx="317818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S0只人验(TLS/Pin)·S1人审逻辑·S2脚本断言</a:t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8337554" y="4486276"/>
            <a:ext cx="2241682" cy="424677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120000"/>
              </a:lnSpc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安全分级</a:t>
            </a:r>
            <a:endParaRPr lang="zh-CN" altLang="en-US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720718" y="3017170"/>
            <a:ext cx="379889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复用HTTP网关·JSON格式·出活快 → 人否决：抓包风险</a:t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720718" y="2664592"/>
            <a:ext cx="2241682" cy="424677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120000"/>
              </a:lnSpc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AI倾向</a:t>
            </a:r>
            <a:endParaRPr lang="zh-CN" altLang="en-US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4574382" y="449878"/>
            <a:ext cx="30432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传输协议与安全分级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标题 1"/>
          <p:cNvSpPr txBox="1"/>
          <p:nvPr/>
        </p:nvSpPr>
        <p:spPr>
          <a:xfrm>
            <a:off x="4024751" y="890576"/>
            <a:ext cx="4142498" cy="33520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TLS NOT HTTP</a:t>
            </a:r>
            <a:endParaRPr lang="zh-CN" altLang="en-US" sz="105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>
        <p15:prstTrans prst="fractur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988" b="111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169091" y="0"/>
            <a:ext cx="1538883" cy="694966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CN" sz="8800" spc="600" dirty="0">
                <a:solidFill>
                  <a:schemeClr val="bg1">
                    <a:alpha val="19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sz="8800" spc="600" dirty="0">
              <a:solidFill>
                <a:schemeClr val="bg1">
                  <a:alpha val="19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6"/>
          <p:cNvSpPr/>
          <p:nvPr/>
        </p:nvSpPr>
        <p:spPr>
          <a:xfrm>
            <a:off x="3242260" y="2087880"/>
            <a:ext cx="5707480" cy="1880324"/>
          </a:xfrm>
          <a:custGeom>
            <a:avLst/>
            <a:gdLst>
              <a:gd name="connsiteX0" fmla="*/ 0 w 5138768"/>
              <a:gd name="connsiteY0" fmla="*/ 0 h 1211357"/>
              <a:gd name="connsiteX1" fmla="*/ 5138768 w 5138768"/>
              <a:gd name="connsiteY1" fmla="*/ 0 h 1211357"/>
              <a:gd name="connsiteX2" fmla="*/ 5138768 w 5138768"/>
              <a:gd name="connsiteY2" fmla="*/ 1211357 h 1211357"/>
              <a:gd name="connsiteX3" fmla="*/ 0 w 5138768"/>
              <a:gd name="connsiteY3" fmla="*/ 1211357 h 1211357"/>
              <a:gd name="connsiteX4" fmla="*/ 0 w 5138768"/>
              <a:gd name="connsiteY4" fmla="*/ 0 h 1211357"/>
              <a:gd name="connsiteX0-1" fmla="*/ 0 w 5350641"/>
              <a:gd name="connsiteY0-2" fmla="*/ 345688 h 1557045"/>
              <a:gd name="connsiteX1-3" fmla="*/ 5350641 w 5350641"/>
              <a:gd name="connsiteY1-4" fmla="*/ 0 h 1557045"/>
              <a:gd name="connsiteX2-5" fmla="*/ 5138768 w 5350641"/>
              <a:gd name="connsiteY2-6" fmla="*/ 1557045 h 1557045"/>
              <a:gd name="connsiteX3-7" fmla="*/ 0 w 5350641"/>
              <a:gd name="connsiteY3-8" fmla="*/ 1557045 h 1557045"/>
              <a:gd name="connsiteX4-9" fmla="*/ 0 w 5350641"/>
              <a:gd name="connsiteY4-10" fmla="*/ 345688 h 1557045"/>
              <a:gd name="connsiteX0-11" fmla="*/ 0 w 5707480"/>
              <a:gd name="connsiteY0-12" fmla="*/ 345688 h 1579347"/>
              <a:gd name="connsiteX1-13" fmla="*/ 5350641 w 5707480"/>
              <a:gd name="connsiteY1-14" fmla="*/ 0 h 1579347"/>
              <a:gd name="connsiteX2-15" fmla="*/ 5707480 w 5707480"/>
              <a:gd name="connsiteY2-16" fmla="*/ 1579347 h 1579347"/>
              <a:gd name="connsiteX3-17" fmla="*/ 0 w 5707480"/>
              <a:gd name="connsiteY3-18" fmla="*/ 1557045 h 1579347"/>
              <a:gd name="connsiteX4-19" fmla="*/ 0 w 5707480"/>
              <a:gd name="connsiteY4-20" fmla="*/ 345688 h 157934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5707480" h="1579347">
                <a:moveTo>
                  <a:pt x="0" y="345688"/>
                </a:moveTo>
                <a:lnTo>
                  <a:pt x="5350641" y="0"/>
                </a:lnTo>
                <a:lnTo>
                  <a:pt x="5707480" y="1579347"/>
                </a:lnTo>
                <a:lnTo>
                  <a:pt x="0" y="1557045"/>
                </a:lnTo>
                <a:lnTo>
                  <a:pt x="0" y="345688"/>
                </a:ln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8" name="标题 1"/>
          <p:cNvSpPr txBox="1"/>
          <p:nvPr/>
        </p:nvSpPr>
        <p:spPr>
          <a:xfrm>
            <a:off x="3389134" y="2702157"/>
            <a:ext cx="5413732" cy="65420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 六阶段工作法</a:t>
            </a:r>
            <a:endParaRPr lang="zh-CN" altLang="en-US" sz="4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标题 1"/>
          <p:cNvSpPr txBox="1"/>
          <p:nvPr/>
        </p:nvSpPr>
        <p:spPr>
          <a:xfrm>
            <a:off x="3525064" y="3448029"/>
            <a:ext cx="5141872" cy="49202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REUSABLE METHOD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4476115" y="4186555"/>
            <a:ext cx="1619250" cy="1753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可重复流程
质量门禁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6234430" y="4191000"/>
            <a:ext cx="1618615" cy="1753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已沉淀SOP
可推广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PA_库_矩形 5"/>
          <p:cNvSpPr/>
          <p:nvPr>
            <p:custDataLst>
              <p:tags r:id="rId2"/>
            </p:custDataLst>
          </p:nvPr>
        </p:nvSpPr>
        <p:spPr>
          <a:xfrm>
            <a:off x="207485" y="218308"/>
            <a:ext cx="11777030" cy="6421384"/>
          </a:xfrm>
          <a:prstGeom prst="rect">
            <a:avLst/>
          </a:prstGeom>
          <a:noFill/>
          <a:ln>
            <a:gradFill flip="none" rotWithShape="1">
              <a:gsLst>
                <a:gs pos="0">
                  <a:srgbClr val="AB442C"/>
                </a:gs>
                <a:gs pos="39000">
                  <a:srgbClr val="E5BE8B"/>
                </a:gs>
                <a:gs pos="69000">
                  <a:srgbClr val="90316F"/>
                </a:gs>
                <a:gs pos="100000">
                  <a:srgbClr val="2B8F94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971615" y="2745042"/>
            <a:ext cx="4232675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8700" dirty="0" smtClean="0">
                <a:solidFill>
                  <a:schemeClr val="bg1">
                    <a:alpha val="2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03</a:t>
            </a:r>
            <a:endParaRPr lang="zh-CN" altLang="en-US" sz="28700" dirty="0">
              <a:solidFill>
                <a:schemeClr val="bg1">
                  <a:alpha val="2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695346" y="2497348"/>
            <a:ext cx="4297908" cy="3903452"/>
            <a:chOff x="3940511" y="2070628"/>
            <a:chExt cx="4229366" cy="3841201"/>
          </a:xfrm>
        </p:grpSpPr>
        <p:sp>
          <p:nvSpPr>
            <p:cNvPr id="35" name="Freeform 5"/>
            <p:cNvSpPr/>
            <p:nvPr/>
          </p:nvSpPr>
          <p:spPr bwMode="auto">
            <a:xfrm>
              <a:off x="4697609" y="2478939"/>
              <a:ext cx="2953217" cy="3432890"/>
            </a:xfrm>
            <a:custGeom>
              <a:avLst/>
              <a:gdLst>
                <a:gd name="T0" fmla="*/ 553107085 w 5977"/>
                <a:gd name="T1" fmla="*/ 70285550 h 6949"/>
                <a:gd name="T2" fmla="*/ 487233550 w 5977"/>
                <a:gd name="T3" fmla="*/ 359685891 h 6949"/>
                <a:gd name="T4" fmla="*/ 350301198 w 5977"/>
                <a:gd name="T5" fmla="*/ 115798432 h 6949"/>
                <a:gd name="T6" fmla="*/ 336665723 w 5977"/>
                <a:gd name="T7" fmla="*/ 128664779 h 6949"/>
                <a:gd name="T8" fmla="*/ 487425501 w 5977"/>
                <a:gd name="T9" fmla="*/ 487966836 h 6949"/>
                <a:gd name="T10" fmla="*/ 426737689 w 5977"/>
                <a:gd name="T11" fmla="*/ 535784040 h 6949"/>
                <a:gd name="T12" fmla="*/ 102747252 w 5977"/>
                <a:gd name="T13" fmla="*/ 361990214 h 6949"/>
                <a:gd name="T14" fmla="*/ 72211396 w 5977"/>
                <a:gd name="T15" fmla="*/ 375625106 h 6949"/>
                <a:gd name="T16" fmla="*/ 300559805 w 5977"/>
                <a:gd name="T17" fmla="*/ 476252431 h 6949"/>
                <a:gd name="T18" fmla="*/ 458810023 w 5977"/>
                <a:gd name="T19" fmla="*/ 679236091 h 6949"/>
                <a:gd name="T20" fmla="*/ 410029258 w 5977"/>
                <a:gd name="T21" fmla="*/ 814238084 h 6949"/>
                <a:gd name="T22" fmla="*/ 2304717 w 5977"/>
                <a:gd name="T23" fmla="*/ 744144451 h 6949"/>
                <a:gd name="T24" fmla="*/ 0 w 5977"/>
                <a:gd name="T25" fmla="*/ 778519119 h 6949"/>
                <a:gd name="T26" fmla="*/ 419439638 w 5977"/>
                <a:gd name="T27" fmla="*/ 879530717 h 6949"/>
                <a:gd name="T28" fmla="*/ 430770396 w 5977"/>
                <a:gd name="T29" fmla="*/ 1158560951 h 6949"/>
                <a:gd name="T30" fmla="*/ 300559805 w 5977"/>
                <a:gd name="T31" fmla="*/ 1274167466 h 6949"/>
                <a:gd name="T32" fmla="*/ 174382360 w 5977"/>
                <a:gd name="T33" fmla="*/ 1298364383 h 6949"/>
                <a:gd name="T34" fmla="*/ 763979262 w 5977"/>
                <a:gd name="T35" fmla="*/ 1322752778 h 6949"/>
                <a:gd name="T36" fmla="*/ 853474940 w 5977"/>
                <a:gd name="T37" fmla="*/ 1303164944 h 6949"/>
                <a:gd name="T38" fmla="*/ 766283979 w 5977"/>
                <a:gd name="T39" fmla="*/ 1282233251 h 6949"/>
                <a:gd name="T40" fmla="*/ 599391621 w 5977"/>
                <a:gd name="T41" fmla="*/ 1171043463 h 6949"/>
                <a:gd name="T42" fmla="*/ 595934326 w 5977"/>
                <a:gd name="T43" fmla="*/ 916593980 h 6949"/>
                <a:gd name="T44" fmla="*/ 886123563 w 5977"/>
                <a:gd name="T45" fmla="*/ 798298870 h 6949"/>
                <a:gd name="T46" fmla="*/ 1147889272 w 5977"/>
                <a:gd name="T47" fmla="*/ 773910474 h 6949"/>
                <a:gd name="T48" fmla="*/ 1146544744 w 5977"/>
                <a:gd name="T49" fmla="*/ 735310997 h 6949"/>
                <a:gd name="T50" fmla="*/ 1096611840 w 5977"/>
                <a:gd name="T51" fmla="*/ 748561178 h 6949"/>
                <a:gd name="T52" fmla="*/ 589788853 w 5977"/>
                <a:gd name="T53" fmla="*/ 814814274 h 6949"/>
                <a:gd name="T54" fmla="*/ 635305150 w 5977"/>
                <a:gd name="T55" fmla="*/ 568238220 h 6949"/>
                <a:gd name="T56" fmla="*/ 1048982776 w 5977"/>
                <a:gd name="T57" fmla="*/ 422866120 h 6949"/>
                <a:gd name="T58" fmla="*/ 1035347301 w 5977"/>
                <a:gd name="T59" fmla="*/ 406926906 h 6949"/>
                <a:gd name="T60" fmla="*/ 734403157 w 5977"/>
                <a:gd name="T61" fmla="*/ 474524299 h 6949"/>
                <a:gd name="T62" fmla="*/ 560020797 w 5977"/>
                <a:gd name="T63" fmla="*/ 545386039 h 6949"/>
                <a:gd name="T64" fmla="*/ 592093570 w 5977"/>
                <a:gd name="T65" fmla="*/ 456472680 h 6949"/>
                <a:gd name="T66" fmla="*/ 779535115 w 5977"/>
                <a:gd name="T67" fmla="*/ 194533602 h 6949"/>
                <a:gd name="T68" fmla="*/ 656430626 w 5977"/>
                <a:gd name="T69" fmla="*/ 351812462 h 6949"/>
                <a:gd name="T70" fmla="*/ 538895321 w 5977"/>
                <a:gd name="T71" fmla="*/ 408463120 h 6949"/>
                <a:gd name="T72" fmla="*/ 572120233 w 5977"/>
                <a:gd name="T73" fmla="*/ 103700193 h 6949"/>
                <a:gd name="T74" fmla="*/ 563093753 w 5977"/>
                <a:gd name="T75" fmla="*/ 191917 h 6949"/>
                <a:gd name="T76" fmla="*/ 534862176 w 5977"/>
                <a:gd name="T77" fmla="*/ 0 h 6949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5977" h="6949">
                  <a:moveTo>
                    <a:pt x="2785" y="0"/>
                  </a:moveTo>
                  <a:cubicBezTo>
                    <a:pt x="2841" y="42"/>
                    <a:pt x="2858" y="134"/>
                    <a:pt x="2880" y="366"/>
                  </a:cubicBezTo>
                  <a:cubicBezTo>
                    <a:pt x="2910" y="674"/>
                    <a:pt x="2891" y="857"/>
                    <a:pt x="2760" y="1513"/>
                  </a:cubicBezTo>
                  <a:cubicBezTo>
                    <a:pt x="2638" y="2133"/>
                    <a:pt x="2639" y="2130"/>
                    <a:pt x="2537" y="1873"/>
                  </a:cubicBezTo>
                  <a:cubicBezTo>
                    <a:pt x="2413" y="1562"/>
                    <a:pt x="2149" y="1060"/>
                    <a:pt x="1997" y="847"/>
                  </a:cubicBezTo>
                  <a:cubicBezTo>
                    <a:pt x="1912" y="730"/>
                    <a:pt x="1834" y="619"/>
                    <a:pt x="1824" y="603"/>
                  </a:cubicBezTo>
                  <a:cubicBezTo>
                    <a:pt x="1821" y="599"/>
                    <a:pt x="1822" y="588"/>
                    <a:pt x="1825" y="573"/>
                  </a:cubicBezTo>
                  <a:cubicBezTo>
                    <a:pt x="1802" y="607"/>
                    <a:pt x="1779" y="639"/>
                    <a:pt x="1753" y="670"/>
                  </a:cubicBezTo>
                  <a:cubicBezTo>
                    <a:pt x="1818" y="723"/>
                    <a:pt x="2054" y="1118"/>
                    <a:pt x="2190" y="1400"/>
                  </a:cubicBezTo>
                  <a:cubicBezTo>
                    <a:pt x="2346" y="1724"/>
                    <a:pt x="2539" y="2359"/>
                    <a:pt x="2538" y="2541"/>
                  </a:cubicBezTo>
                  <a:cubicBezTo>
                    <a:pt x="2537" y="2685"/>
                    <a:pt x="2494" y="2855"/>
                    <a:pt x="2446" y="2903"/>
                  </a:cubicBezTo>
                  <a:cubicBezTo>
                    <a:pt x="2409" y="2940"/>
                    <a:pt x="2382" y="2926"/>
                    <a:pt x="2222" y="2790"/>
                  </a:cubicBezTo>
                  <a:cubicBezTo>
                    <a:pt x="1978" y="2584"/>
                    <a:pt x="1756" y="2436"/>
                    <a:pt x="1436" y="2266"/>
                  </a:cubicBezTo>
                  <a:cubicBezTo>
                    <a:pt x="1187" y="2133"/>
                    <a:pt x="694" y="1925"/>
                    <a:pt x="535" y="1885"/>
                  </a:cubicBezTo>
                  <a:cubicBezTo>
                    <a:pt x="470" y="1868"/>
                    <a:pt x="435" y="1856"/>
                    <a:pt x="420" y="1823"/>
                  </a:cubicBezTo>
                  <a:cubicBezTo>
                    <a:pt x="408" y="1868"/>
                    <a:pt x="393" y="1913"/>
                    <a:pt x="376" y="1956"/>
                  </a:cubicBezTo>
                  <a:cubicBezTo>
                    <a:pt x="383" y="1953"/>
                    <a:pt x="389" y="1951"/>
                    <a:pt x="395" y="1951"/>
                  </a:cubicBezTo>
                  <a:cubicBezTo>
                    <a:pt x="549" y="1951"/>
                    <a:pt x="1204" y="2247"/>
                    <a:pt x="1565" y="2480"/>
                  </a:cubicBezTo>
                  <a:cubicBezTo>
                    <a:pt x="1801" y="2632"/>
                    <a:pt x="2168" y="2981"/>
                    <a:pt x="2287" y="3167"/>
                  </a:cubicBezTo>
                  <a:cubicBezTo>
                    <a:pt x="2358" y="3279"/>
                    <a:pt x="2375" y="3338"/>
                    <a:pt x="2389" y="3537"/>
                  </a:cubicBezTo>
                  <a:cubicBezTo>
                    <a:pt x="2407" y="3784"/>
                    <a:pt x="2356" y="4253"/>
                    <a:pt x="2309" y="4282"/>
                  </a:cubicBezTo>
                  <a:cubicBezTo>
                    <a:pt x="2294" y="4291"/>
                    <a:pt x="2216" y="4272"/>
                    <a:pt x="2135" y="4240"/>
                  </a:cubicBezTo>
                  <a:cubicBezTo>
                    <a:pt x="1771" y="4095"/>
                    <a:pt x="1129" y="3975"/>
                    <a:pt x="401" y="3915"/>
                  </a:cubicBezTo>
                  <a:cubicBezTo>
                    <a:pt x="234" y="3901"/>
                    <a:pt x="89" y="3886"/>
                    <a:pt x="12" y="3875"/>
                  </a:cubicBezTo>
                  <a:cubicBezTo>
                    <a:pt x="12" y="3877"/>
                    <a:pt x="12" y="3878"/>
                    <a:pt x="12" y="3880"/>
                  </a:cubicBezTo>
                  <a:cubicBezTo>
                    <a:pt x="12" y="3939"/>
                    <a:pt x="8" y="3997"/>
                    <a:pt x="0" y="4054"/>
                  </a:cubicBezTo>
                  <a:lnTo>
                    <a:pt x="229" y="4057"/>
                  </a:lnTo>
                  <a:cubicBezTo>
                    <a:pt x="1035" y="4066"/>
                    <a:pt x="1849" y="4284"/>
                    <a:pt x="2184" y="4580"/>
                  </a:cubicBezTo>
                  <a:cubicBezTo>
                    <a:pt x="2296" y="4678"/>
                    <a:pt x="2311" y="4707"/>
                    <a:pt x="2329" y="4848"/>
                  </a:cubicBezTo>
                  <a:cubicBezTo>
                    <a:pt x="2353" y="5035"/>
                    <a:pt x="2303" y="5720"/>
                    <a:pt x="2243" y="6033"/>
                  </a:cubicBezTo>
                  <a:cubicBezTo>
                    <a:pt x="2219" y="6155"/>
                    <a:pt x="2177" y="6286"/>
                    <a:pt x="2148" y="6324"/>
                  </a:cubicBezTo>
                  <a:cubicBezTo>
                    <a:pt x="2078" y="6419"/>
                    <a:pt x="1739" y="6599"/>
                    <a:pt x="1565" y="6635"/>
                  </a:cubicBezTo>
                  <a:cubicBezTo>
                    <a:pt x="1488" y="6651"/>
                    <a:pt x="1312" y="6682"/>
                    <a:pt x="1175" y="6704"/>
                  </a:cubicBezTo>
                  <a:cubicBezTo>
                    <a:pt x="1037" y="6727"/>
                    <a:pt x="917" y="6752"/>
                    <a:pt x="908" y="6761"/>
                  </a:cubicBezTo>
                  <a:cubicBezTo>
                    <a:pt x="846" y="6823"/>
                    <a:pt x="1154" y="6882"/>
                    <a:pt x="1733" y="6919"/>
                  </a:cubicBezTo>
                  <a:cubicBezTo>
                    <a:pt x="2214" y="6949"/>
                    <a:pt x="3600" y="6930"/>
                    <a:pt x="3978" y="6888"/>
                  </a:cubicBezTo>
                  <a:cubicBezTo>
                    <a:pt x="4141" y="6870"/>
                    <a:pt x="4313" y="6840"/>
                    <a:pt x="4359" y="6821"/>
                  </a:cubicBezTo>
                  <a:lnTo>
                    <a:pt x="4444" y="6786"/>
                  </a:lnTo>
                  <a:lnTo>
                    <a:pt x="4380" y="6752"/>
                  </a:lnTo>
                  <a:cubicBezTo>
                    <a:pt x="4344" y="6733"/>
                    <a:pt x="4169" y="6699"/>
                    <a:pt x="3990" y="6677"/>
                  </a:cubicBezTo>
                  <a:cubicBezTo>
                    <a:pt x="3636" y="6633"/>
                    <a:pt x="3384" y="6538"/>
                    <a:pt x="3223" y="6387"/>
                  </a:cubicBezTo>
                  <a:cubicBezTo>
                    <a:pt x="3147" y="6317"/>
                    <a:pt x="3136" y="6284"/>
                    <a:pt x="3121" y="6098"/>
                  </a:cubicBezTo>
                  <a:cubicBezTo>
                    <a:pt x="3098" y="5808"/>
                    <a:pt x="3092" y="5584"/>
                    <a:pt x="3098" y="5147"/>
                  </a:cubicBezTo>
                  <a:lnTo>
                    <a:pt x="3103" y="4773"/>
                  </a:lnTo>
                  <a:lnTo>
                    <a:pt x="3201" y="4665"/>
                  </a:lnTo>
                  <a:cubicBezTo>
                    <a:pt x="3389" y="4458"/>
                    <a:pt x="3879" y="4281"/>
                    <a:pt x="4614" y="4157"/>
                  </a:cubicBezTo>
                  <a:cubicBezTo>
                    <a:pt x="4997" y="4092"/>
                    <a:pt x="5912" y="4000"/>
                    <a:pt x="5966" y="4021"/>
                  </a:cubicBezTo>
                  <a:cubicBezTo>
                    <a:pt x="5969" y="4022"/>
                    <a:pt x="5973" y="4026"/>
                    <a:pt x="5977" y="4030"/>
                  </a:cubicBezTo>
                  <a:cubicBezTo>
                    <a:pt x="5971" y="3983"/>
                    <a:pt x="5968" y="3935"/>
                    <a:pt x="5968" y="3887"/>
                  </a:cubicBezTo>
                  <a:cubicBezTo>
                    <a:pt x="5968" y="3867"/>
                    <a:pt x="5969" y="3848"/>
                    <a:pt x="5970" y="3829"/>
                  </a:cubicBezTo>
                  <a:cubicBezTo>
                    <a:pt x="5961" y="3854"/>
                    <a:pt x="5951" y="3871"/>
                    <a:pt x="5942" y="3877"/>
                  </a:cubicBezTo>
                  <a:cubicBezTo>
                    <a:pt x="5925" y="3888"/>
                    <a:pt x="5821" y="3898"/>
                    <a:pt x="5710" y="3898"/>
                  </a:cubicBezTo>
                  <a:cubicBezTo>
                    <a:pt x="5247" y="3899"/>
                    <a:pt x="4355" y="4013"/>
                    <a:pt x="3586" y="4169"/>
                  </a:cubicBezTo>
                  <a:cubicBezTo>
                    <a:pt x="3302" y="4226"/>
                    <a:pt x="3085" y="4257"/>
                    <a:pt x="3071" y="4243"/>
                  </a:cubicBezTo>
                  <a:cubicBezTo>
                    <a:pt x="3043" y="4215"/>
                    <a:pt x="2962" y="3612"/>
                    <a:pt x="2962" y="3431"/>
                  </a:cubicBezTo>
                  <a:cubicBezTo>
                    <a:pt x="2962" y="3287"/>
                    <a:pt x="3037" y="3185"/>
                    <a:pt x="3308" y="2959"/>
                  </a:cubicBezTo>
                  <a:cubicBezTo>
                    <a:pt x="3708" y="2626"/>
                    <a:pt x="4264" y="2412"/>
                    <a:pt x="5130" y="2260"/>
                  </a:cubicBezTo>
                  <a:lnTo>
                    <a:pt x="5462" y="2202"/>
                  </a:lnTo>
                  <a:cubicBezTo>
                    <a:pt x="5441" y="2169"/>
                    <a:pt x="5420" y="2136"/>
                    <a:pt x="5403" y="2101"/>
                  </a:cubicBezTo>
                  <a:cubicBezTo>
                    <a:pt x="5400" y="2110"/>
                    <a:pt x="5397" y="2116"/>
                    <a:pt x="5391" y="2119"/>
                  </a:cubicBezTo>
                  <a:cubicBezTo>
                    <a:pt x="5374" y="2130"/>
                    <a:pt x="5204" y="2161"/>
                    <a:pt x="5015" y="2189"/>
                  </a:cubicBezTo>
                  <a:cubicBezTo>
                    <a:pt x="4603" y="2249"/>
                    <a:pt x="4090" y="2371"/>
                    <a:pt x="3824" y="2471"/>
                  </a:cubicBezTo>
                  <a:cubicBezTo>
                    <a:pt x="3718" y="2511"/>
                    <a:pt x="3480" y="2623"/>
                    <a:pt x="3296" y="2720"/>
                  </a:cubicBezTo>
                  <a:cubicBezTo>
                    <a:pt x="2967" y="2892"/>
                    <a:pt x="2959" y="2895"/>
                    <a:pt x="2916" y="2840"/>
                  </a:cubicBezTo>
                  <a:cubicBezTo>
                    <a:pt x="2888" y="2802"/>
                    <a:pt x="2878" y="2747"/>
                    <a:pt x="2887" y="2673"/>
                  </a:cubicBezTo>
                  <a:cubicBezTo>
                    <a:pt x="2899" y="2585"/>
                    <a:pt x="2938" y="2526"/>
                    <a:pt x="3083" y="2377"/>
                  </a:cubicBezTo>
                  <a:cubicBezTo>
                    <a:pt x="3474" y="1976"/>
                    <a:pt x="3779" y="1561"/>
                    <a:pt x="3990" y="1139"/>
                  </a:cubicBezTo>
                  <a:cubicBezTo>
                    <a:pt x="4014" y="1091"/>
                    <a:pt x="4038" y="1048"/>
                    <a:pt x="4059" y="1013"/>
                  </a:cubicBezTo>
                  <a:cubicBezTo>
                    <a:pt x="4029" y="994"/>
                    <a:pt x="4001" y="975"/>
                    <a:pt x="3973" y="953"/>
                  </a:cubicBezTo>
                  <a:cubicBezTo>
                    <a:pt x="3895" y="1157"/>
                    <a:pt x="3635" y="1579"/>
                    <a:pt x="3418" y="1832"/>
                  </a:cubicBezTo>
                  <a:cubicBezTo>
                    <a:pt x="3264" y="2012"/>
                    <a:pt x="2893" y="2318"/>
                    <a:pt x="2830" y="2318"/>
                  </a:cubicBezTo>
                  <a:cubicBezTo>
                    <a:pt x="2793" y="2318"/>
                    <a:pt x="2789" y="2289"/>
                    <a:pt x="2806" y="2127"/>
                  </a:cubicBezTo>
                  <a:cubicBezTo>
                    <a:pt x="2817" y="2022"/>
                    <a:pt x="2845" y="1835"/>
                    <a:pt x="2867" y="1711"/>
                  </a:cubicBezTo>
                  <a:cubicBezTo>
                    <a:pt x="2974" y="1120"/>
                    <a:pt x="2996" y="891"/>
                    <a:pt x="2979" y="540"/>
                  </a:cubicBezTo>
                  <a:cubicBezTo>
                    <a:pt x="2970" y="346"/>
                    <a:pt x="2955" y="140"/>
                    <a:pt x="2946" y="84"/>
                  </a:cubicBezTo>
                  <a:lnTo>
                    <a:pt x="2932" y="1"/>
                  </a:lnTo>
                  <a:cubicBezTo>
                    <a:pt x="2909" y="2"/>
                    <a:pt x="2886" y="3"/>
                    <a:pt x="2863" y="3"/>
                  </a:cubicBezTo>
                  <a:cubicBezTo>
                    <a:pt x="2836" y="3"/>
                    <a:pt x="2811" y="2"/>
                    <a:pt x="2785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7" name="橢圓 6"/>
            <p:cNvSpPr/>
            <p:nvPr/>
          </p:nvSpPr>
          <p:spPr>
            <a:xfrm>
              <a:off x="5946277" y="2070628"/>
              <a:ext cx="473634" cy="473634"/>
            </a:xfrm>
            <a:prstGeom prst="ellipse">
              <a:avLst/>
            </a:prstGeom>
            <a:solidFill>
              <a:srgbClr val="C00000"/>
            </a:solidFill>
            <a:ln w="25400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233680" indent="-233680" eaLnBrk="1" fontAlgn="auto" hangingPunct="1">
                <a:lnSpc>
                  <a:spcPct val="95000"/>
                </a:lnSpc>
                <a:spcBef>
                  <a:spcPct val="50000"/>
                </a:spcBef>
                <a:spcAft>
                  <a:spcPct val="35000"/>
                </a:spcAft>
                <a:buClr>
                  <a:srgbClr val="678BA8"/>
                </a:buClr>
                <a:buFontTx/>
                <a:buChar char="•"/>
                <a:defRPr/>
              </a:pPr>
              <a:endParaRPr lang="zh-TW" altLang="en-US" sz="3200" ker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67" name="橢圓 5"/>
            <p:cNvSpPr/>
            <p:nvPr/>
          </p:nvSpPr>
          <p:spPr>
            <a:xfrm>
              <a:off x="4968767" y="2164824"/>
              <a:ext cx="803634" cy="801843"/>
            </a:xfrm>
            <a:prstGeom prst="ellipse">
              <a:avLst/>
            </a:prstGeom>
            <a:solidFill>
              <a:srgbClr val="C00000"/>
            </a:solidFill>
            <a:ln w="25400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233680" indent="-233680" eaLnBrk="1" fontAlgn="auto" hangingPunct="1">
                <a:lnSpc>
                  <a:spcPct val="95000"/>
                </a:lnSpc>
                <a:spcBef>
                  <a:spcPct val="50000"/>
                </a:spcBef>
                <a:spcAft>
                  <a:spcPct val="35000"/>
                </a:spcAft>
                <a:buClr>
                  <a:srgbClr val="678BA8"/>
                </a:buClr>
                <a:buFontTx/>
                <a:buChar char="•"/>
                <a:defRPr/>
              </a:pPr>
              <a:endParaRPr lang="zh-TW" altLang="en-US" sz="3200" ker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83" name="Freeform 160"/>
            <p:cNvSpPr>
              <a:spLocks noChangeArrowheads="1"/>
            </p:cNvSpPr>
            <p:nvPr/>
          </p:nvSpPr>
          <p:spPr bwMode="auto">
            <a:xfrm>
              <a:off x="5231541" y="2451082"/>
              <a:ext cx="315495" cy="220381"/>
            </a:xfrm>
            <a:custGeom>
              <a:avLst/>
              <a:gdLst>
                <a:gd name="T0" fmla="*/ 147281 w 601"/>
                <a:gd name="T1" fmla="*/ 68912 h 418"/>
                <a:gd name="T2" fmla="*/ 147281 w 601"/>
                <a:gd name="T3" fmla="*/ 68912 h 418"/>
                <a:gd name="T4" fmla="*/ 213018 w 601"/>
                <a:gd name="T5" fmla="*/ 2526 h 418"/>
                <a:gd name="T6" fmla="*/ 215533 w 601"/>
                <a:gd name="T7" fmla="*/ 10102 h 418"/>
                <a:gd name="T8" fmla="*/ 215533 w 601"/>
                <a:gd name="T9" fmla="*/ 139989 h 418"/>
                <a:gd name="T10" fmla="*/ 213018 w 601"/>
                <a:gd name="T11" fmla="*/ 147927 h 418"/>
                <a:gd name="T12" fmla="*/ 147281 w 601"/>
                <a:gd name="T13" fmla="*/ 68912 h 418"/>
                <a:gd name="T14" fmla="*/ 2515 w 601"/>
                <a:gd name="T15" fmla="*/ 2526 h 418"/>
                <a:gd name="T16" fmla="*/ 2515 w 601"/>
                <a:gd name="T17" fmla="*/ 2526 h 418"/>
                <a:gd name="T18" fmla="*/ 10058 w 601"/>
                <a:gd name="T19" fmla="*/ 0 h 418"/>
                <a:gd name="T20" fmla="*/ 205475 w 601"/>
                <a:gd name="T21" fmla="*/ 0 h 418"/>
                <a:gd name="T22" fmla="*/ 213018 w 601"/>
                <a:gd name="T23" fmla="*/ 2526 h 418"/>
                <a:gd name="T24" fmla="*/ 106689 w 601"/>
                <a:gd name="T25" fmla="*/ 86591 h 418"/>
                <a:gd name="T26" fmla="*/ 2515 w 601"/>
                <a:gd name="T27" fmla="*/ 2526 h 418"/>
                <a:gd name="T28" fmla="*/ 2515 w 601"/>
                <a:gd name="T29" fmla="*/ 147927 h 418"/>
                <a:gd name="T30" fmla="*/ 2515 w 601"/>
                <a:gd name="T31" fmla="*/ 147927 h 418"/>
                <a:gd name="T32" fmla="*/ 0 w 601"/>
                <a:gd name="T33" fmla="*/ 139989 h 418"/>
                <a:gd name="T34" fmla="*/ 0 w 601"/>
                <a:gd name="T35" fmla="*/ 10102 h 418"/>
                <a:gd name="T36" fmla="*/ 2515 w 601"/>
                <a:gd name="T37" fmla="*/ 2526 h 418"/>
                <a:gd name="T38" fmla="*/ 68611 w 601"/>
                <a:gd name="T39" fmla="*/ 68912 h 418"/>
                <a:gd name="T40" fmla="*/ 2515 w 601"/>
                <a:gd name="T41" fmla="*/ 147927 h 418"/>
                <a:gd name="T42" fmla="*/ 106689 w 601"/>
                <a:gd name="T43" fmla="*/ 107157 h 418"/>
                <a:gd name="T44" fmla="*/ 106689 w 601"/>
                <a:gd name="T45" fmla="*/ 107157 h 418"/>
                <a:gd name="T46" fmla="*/ 134349 w 601"/>
                <a:gd name="T47" fmla="*/ 79014 h 418"/>
                <a:gd name="T48" fmla="*/ 213018 w 601"/>
                <a:gd name="T49" fmla="*/ 147927 h 418"/>
                <a:gd name="T50" fmla="*/ 205475 w 601"/>
                <a:gd name="T51" fmla="*/ 150452 h 418"/>
                <a:gd name="T52" fmla="*/ 10058 w 601"/>
                <a:gd name="T53" fmla="*/ 150452 h 418"/>
                <a:gd name="T54" fmla="*/ 2515 w 601"/>
                <a:gd name="T55" fmla="*/ 147927 h 418"/>
                <a:gd name="T56" fmla="*/ 78669 w 601"/>
                <a:gd name="T57" fmla="*/ 79014 h 418"/>
                <a:gd name="T58" fmla="*/ 106689 w 601"/>
                <a:gd name="T59" fmla="*/ 107157 h 418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601" h="418">
                  <a:moveTo>
                    <a:pt x="410" y="191"/>
                  </a:moveTo>
                  <a:lnTo>
                    <a:pt x="410" y="191"/>
                  </a:lnTo>
                  <a:cubicBezTo>
                    <a:pt x="593" y="7"/>
                    <a:pt x="593" y="7"/>
                    <a:pt x="593" y="7"/>
                  </a:cubicBezTo>
                  <a:cubicBezTo>
                    <a:pt x="600" y="14"/>
                    <a:pt x="600" y="21"/>
                    <a:pt x="600" y="28"/>
                  </a:cubicBezTo>
                  <a:cubicBezTo>
                    <a:pt x="600" y="388"/>
                    <a:pt x="600" y="388"/>
                    <a:pt x="600" y="388"/>
                  </a:cubicBezTo>
                  <a:cubicBezTo>
                    <a:pt x="600" y="395"/>
                    <a:pt x="600" y="403"/>
                    <a:pt x="593" y="410"/>
                  </a:cubicBezTo>
                  <a:lnTo>
                    <a:pt x="410" y="191"/>
                  </a:lnTo>
                  <a:close/>
                  <a:moveTo>
                    <a:pt x="7" y="7"/>
                  </a:moveTo>
                  <a:lnTo>
                    <a:pt x="7" y="7"/>
                  </a:lnTo>
                  <a:cubicBezTo>
                    <a:pt x="14" y="7"/>
                    <a:pt x="21" y="0"/>
                    <a:pt x="28" y="0"/>
                  </a:cubicBezTo>
                  <a:cubicBezTo>
                    <a:pt x="572" y="0"/>
                    <a:pt x="572" y="0"/>
                    <a:pt x="572" y="0"/>
                  </a:cubicBezTo>
                  <a:cubicBezTo>
                    <a:pt x="579" y="0"/>
                    <a:pt x="586" y="7"/>
                    <a:pt x="593" y="7"/>
                  </a:cubicBezTo>
                  <a:cubicBezTo>
                    <a:pt x="297" y="240"/>
                    <a:pt x="297" y="240"/>
                    <a:pt x="297" y="240"/>
                  </a:cubicBezTo>
                  <a:lnTo>
                    <a:pt x="7" y="7"/>
                  </a:lnTo>
                  <a:close/>
                  <a:moveTo>
                    <a:pt x="7" y="410"/>
                  </a:moveTo>
                  <a:lnTo>
                    <a:pt x="7" y="410"/>
                  </a:lnTo>
                  <a:cubicBezTo>
                    <a:pt x="0" y="403"/>
                    <a:pt x="0" y="395"/>
                    <a:pt x="0" y="38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1"/>
                    <a:pt x="0" y="14"/>
                    <a:pt x="7" y="7"/>
                  </a:cubicBezTo>
                  <a:cubicBezTo>
                    <a:pt x="191" y="191"/>
                    <a:pt x="191" y="191"/>
                    <a:pt x="191" y="191"/>
                  </a:cubicBezTo>
                  <a:lnTo>
                    <a:pt x="7" y="410"/>
                  </a:lnTo>
                  <a:close/>
                  <a:moveTo>
                    <a:pt x="297" y="297"/>
                  </a:moveTo>
                  <a:lnTo>
                    <a:pt x="297" y="297"/>
                  </a:lnTo>
                  <a:cubicBezTo>
                    <a:pt x="374" y="219"/>
                    <a:pt x="374" y="219"/>
                    <a:pt x="374" y="219"/>
                  </a:cubicBezTo>
                  <a:cubicBezTo>
                    <a:pt x="593" y="410"/>
                    <a:pt x="593" y="410"/>
                    <a:pt x="593" y="410"/>
                  </a:cubicBezTo>
                  <a:cubicBezTo>
                    <a:pt x="586" y="417"/>
                    <a:pt x="579" y="417"/>
                    <a:pt x="572" y="417"/>
                  </a:cubicBezTo>
                  <a:cubicBezTo>
                    <a:pt x="28" y="417"/>
                    <a:pt x="28" y="417"/>
                    <a:pt x="28" y="417"/>
                  </a:cubicBezTo>
                  <a:cubicBezTo>
                    <a:pt x="21" y="417"/>
                    <a:pt x="14" y="417"/>
                    <a:pt x="7" y="410"/>
                  </a:cubicBezTo>
                  <a:cubicBezTo>
                    <a:pt x="219" y="219"/>
                    <a:pt x="219" y="219"/>
                    <a:pt x="219" y="219"/>
                  </a:cubicBezTo>
                  <a:lnTo>
                    <a:pt x="297" y="29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3" name="橢圓 7"/>
            <p:cNvSpPr/>
            <p:nvPr/>
          </p:nvSpPr>
          <p:spPr>
            <a:xfrm>
              <a:off x="6537867" y="2351323"/>
              <a:ext cx="803634" cy="803632"/>
            </a:xfrm>
            <a:prstGeom prst="ellipse">
              <a:avLst/>
            </a:prstGeom>
            <a:solidFill>
              <a:srgbClr val="C00000"/>
            </a:solidFill>
            <a:ln w="25400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233680" indent="-233680" eaLnBrk="1" fontAlgn="auto" hangingPunct="1">
                <a:lnSpc>
                  <a:spcPct val="95000"/>
                </a:lnSpc>
                <a:spcBef>
                  <a:spcPct val="50000"/>
                </a:spcBef>
                <a:spcAft>
                  <a:spcPct val="35000"/>
                </a:spcAft>
                <a:buClr>
                  <a:srgbClr val="678BA8"/>
                </a:buClr>
                <a:buFontTx/>
                <a:buChar char="•"/>
                <a:defRPr/>
              </a:pPr>
              <a:endParaRPr lang="zh-TW" altLang="en-US" sz="3200" ker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84" name="Freeform 10"/>
            <p:cNvSpPr>
              <a:spLocks noChangeArrowheads="1"/>
            </p:cNvSpPr>
            <p:nvPr/>
          </p:nvSpPr>
          <p:spPr bwMode="auto">
            <a:xfrm>
              <a:off x="6841092" y="2585466"/>
              <a:ext cx="197184" cy="320133"/>
            </a:xfrm>
            <a:custGeom>
              <a:avLst/>
              <a:gdLst>
                <a:gd name="T0" fmla="*/ 134573 w 376"/>
                <a:gd name="T1" fmla="*/ 205765 h 609"/>
                <a:gd name="T2" fmla="*/ 134573 w 376"/>
                <a:gd name="T3" fmla="*/ 205765 h 609"/>
                <a:gd name="T4" fmla="*/ 109094 w 376"/>
                <a:gd name="T5" fmla="*/ 216197 h 609"/>
                <a:gd name="T6" fmla="*/ 86486 w 376"/>
                <a:gd name="T7" fmla="*/ 218715 h 609"/>
                <a:gd name="T8" fmla="*/ 61006 w 376"/>
                <a:gd name="T9" fmla="*/ 213679 h 609"/>
                <a:gd name="T10" fmla="*/ 43063 w 376"/>
                <a:gd name="T11" fmla="*/ 203247 h 609"/>
                <a:gd name="T12" fmla="*/ 30503 w 376"/>
                <a:gd name="T13" fmla="*/ 188138 h 609"/>
                <a:gd name="T14" fmla="*/ 27991 w 376"/>
                <a:gd name="T15" fmla="*/ 165116 h 609"/>
                <a:gd name="T16" fmla="*/ 27991 w 376"/>
                <a:gd name="T17" fmla="*/ 88853 h 609"/>
                <a:gd name="T18" fmla="*/ 0 w 376"/>
                <a:gd name="T19" fmla="*/ 88853 h 609"/>
                <a:gd name="T20" fmla="*/ 0 w 376"/>
                <a:gd name="T21" fmla="*/ 58276 h 609"/>
                <a:gd name="T22" fmla="*/ 22967 w 376"/>
                <a:gd name="T23" fmla="*/ 48204 h 609"/>
                <a:gd name="T24" fmla="*/ 38039 w 376"/>
                <a:gd name="T25" fmla="*/ 28059 h 609"/>
                <a:gd name="T26" fmla="*/ 45575 w 376"/>
                <a:gd name="T27" fmla="*/ 0 h 609"/>
                <a:gd name="T28" fmla="*/ 76079 w 376"/>
                <a:gd name="T29" fmla="*/ 0 h 609"/>
                <a:gd name="T30" fmla="*/ 76079 w 376"/>
                <a:gd name="T31" fmla="*/ 50722 h 609"/>
                <a:gd name="T32" fmla="*/ 127037 w 376"/>
                <a:gd name="T33" fmla="*/ 50722 h 609"/>
                <a:gd name="T34" fmla="*/ 127037 w 376"/>
                <a:gd name="T35" fmla="*/ 88853 h 609"/>
                <a:gd name="T36" fmla="*/ 76079 w 376"/>
                <a:gd name="T37" fmla="*/ 88853 h 609"/>
                <a:gd name="T38" fmla="*/ 76079 w 376"/>
                <a:gd name="T39" fmla="*/ 144971 h 609"/>
                <a:gd name="T40" fmla="*/ 78591 w 376"/>
                <a:gd name="T41" fmla="*/ 167634 h 609"/>
                <a:gd name="T42" fmla="*/ 86486 w 376"/>
                <a:gd name="T43" fmla="*/ 178066 h 609"/>
                <a:gd name="T44" fmla="*/ 101558 w 376"/>
                <a:gd name="T45" fmla="*/ 183102 h 609"/>
                <a:gd name="T46" fmla="*/ 134573 w 376"/>
                <a:gd name="T47" fmla="*/ 172670 h 609"/>
                <a:gd name="T48" fmla="*/ 134573 w 376"/>
                <a:gd name="T49" fmla="*/ 205765 h 609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376" h="609">
                  <a:moveTo>
                    <a:pt x="375" y="572"/>
                  </a:moveTo>
                  <a:lnTo>
                    <a:pt x="375" y="572"/>
                  </a:lnTo>
                  <a:cubicBezTo>
                    <a:pt x="347" y="587"/>
                    <a:pt x="325" y="594"/>
                    <a:pt x="304" y="601"/>
                  </a:cubicBezTo>
                  <a:cubicBezTo>
                    <a:pt x="283" y="601"/>
                    <a:pt x="262" y="608"/>
                    <a:pt x="241" y="608"/>
                  </a:cubicBezTo>
                  <a:cubicBezTo>
                    <a:pt x="212" y="608"/>
                    <a:pt x="191" y="601"/>
                    <a:pt x="170" y="594"/>
                  </a:cubicBezTo>
                  <a:cubicBezTo>
                    <a:pt x="156" y="587"/>
                    <a:pt x="135" y="580"/>
                    <a:pt x="120" y="565"/>
                  </a:cubicBezTo>
                  <a:cubicBezTo>
                    <a:pt x="106" y="551"/>
                    <a:pt x="92" y="537"/>
                    <a:pt x="85" y="523"/>
                  </a:cubicBezTo>
                  <a:cubicBezTo>
                    <a:pt x="85" y="509"/>
                    <a:pt x="78" y="488"/>
                    <a:pt x="78" y="459"/>
                  </a:cubicBezTo>
                  <a:cubicBezTo>
                    <a:pt x="78" y="247"/>
                    <a:pt x="78" y="247"/>
                    <a:pt x="78" y="247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0" y="162"/>
                    <a:pt x="0" y="162"/>
                    <a:pt x="0" y="162"/>
                  </a:cubicBezTo>
                  <a:cubicBezTo>
                    <a:pt x="22" y="155"/>
                    <a:pt x="50" y="148"/>
                    <a:pt x="64" y="134"/>
                  </a:cubicBezTo>
                  <a:cubicBezTo>
                    <a:pt x="85" y="113"/>
                    <a:pt x="99" y="99"/>
                    <a:pt x="106" y="78"/>
                  </a:cubicBezTo>
                  <a:cubicBezTo>
                    <a:pt x="113" y="56"/>
                    <a:pt x="120" y="35"/>
                    <a:pt x="127" y="0"/>
                  </a:cubicBezTo>
                  <a:cubicBezTo>
                    <a:pt x="212" y="0"/>
                    <a:pt x="212" y="0"/>
                    <a:pt x="212" y="0"/>
                  </a:cubicBezTo>
                  <a:cubicBezTo>
                    <a:pt x="212" y="141"/>
                    <a:pt x="212" y="141"/>
                    <a:pt x="212" y="141"/>
                  </a:cubicBezTo>
                  <a:cubicBezTo>
                    <a:pt x="354" y="141"/>
                    <a:pt x="354" y="141"/>
                    <a:pt x="354" y="141"/>
                  </a:cubicBezTo>
                  <a:cubicBezTo>
                    <a:pt x="354" y="247"/>
                    <a:pt x="354" y="247"/>
                    <a:pt x="354" y="247"/>
                  </a:cubicBezTo>
                  <a:cubicBezTo>
                    <a:pt x="212" y="247"/>
                    <a:pt x="212" y="247"/>
                    <a:pt x="212" y="247"/>
                  </a:cubicBezTo>
                  <a:cubicBezTo>
                    <a:pt x="212" y="403"/>
                    <a:pt x="212" y="403"/>
                    <a:pt x="212" y="403"/>
                  </a:cubicBezTo>
                  <a:cubicBezTo>
                    <a:pt x="212" y="438"/>
                    <a:pt x="212" y="459"/>
                    <a:pt x="219" y="466"/>
                  </a:cubicBezTo>
                  <a:cubicBezTo>
                    <a:pt x="219" y="480"/>
                    <a:pt x="227" y="488"/>
                    <a:pt x="241" y="495"/>
                  </a:cubicBezTo>
                  <a:cubicBezTo>
                    <a:pt x="255" y="502"/>
                    <a:pt x="269" y="509"/>
                    <a:pt x="283" y="509"/>
                  </a:cubicBezTo>
                  <a:cubicBezTo>
                    <a:pt x="318" y="509"/>
                    <a:pt x="347" y="495"/>
                    <a:pt x="375" y="480"/>
                  </a:cubicBezTo>
                  <a:lnTo>
                    <a:pt x="375" y="572"/>
                  </a:lnTo>
                </a:path>
              </a:pathLst>
            </a:cu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4" name="橢圓 3"/>
            <p:cNvSpPr/>
            <p:nvPr/>
          </p:nvSpPr>
          <p:spPr>
            <a:xfrm>
              <a:off x="3940511" y="4008335"/>
              <a:ext cx="801843" cy="803632"/>
            </a:xfrm>
            <a:prstGeom prst="ellipse">
              <a:avLst/>
            </a:prstGeom>
            <a:solidFill>
              <a:srgbClr val="C00000"/>
            </a:solidFill>
            <a:ln w="25400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233680" indent="-233680" eaLnBrk="1" fontAlgn="auto" hangingPunct="1">
                <a:lnSpc>
                  <a:spcPct val="95000"/>
                </a:lnSpc>
                <a:spcBef>
                  <a:spcPct val="50000"/>
                </a:spcBef>
                <a:spcAft>
                  <a:spcPct val="35000"/>
                </a:spcAft>
                <a:buClr>
                  <a:srgbClr val="678BA8"/>
                </a:buClr>
                <a:buFontTx/>
                <a:buChar char="•"/>
                <a:defRPr/>
              </a:pPr>
              <a:endParaRPr lang="zh-TW" altLang="en-US" sz="3200" ker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85" name="Freeform 22"/>
            <p:cNvSpPr>
              <a:spLocks noChangeArrowheads="1"/>
            </p:cNvSpPr>
            <p:nvPr/>
          </p:nvSpPr>
          <p:spPr bwMode="auto">
            <a:xfrm>
              <a:off x="4182526" y="4237002"/>
              <a:ext cx="317815" cy="301575"/>
            </a:xfrm>
            <a:custGeom>
              <a:avLst/>
              <a:gdLst>
                <a:gd name="T0" fmla="*/ 212060 w 602"/>
                <a:gd name="T1" fmla="*/ 129660 h 573"/>
                <a:gd name="T2" fmla="*/ 186411 w 602"/>
                <a:gd name="T3" fmla="*/ 124617 h 573"/>
                <a:gd name="T4" fmla="*/ 168709 w 602"/>
                <a:gd name="T5" fmla="*/ 88961 h 573"/>
                <a:gd name="T6" fmla="*/ 217118 w 602"/>
                <a:gd name="T7" fmla="*/ 94003 h 573"/>
                <a:gd name="T8" fmla="*/ 212060 w 602"/>
                <a:gd name="T9" fmla="*/ 129660 h 573"/>
                <a:gd name="T10" fmla="*/ 168709 w 602"/>
                <a:gd name="T11" fmla="*/ 112012 h 573"/>
                <a:gd name="T12" fmla="*/ 171238 w 602"/>
                <a:gd name="T13" fmla="*/ 112012 h 573"/>
                <a:gd name="T14" fmla="*/ 178824 w 602"/>
                <a:gd name="T15" fmla="*/ 129660 h 573"/>
                <a:gd name="T16" fmla="*/ 161122 w 602"/>
                <a:gd name="T17" fmla="*/ 142626 h 573"/>
                <a:gd name="T18" fmla="*/ 102237 w 602"/>
                <a:gd name="T19" fmla="*/ 2521 h 573"/>
                <a:gd name="T20" fmla="*/ 163651 w 602"/>
                <a:gd name="T21" fmla="*/ 101927 h 573"/>
                <a:gd name="T22" fmla="*/ 166180 w 602"/>
                <a:gd name="T23" fmla="*/ 106969 h 573"/>
                <a:gd name="T24" fmla="*/ 168709 w 602"/>
                <a:gd name="T25" fmla="*/ 109490 h 573"/>
                <a:gd name="T26" fmla="*/ 168709 w 602"/>
                <a:gd name="T27" fmla="*/ 112012 h 573"/>
                <a:gd name="T28" fmla="*/ 107294 w 602"/>
                <a:gd name="T29" fmla="*/ 68792 h 573"/>
                <a:gd name="T30" fmla="*/ 71530 w 602"/>
                <a:gd name="T31" fmla="*/ 129660 h 573"/>
                <a:gd name="T32" fmla="*/ 38294 w 602"/>
                <a:gd name="T33" fmla="*/ 175761 h 573"/>
                <a:gd name="T34" fmla="*/ 25650 w 602"/>
                <a:gd name="T35" fmla="*/ 160274 h 573"/>
                <a:gd name="T36" fmla="*/ 66472 w 602"/>
                <a:gd name="T37" fmla="*/ 88961 h 573"/>
                <a:gd name="T38" fmla="*/ 92122 w 602"/>
                <a:gd name="T39" fmla="*/ 53305 h 573"/>
                <a:gd name="T40" fmla="*/ 107294 w 602"/>
                <a:gd name="T41" fmla="*/ 68792 h 573"/>
                <a:gd name="T42" fmla="*/ 2529 w 602"/>
                <a:gd name="T43" fmla="*/ 129660 h 573"/>
                <a:gd name="T44" fmla="*/ 0 w 602"/>
                <a:gd name="T45" fmla="*/ 94003 h 573"/>
                <a:gd name="T46" fmla="*/ 53828 w 602"/>
                <a:gd name="T47" fmla="*/ 88961 h 573"/>
                <a:gd name="T48" fmla="*/ 2529 w 602"/>
                <a:gd name="T49" fmla="*/ 129660 h 573"/>
                <a:gd name="T50" fmla="*/ 23121 w 602"/>
                <a:gd name="T51" fmla="*/ 173240 h 573"/>
                <a:gd name="T52" fmla="*/ 35765 w 602"/>
                <a:gd name="T53" fmla="*/ 185846 h 573"/>
                <a:gd name="T54" fmla="*/ 15534 w 602"/>
                <a:gd name="T55" fmla="*/ 195930 h 573"/>
                <a:gd name="T56" fmla="*/ 23121 w 602"/>
                <a:gd name="T57" fmla="*/ 173240 h 573"/>
                <a:gd name="T58" fmla="*/ 125357 w 602"/>
                <a:gd name="T59" fmla="*/ 88961 h 573"/>
                <a:gd name="T60" fmla="*/ 81645 w 602"/>
                <a:gd name="T61" fmla="*/ 129660 h 573"/>
                <a:gd name="T62" fmla="*/ 125357 w 602"/>
                <a:gd name="T63" fmla="*/ 88961 h 573"/>
                <a:gd name="T64" fmla="*/ 171238 w 602"/>
                <a:gd name="T65" fmla="*/ 150189 h 573"/>
                <a:gd name="T66" fmla="*/ 186411 w 602"/>
                <a:gd name="T67" fmla="*/ 147668 h 573"/>
                <a:gd name="T68" fmla="*/ 191468 w 602"/>
                <a:gd name="T69" fmla="*/ 167837 h 573"/>
                <a:gd name="T70" fmla="*/ 178824 w 602"/>
                <a:gd name="T71" fmla="*/ 170358 h 573"/>
                <a:gd name="T72" fmla="*/ 171238 w 602"/>
                <a:gd name="T73" fmla="*/ 150189 h 573"/>
                <a:gd name="T74" fmla="*/ 209531 w 602"/>
                <a:gd name="T75" fmla="*/ 206015 h 573"/>
                <a:gd name="T76" fmla="*/ 191468 w 602"/>
                <a:gd name="T77" fmla="*/ 178282 h 573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602" h="573">
                  <a:moveTo>
                    <a:pt x="587" y="360"/>
                  </a:moveTo>
                  <a:lnTo>
                    <a:pt x="587" y="360"/>
                  </a:lnTo>
                  <a:cubicBezTo>
                    <a:pt x="523" y="360"/>
                    <a:pt x="523" y="360"/>
                    <a:pt x="523" y="360"/>
                  </a:cubicBezTo>
                  <a:cubicBezTo>
                    <a:pt x="516" y="353"/>
                    <a:pt x="516" y="353"/>
                    <a:pt x="516" y="346"/>
                  </a:cubicBezTo>
                  <a:cubicBezTo>
                    <a:pt x="516" y="346"/>
                    <a:pt x="509" y="332"/>
                    <a:pt x="502" y="318"/>
                  </a:cubicBezTo>
                  <a:cubicBezTo>
                    <a:pt x="495" y="304"/>
                    <a:pt x="481" y="275"/>
                    <a:pt x="467" y="247"/>
                  </a:cubicBezTo>
                  <a:cubicBezTo>
                    <a:pt x="587" y="247"/>
                    <a:pt x="587" y="247"/>
                    <a:pt x="587" y="247"/>
                  </a:cubicBezTo>
                  <a:cubicBezTo>
                    <a:pt x="594" y="247"/>
                    <a:pt x="601" y="254"/>
                    <a:pt x="601" y="261"/>
                  </a:cubicBezTo>
                  <a:cubicBezTo>
                    <a:pt x="601" y="346"/>
                    <a:pt x="601" y="346"/>
                    <a:pt x="601" y="346"/>
                  </a:cubicBezTo>
                  <a:cubicBezTo>
                    <a:pt x="601" y="353"/>
                    <a:pt x="594" y="360"/>
                    <a:pt x="587" y="360"/>
                  </a:cubicBezTo>
                  <a:close/>
                  <a:moveTo>
                    <a:pt x="467" y="311"/>
                  </a:moveTo>
                  <a:lnTo>
                    <a:pt x="467" y="311"/>
                  </a:lnTo>
                  <a:cubicBezTo>
                    <a:pt x="474" y="311"/>
                    <a:pt x="474" y="311"/>
                    <a:pt x="474" y="311"/>
                  </a:cubicBezTo>
                  <a:cubicBezTo>
                    <a:pt x="481" y="332"/>
                    <a:pt x="488" y="353"/>
                    <a:pt x="495" y="360"/>
                  </a:cubicBezTo>
                  <a:cubicBezTo>
                    <a:pt x="502" y="375"/>
                    <a:pt x="488" y="389"/>
                    <a:pt x="474" y="396"/>
                  </a:cubicBezTo>
                  <a:cubicBezTo>
                    <a:pt x="467" y="396"/>
                    <a:pt x="460" y="403"/>
                    <a:pt x="446" y="396"/>
                  </a:cubicBezTo>
                  <a:cubicBezTo>
                    <a:pt x="431" y="389"/>
                    <a:pt x="361" y="219"/>
                    <a:pt x="340" y="177"/>
                  </a:cubicBezTo>
                  <a:cubicBezTo>
                    <a:pt x="325" y="127"/>
                    <a:pt x="269" y="14"/>
                    <a:pt x="283" y="7"/>
                  </a:cubicBezTo>
                  <a:cubicBezTo>
                    <a:pt x="297" y="0"/>
                    <a:pt x="347" y="92"/>
                    <a:pt x="375" y="148"/>
                  </a:cubicBezTo>
                  <a:cubicBezTo>
                    <a:pt x="396" y="177"/>
                    <a:pt x="431" y="233"/>
                    <a:pt x="453" y="283"/>
                  </a:cubicBezTo>
                  <a:lnTo>
                    <a:pt x="460" y="290"/>
                  </a:lnTo>
                  <a:cubicBezTo>
                    <a:pt x="460" y="290"/>
                    <a:pt x="460" y="290"/>
                    <a:pt x="460" y="297"/>
                  </a:cubicBezTo>
                  <a:cubicBezTo>
                    <a:pt x="460" y="297"/>
                    <a:pt x="460" y="297"/>
                    <a:pt x="467" y="304"/>
                  </a:cubicBezTo>
                  <a:cubicBezTo>
                    <a:pt x="467" y="304"/>
                    <a:pt x="467" y="304"/>
                    <a:pt x="467" y="311"/>
                  </a:cubicBezTo>
                  <a:close/>
                  <a:moveTo>
                    <a:pt x="297" y="191"/>
                  </a:moveTo>
                  <a:lnTo>
                    <a:pt x="297" y="191"/>
                  </a:lnTo>
                  <a:cubicBezTo>
                    <a:pt x="248" y="275"/>
                    <a:pt x="248" y="275"/>
                    <a:pt x="248" y="275"/>
                  </a:cubicBezTo>
                  <a:cubicBezTo>
                    <a:pt x="198" y="360"/>
                    <a:pt x="198" y="360"/>
                    <a:pt x="198" y="360"/>
                  </a:cubicBezTo>
                  <a:cubicBezTo>
                    <a:pt x="127" y="481"/>
                    <a:pt x="127" y="481"/>
                    <a:pt x="127" y="481"/>
                  </a:cubicBezTo>
                  <a:cubicBezTo>
                    <a:pt x="127" y="488"/>
                    <a:pt x="113" y="488"/>
                    <a:pt x="106" y="488"/>
                  </a:cubicBezTo>
                  <a:cubicBezTo>
                    <a:pt x="71" y="466"/>
                    <a:pt x="71" y="466"/>
                    <a:pt x="71" y="466"/>
                  </a:cubicBezTo>
                  <a:cubicBezTo>
                    <a:pt x="64" y="459"/>
                    <a:pt x="64" y="452"/>
                    <a:pt x="71" y="445"/>
                  </a:cubicBezTo>
                  <a:cubicBezTo>
                    <a:pt x="120" y="360"/>
                    <a:pt x="120" y="360"/>
                    <a:pt x="120" y="360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233" y="155"/>
                    <a:pt x="233" y="155"/>
                    <a:pt x="233" y="155"/>
                  </a:cubicBezTo>
                  <a:cubicBezTo>
                    <a:pt x="240" y="148"/>
                    <a:pt x="248" y="141"/>
                    <a:pt x="255" y="148"/>
                  </a:cubicBezTo>
                  <a:cubicBezTo>
                    <a:pt x="290" y="170"/>
                    <a:pt x="290" y="170"/>
                    <a:pt x="290" y="170"/>
                  </a:cubicBezTo>
                  <a:cubicBezTo>
                    <a:pt x="297" y="170"/>
                    <a:pt x="304" y="184"/>
                    <a:pt x="297" y="191"/>
                  </a:cubicBezTo>
                  <a:close/>
                  <a:moveTo>
                    <a:pt x="7" y="360"/>
                  </a:moveTo>
                  <a:lnTo>
                    <a:pt x="7" y="360"/>
                  </a:lnTo>
                  <a:cubicBezTo>
                    <a:pt x="0" y="360"/>
                    <a:pt x="0" y="353"/>
                    <a:pt x="0" y="346"/>
                  </a:cubicBezTo>
                  <a:cubicBezTo>
                    <a:pt x="0" y="261"/>
                    <a:pt x="0" y="261"/>
                    <a:pt x="0" y="261"/>
                  </a:cubicBezTo>
                  <a:cubicBezTo>
                    <a:pt x="0" y="254"/>
                    <a:pt x="0" y="247"/>
                    <a:pt x="7" y="247"/>
                  </a:cubicBezTo>
                  <a:cubicBezTo>
                    <a:pt x="149" y="247"/>
                    <a:pt x="149" y="247"/>
                    <a:pt x="149" y="247"/>
                  </a:cubicBezTo>
                  <a:cubicBezTo>
                    <a:pt x="92" y="360"/>
                    <a:pt x="92" y="360"/>
                    <a:pt x="92" y="360"/>
                  </a:cubicBezTo>
                  <a:lnTo>
                    <a:pt x="7" y="360"/>
                  </a:lnTo>
                  <a:close/>
                  <a:moveTo>
                    <a:pt x="64" y="481"/>
                  </a:moveTo>
                  <a:lnTo>
                    <a:pt x="64" y="481"/>
                  </a:lnTo>
                  <a:cubicBezTo>
                    <a:pt x="99" y="502"/>
                    <a:pt x="99" y="502"/>
                    <a:pt x="99" y="502"/>
                  </a:cubicBezTo>
                  <a:cubicBezTo>
                    <a:pt x="106" y="509"/>
                    <a:pt x="106" y="516"/>
                    <a:pt x="99" y="516"/>
                  </a:cubicBezTo>
                  <a:cubicBezTo>
                    <a:pt x="50" y="551"/>
                    <a:pt x="50" y="551"/>
                    <a:pt x="50" y="551"/>
                  </a:cubicBezTo>
                  <a:cubicBezTo>
                    <a:pt x="43" y="551"/>
                    <a:pt x="43" y="551"/>
                    <a:pt x="43" y="544"/>
                  </a:cubicBezTo>
                  <a:cubicBezTo>
                    <a:pt x="50" y="488"/>
                    <a:pt x="50" y="488"/>
                    <a:pt x="50" y="488"/>
                  </a:cubicBezTo>
                  <a:cubicBezTo>
                    <a:pt x="50" y="481"/>
                    <a:pt x="57" y="481"/>
                    <a:pt x="64" y="481"/>
                  </a:cubicBezTo>
                  <a:close/>
                  <a:moveTo>
                    <a:pt x="347" y="247"/>
                  </a:moveTo>
                  <a:lnTo>
                    <a:pt x="347" y="247"/>
                  </a:lnTo>
                  <a:cubicBezTo>
                    <a:pt x="368" y="297"/>
                    <a:pt x="382" y="332"/>
                    <a:pt x="396" y="360"/>
                  </a:cubicBezTo>
                  <a:cubicBezTo>
                    <a:pt x="226" y="360"/>
                    <a:pt x="226" y="360"/>
                    <a:pt x="226" y="360"/>
                  </a:cubicBezTo>
                  <a:cubicBezTo>
                    <a:pt x="290" y="247"/>
                    <a:pt x="290" y="247"/>
                    <a:pt x="290" y="247"/>
                  </a:cubicBezTo>
                  <a:lnTo>
                    <a:pt x="347" y="247"/>
                  </a:lnTo>
                  <a:close/>
                  <a:moveTo>
                    <a:pt x="474" y="417"/>
                  </a:moveTo>
                  <a:lnTo>
                    <a:pt x="474" y="417"/>
                  </a:lnTo>
                  <a:cubicBezTo>
                    <a:pt x="495" y="403"/>
                    <a:pt x="495" y="403"/>
                    <a:pt x="495" y="403"/>
                  </a:cubicBezTo>
                  <a:cubicBezTo>
                    <a:pt x="502" y="403"/>
                    <a:pt x="516" y="403"/>
                    <a:pt x="516" y="410"/>
                  </a:cubicBezTo>
                  <a:cubicBezTo>
                    <a:pt x="537" y="445"/>
                    <a:pt x="537" y="445"/>
                    <a:pt x="537" y="445"/>
                  </a:cubicBezTo>
                  <a:cubicBezTo>
                    <a:pt x="537" y="452"/>
                    <a:pt x="537" y="459"/>
                    <a:pt x="530" y="466"/>
                  </a:cubicBezTo>
                  <a:cubicBezTo>
                    <a:pt x="516" y="473"/>
                    <a:pt x="516" y="473"/>
                    <a:pt x="516" y="473"/>
                  </a:cubicBezTo>
                  <a:cubicBezTo>
                    <a:pt x="509" y="481"/>
                    <a:pt x="495" y="481"/>
                    <a:pt x="495" y="473"/>
                  </a:cubicBezTo>
                  <a:cubicBezTo>
                    <a:pt x="474" y="438"/>
                    <a:pt x="474" y="438"/>
                    <a:pt x="474" y="438"/>
                  </a:cubicBezTo>
                  <a:cubicBezTo>
                    <a:pt x="467" y="431"/>
                    <a:pt x="467" y="417"/>
                    <a:pt x="474" y="417"/>
                  </a:cubicBezTo>
                  <a:close/>
                  <a:moveTo>
                    <a:pt x="580" y="572"/>
                  </a:moveTo>
                  <a:lnTo>
                    <a:pt x="580" y="572"/>
                  </a:lnTo>
                  <a:cubicBezTo>
                    <a:pt x="580" y="558"/>
                    <a:pt x="544" y="551"/>
                    <a:pt x="530" y="530"/>
                  </a:cubicBezTo>
                  <a:cubicBezTo>
                    <a:pt x="509" y="509"/>
                    <a:pt x="523" y="502"/>
                    <a:pt x="530" y="495"/>
                  </a:cubicBezTo>
                  <a:cubicBezTo>
                    <a:pt x="594" y="459"/>
                    <a:pt x="580" y="572"/>
                    <a:pt x="580" y="57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7" name="橢圓 9"/>
            <p:cNvSpPr/>
            <p:nvPr/>
          </p:nvSpPr>
          <p:spPr>
            <a:xfrm>
              <a:off x="7368034" y="4133505"/>
              <a:ext cx="801843" cy="801843"/>
            </a:xfrm>
            <a:prstGeom prst="ellipse">
              <a:avLst/>
            </a:prstGeom>
            <a:solidFill>
              <a:srgbClr val="C00000"/>
            </a:solidFill>
            <a:ln w="25400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233680" indent="-233680" eaLnBrk="1" fontAlgn="auto" hangingPunct="1">
                <a:lnSpc>
                  <a:spcPct val="95000"/>
                </a:lnSpc>
                <a:spcBef>
                  <a:spcPct val="50000"/>
                </a:spcBef>
                <a:spcAft>
                  <a:spcPct val="35000"/>
                </a:spcAft>
                <a:buClr>
                  <a:srgbClr val="678BA8"/>
                </a:buClr>
                <a:buFontTx/>
                <a:buChar char="•"/>
                <a:defRPr/>
              </a:pPr>
              <a:endParaRPr lang="zh-TW" altLang="en-US" sz="3200" ker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86" name="Freeform 16"/>
            <p:cNvSpPr>
              <a:spLocks noChangeArrowheads="1"/>
            </p:cNvSpPr>
            <p:nvPr/>
          </p:nvSpPr>
          <p:spPr bwMode="auto">
            <a:xfrm>
              <a:off x="7649931" y="4387789"/>
              <a:ext cx="243581" cy="320133"/>
            </a:xfrm>
            <a:custGeom>
              <a:avLst/>
              <a:gdLst>
                <a:gd name="T0" fmla="*/ 69059 w 461"/>
                <a:gd name="T1" fmla="*/ 142453 h 609"/>
                <a:gd name="T2" fmla="*/ 69059 w 461"/>
                <a:gd name="T3" fmla="*/ 142453 h 609"/>
                <a:gd name="T4" fmla="*/ 63997 w 461"/>
                <a:gd name="T5" fmla="*/ 162598 h 609"/>
                <a:gd name="T6" fmla="*/ 58935 w 461"/>
                <a:gd name="T7" fmla="*/ 183102 h 609"/>
                <a:gd name="T8" fmla="*/ 40857 w 461"/>
                <a:gd name="T9" fmla="*/ 213319 h 609"/>
                <a:gd name="T10" fmla="*/ 35795 w 461"/>
                <a:gd name="T11" fmla="*/ 215837 h 609"/>
                <a:gd name="T12" fmla="*/ 33264 w 461"/>
                <a:gd name="T13" fmla="*/ 213319 h 609"/>
                <a:gd name="T14" fmla="*/ 33264 w 461"/>
                <a:gd name="T15" fmla="*/ 185620 h 609"/>
                <a:gd name="T16" fmla="*/ 38326 w 461"/>
                <a:gd name="T17" fmla="*/ 155043 h 609"/>
                <a:gd name="T18" fmla="*/ 51342 w 461"/>
                <a:gd name="T19" fmla="*/ 103962 h 609"/>
                <a:gd name="T20" fmla="*/ 51342 w 461"/>
                <a:gd name="T21" fmla="*/ 98925 h 609"/>
                <a:gd name="T22" fmla="*/ 48811 w 461"/>
                <a:gd name="T23" fmla="*/ 86335 h 609"/>
                <a:gd name="T24" fmla="*/ 48811 w 461"/>
                <a:gd name="T25" fmla="*/ 68708 h 609"/>
                <a:gd name="T26" fmla="*/ 66528 w 461"/>
                <a:gd name="T27" fmla="*/ 48204 h 609"/>
                <a:gd name="T28" fmla="*/ 79544 w 461"/>
                <a:gd name="T29" fmla="*/ 50722 h 609"/>
                <a:gd name="T30" fmla="*/ 87137 w 461"/>
                <a:gd name="T31" fmla="*/ 60794 h 609"/>
                <a:gd name="T32" fmla="*/ 87137 w 461"/>
                <a:gd name="T33" fmla="*/ 76263 h 609"/>
                <a:gd name="T34" fmla="*/ 79544 w 461"/>
                <a:gd name="T35" fmla="*/ 103962 h 609"/>
                <a:gd name="T36" fmla="*/ 77013 w 461"/>
                <a:gd name="T37" fmla="*/ 119430 h 609"/>
                <a:gd name="T38" fmla="*/ 84606 w 461"/>
                <a:gd name="T39" fmla="*/ 132021 h 609"/>
                <a:gd name="T40" fmla="*/ 97261 w 461"/>
                <a:gd name="T41" fmla="*/ 134539 h 609"/>
                <a:gd name="T42" fmla="*/ 120401 w 461"/>
                <a:gd name="T43" fmla="*/ 121948 h 609"/>
                <a:gd name="T44" fmla="*/ 135586 w 461"/>
                <a:gd name="T45" fmla="*/ 81299 h 609"/>
                <a:gd name="T46" fmla="*/ 135586 w 461"/>
                <a:gd name="T47" fmla="*/ 66190 h 609"/>
                <a:gd name="T48" fmla="*/ 125463 w 461"/>
                <a:gd name="T49" fmla="*/ 38131 h 609"/>
                <a:gd name="T50" fmla="*/ 104854 w 461"/>
                <a:gd name="T51" fmla="*/ 22663 h 609"/>
                <a:gd name="T52" fmla="*/ 74121 w 461"/>
                <a:gd name="T53" fmla="*/ 22663 h 609"/>
                <a:gd name="T54" fmla="*/ 30733 w 461"/>
                <a:gd name="T55" fmla="*/ 50722 h 609"/>
                <a:gd name="T56" fmla="*/ 23140 w 461"/>
                <a:gd name="T57" fmla="*/ 81299 h 609"/>
                <a:gd name="T58" fmla="*/ 30733 w 461"/>
                <a:gd name="T59" fmla="*/ 101444 h 609"/>
                <a:gd name="T60" fmla="*/ 33264 w 461"/>
                <a:gd name="T61" fmla="*/ 106840 h 609"/>
                <a:gd name="T62" fmla="*/ 33264 w 461"/>
                <a:gd name="T63" fmla="*/ 116912 h 609"/>
                <a:gd name="T64" fmla="*/ 28202 w 461"/>
                <a:gd name="T65" fmla="*/ 124466 h 609"/>
                <a:gd name="T66" fmla="*/ 23140 w 461"/>
                <a:gd name="T67" fmla="*/ 124466 h 609"/>
                <a:gd name="T68" fmla="*/ 0 w 461"/>
                <a:gd name="T69" fmla="*/ 91371 h 609"/>
                <a:gd name="T70" fmla="*/ 0 w 461"/>
                <a:gd name="T71" fmla="*/ 63312 h 609"/>
                <a:gd name="T72" fmla="*/ 10485 w 461"/>
                <a:gd name="T73" fmla="*/ 43167 h 609"/>
                <a:gd name="T74" fmla="*/ 38326 w 461"/>
                <a:gd name="T75" fmla="*/ 12591 h 609"/>
                <a:gd name="T76" fmla="*/ 71590 w 461"/>
                <a:gd name="T77" fmla="*/ 0 h 609"/>
                <a:gd name="T78" fmla="*/ 87137 w 461"/>
                <a:gd name="T79" fmla="*/ 0 h 609"/>
                <a:gd name="T80" fmla="*/ 122932 w 461"/>
                <a:gd name="T81" fmla="*/ 7554 h 609"/>
                <a:gd name="T82" fmla="*/ 148241 w 461"/>
                <a:gd name="T83" fmla="*/ 25541 h 609"/>
                <a:gd name="T84" fmla="*/ 163788 w 461"/>
                <a:gd name="T85" fmla="*/ 53240 h 609"/>
                <a:gd name="T86" fmla="*/ 166319 w 461"/>
                <a:gd name="T87" fmla="*/ 73744 h 609"/>
                <a:gd name="T88" fmla="*/ 163788 w 461"/>
                <a:gd name="T89" fmla="*/ 91371 h 609"/>
                <a:gd name="T90" fmla="*/ 130525 w 461"/>
                <a:gd name="T91" fmla="*/ 147489 h 609"/>
                <a:gd name="T92" fmla="*/ 117870 w 461"/>
                <a:gd name="T93" fmla="*/ 155043 h 609"/>
                <a:gd name="T94" fmla="*/ 97261 w 461"/>
                <a:gd name="T95" fmla="*/ 157561 h 609"/>
                <a:gd name="T96" fmla="*/ 82075 w 461"/>
                <a:gd name="T97" fmla="*/ 152525 h 609"/>
                <a:gd name="T98" fmla="*/ 69059 w 461"/>
                <a:gd name="T99" fmla="*/ 142453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461" h="609">
                  <a:moveTo>
                    <a:pt x="191" y="396"/>
                  </a:moveTo>
                  <a:lnTo>
                    <a:pt x="191" y="396"/>
                  </a:lnTo>
                  <a:cubicBezTo>
                    <a:pt x="184" y="410"/>
                    <a:pt x="184" y="431"/>
                    <a:pt x="177" y="452"/>
                  </a:cubicBezTo>
                  <a:cubicBezTo>
                    <a:pt x="170" y="473"/>
                    <a:pt x="170" y="495"/>
                    <a:pt x="163" y="509"/>
                  </a:cubicBezTo>
                  <a:cubicBezTo>
                    <a:pt x="149" y="544"/>
                    <a:pt x="135" y="572"/>
                    <a:pt x="113" y="593"/>
                  </a:cubicBezTo>
                  <a:cubicBezTo>
                    <a:pt x="99" y="608"/>
                    <a:pt x="99" y="600"/>
                    <a:pt x="99" y="600"/>
                  </a:cubicBezTo>
                  <a:cubicBezTo>
                    <a:pt x="92" y="600"/>
                    <a:pt x="92" y="600"/>
                    <a:pt x="92" y="593"/>
                  </a:cubicBezTo>
                  <a:cubicBezTo>
                    <a:pt x="92" y="572"/>
                    <a:pt x="92" y="544"/>
                    <a:pt x="92" y="516"/>
                  </a:cubicBezTo>
                  <a:cubicBezTo>
                    <a:pt x="92" y="487"/>
                    <a:pt x="99" y="459"/>
                    <a:pt x="106" y="431"/>
                  </a:cubicBezTo>
                  <a:cubicBezTo>
                    <a:pt x="120" y="389"/>
                    <a:pt x="128" y="339"/>
                    <a:pt x="142" y="289"/>
                  </a:cubicBezTo>
                  <a:cubicBezTo>
                    <a:pt x="142" y="282"/>
                    <a:pt x="142" y="282"/>
                    <a:pt x="142" y="275"/>
                  </a:cubicBezTo>
                  <a:cubicBezTo>
                    <a:pt x="142" y="261"/>
                    <a:pt x="135" y="254"/>
                    <a:pt x="135" y="240"/>
                  </a:cubicBezTo>
                  <a:cubicBezTo>
                    <a:pt x="135" y="219"/>
                    <a:pt x="135" y="205"/>
                    <a:pt x="135" y="191"/>
                  </a:cubicBezTo>
                  <a:cubicBezTo>
                    <a:pt x="142" y="169"/>
                    <a:pt x="156" y="148"/>
                    <a:pt x="184" y="134"/>
                  </a:cubicBezTo>
                  <a:cubicBezTo>
                    <a:pt x="198" y="134"/>
                    <a:pt x="213" y="134"/>
                    <a:pt x="220" y="141"/>
                  </a:cubicBezTo>
                  <a:cubicBezTo>
                    <a:pt x="234" y="148"/>
                    <a:pt x="241" y="155"/>
                    <a:pt x="241" y="169"/>
                  </a:cubicBezTo>
                  <a:cubicBezTo>
                    <a:pt x="248" y="184"/>
                    <a:pt x="241" y="205"/>
                    <a:pt x="241" y="212"/>
                  </a:cubicBezTo>
                  <a:cubicBezTo>
                    <a:pt x="234" y="240"/>
                    <a:pt x="227" y="261"/>
                    <a:pt x="220" y="289"/>
                  </a:cubicBezTo>
                  <a:cubicBezTo>
                    <a:pt x="213" y="304"/>
                    <a:pt x="213" y="318"/>
                    <a:pt x="213" y="332"/>
                  </a:cubicBezTo>
                  <a:cubicBezTo>
                    <a:pt x="220" y="346"/>
                    <a:pt x="227" y="360"/>
                    <a:pt x="234" y="367"/>
                  </a:cubicBezTo>
                  <a:cubicBezTo>
                    <a:pt x="248" y="374"/>
                    <a:pt x="255" y="374"/>
                    <a:pt x="269" y="374"/>
                  </a:cubicBezTo>
                  <a:cubicBezTo>
                    <a:pt x="304" y="374"/>
                    <a:pt x="318" y="353"/>
                    <a:pt x="333" y="339"/>
                  </a:cubicBezTo>
                  <a:cubicBezTo>
                    <a:pt x="354" y="311"/>
                    <a:pt x="368" y="275"/>
                    <a:pt x="375" y="226"/>
                  </a:cubicBezTo>
                  <a:cubicBezTo>
                    <a:pt x="375" y="212"/>
                    <a:pt x="375" y="198"/>
                    <a:pt x="375" y="184"/>
                  </a:cubicBezTo>
                  <a:cubicBezTo>
                    <a:pt x="375" y="148"/>
                    <a:pt x="368" y="127"/>
                    <a:pt x="347" y="106"/>
                  </a:cubicBezTo>
                  <a:cubicBezTo>
                    <a:pt x="333" y="92"/>
                    <a:pt x="318" y="78"/>
                    <a:pt x="290" y="63"/>
                  </a:cubicBezTo>
                  <a:cubicBezTo>
                    <a:pt x="269" y="56"/>
                    <a:pt x="234" y="56"/>
                    <a:pt x="205" y="63"/>
                  </a:cubicBezTo>
                  <a:cubicBezTo>
                    <a:pt x="149" y="71"/>
                    <a:pt x="106" y="99"/>
                    <a:pt x="85" y="141"/>
                  </a:cubicBezTo>
                  <a:cubicBezTo>
                    <a:pt x="71" y="169"/>
                    <a:pt x="64" y="191"/>
                    <a:pt x="64" y="226"/>
                  </a:cubicBezTo>
                  <a:cubicBezTo>
                    <a:pt x="64" y="247"/>
                    <a:pt x="71" y="268"/>
                    <a:pt x="85" y="282"/>
                  </a:cubicBezTo>
                  <a:cubicBezTo>
                    <a:pt x="85" y="289"/>
                    <a:pt x="92" y="289"/>
                    <a:pt x="92" y="297"/>
                  </a:cubicBezTo>
                  <a:cubicBezTo>
                    <a:pt x="99" y="304"/>
                    <a:pt x="92" y="318"/>
                    <a:pt x="92" y="325"/>
                  </a:cubicBezTo>
                  <a:cubicBezTo>
                    <a:pt x="85" y="332"/>
                    <a:pt x="85" y="346"/>
                    <a:pt x="78" y="346"/>
                  </a:cubicBezTo>
                  <a:cubicBezTo>
                    <a:pt x="71" y="346"/>
                    <a:pt x="64" y="346"/>
                    <a:pt x="64" y="346"/>
                  </a:cubicBezTo>
                  <a:cubicBezTo>
                    <a:pt x="29" y="325"/>
                    <a:pt x="15" y="297"/>
                    <a:pt x="0" y="254"/>
                  </a:cubicBezTo>
                  <a:cubicBezTo>
                    <a:pt x="0" y="233"/>
                    <a:pt x="0" y="205"/>
                    <a:pt x="0" y="176"/>
                  </a:cubicBezTo>
                  <a:cubicBezTo>
                    <a:pt x="7" y="155"/>
                    <a:pt x="15" y="134"/>
                    <a:pt x="29" y="120"/>
                  </a:cubicBezTo>
                  <a:cubicBezTo>
                    <a:pt x="43" y="85"/>
                    <a:pt x="71" y="56"/>
                    <a:pt x="106" y="35"/>
                  </a:cubicBezTo>
                  <a:cubicBezTo>
                    <a:pt x="135" y="21"/>
                    <a:pt x="163" y="7"/>
                    <a:pt x="198" y="0"/>
                  </a:cubicBezTo>
                  <a:cubicBezTo>
                    <a:pt x="213" y="0"/>
                    <a:pt x="227" y="0"/>
                    <a:pt x="241" y="0"/>
                  </a:cubicBezTo>
                  <a:cubicBezTo>
                    <a:pt x="276" y="0"/>
                    <a:pt x="311" y="7"/>
                    <a:pt x="340" y="21"/>
                  </a:cubicBezTo>
                  <a:cubicBezTo>
                    <a:pt x="368" y="35"/>
                    <a:pt x="389" y="49"/>
                    <a:pt x="410" y="71"/>
                  </a:cubicBezTo>
                  <a:cubicBezTo>
                    <a:pt x="431" y="92"/>
                    <a:pt x="446" y="113"/>
                    <a:pt x="453" y="148"/>
                  </a:cubicBezTo>
                  <a:cubicBezTo>
                    <a:pt x="460" y="162"/>
                    <a:pt x="460" y="184"/>
                    <a:pt x="460" y="205"/>
                  </a:cubicBezTo>
                  <a:cubicBezTo>
                    <a:pt x="460" y="219"/>
                    <a:pt x="460" y="240"/>
                    <a:pt x="453" y="254"/>
                  </a:cubicBezTo>
                  <a:cubicBezTo>
                    <a:pt x="446" y="325"/>
                    <a:pt x="410" y="382"/>
                    <a:pt x="361" y="410"/>
                  </a:cubicBezTo>
                  <a:cubicBezTo>
                    <a:pt x="354" y="417"/>
                    <a:pt x="340" y="424"/>
                    <a:pt x="326" y="431"/>
                  </a:cubicBezTo>
                  <a:cubicBezTo>
                    <a:pt x="304" y="431"/>
                    <a:pt x="290" y="438"/>
                    <a:pt x="269" y="438"/>
                  </a:cubicBezTo>
                  <a:cubicBezTo>
                    <a:pt x="255" y="431"/>
                    <a:pt x="234" y="431"/>
                    <a:pt x="227" y="424"/>
                  </a:cubicBezTo>
                  <a:cubicBezTo>
                    <a:pt x="213" y="417"/>
                    <a:pt x="198" y="403"/>
                    <a:pt x="191" y="39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橢圓 6"/>
            <p:cNvSpPr/>
            <p:nvPr/>
          </p:nvSpPr>
          <p:spPr>
            <a:xfrm>
              <a:off x="4647013" y="3154955"/>
              <a:ext cx="473634" cy="473634"/>
            </a:xfrm>
            <a:prstGeom prst="ellipse">
              <a:avLst/>
            </a:prstGeom>
            <a:solidFill>
              <a:srgbClr val="C00000"/>
            </a:solidFill>
            <a:ln w="25400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233680" indent="-233680" eaLnBrk="1" fontAlgn="auto" hangingPunct="1">
                <a:lnSpc>
                  <a:spcPct val="95000"/>
                </a:lnSpc>
                <a:spcBef>
                  <a:spcPct val="50000"/>
                </a:spcBef>
                <a:spcAft>
                  <a:spcPct val="35000"/>
                </a:spcAft>
                <a:buClr>
                  <a:srgbClr val="678BA8"/>
                </a:buClr>
                <a:buFontTx/>
                <a:buChar char="•"/>
                <a:defRPr/>
              </a:pPr>
              <a:endParaRPr lang="zh-TW" altLang="en-US" sz="3200" ker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48" name="橢圓 6"/>
            <p:cNvSpPr/>
            <p:nvPr/>
          </p:nvSpPr>
          <p:spPr>
            <a:xfrm>
              <a:off x="7125526" y="3311947"/>
              <a:ext cx="473634" cy="473634"/>
            </a:xfrm>
            <a:prstGeom prst="ellipse">
              <a:avLst/>
            </a:prstGeom>
            <a:solidFill>
              <a:srgbClr val="C00000"/>
            </a:solidFill>
            <a:ln w="25400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233680" indent="-233680" eaLnBrk="1" fontAlgn="auto" hangingPunct="1">
                <a:lnSpc>
                  <a:spcPct val="95000"/>
                </a:lnSpc>
                <a:spcBef>
                  <a:spcPct val="50000"/>
                </a:spcBef>
                <a:spcAft>
                  <a:spcPct val="35000"/>
                </a:spcAft>
                <a:buClr>
                  <a:srgbClr val="678BA8"/>
                </a:buClr>
                <a:buFontTx/>
                <a:buChar char="•"/>
                <a:defRPr/>
              </a:pPr>
              <a:endParaRPr lang="zh-TW" altLang="en-US" sz="3200" ker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38" name="文本框 37"/>
          <p:cNvSpPr txBox="1"/>
          <p:nvPr/>
        </p:nvSpPr>
        <p:spPr>
          <a:xfrm>
            <a:off x="4574382" y="449878"/>
            <a:ext cx="30432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六阶段全景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标题 1"/>
          <p:cNvSpPr txBox="1"/>
          <p:nvPr/>
        </p:nvSpPr>
        <p:spPr>
          <a:xfrm>
            <a:off x="4024751" y="890576"/>
            <a:ext cx="4142498" cy="33520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SIX PHASES</a:t>
            </a:r>
            <a:endParaRPr lang="zh-CN" altLang="en-US" sz="105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7690164" y="2663567"/>
            <a:ext cx="323460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陌生域先Demo·熟悉域按规范·不另起炉灶</a:t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690163" y="2310989"/>
            <a:ext cx="2241682" cy="424677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120000"/>
              </a:lnSpc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③突破·④生成</a:t>
            </a:r>
            <a:endParaRPr lang="zh-CN" altLang="en-US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8235160" y="5041910"/>
            <a:ext cx="323460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①②防跑偏·③④按熟悉度·⑤⑥可管控</a:t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8235159" y="4689332"/>
            <a:ext cx="2241682" cy="424677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120000"/>
              </a:lnSpc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为什么六阶段</a:t>
            </a:r>
            <a:endParaRPr lang="zh-CN" altLang="en-US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1328813" y="2563351"/>
            <a:ext cx="323460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人主导·模块清单·spec人批·未批不写码</a:t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1328812" y="2210773"/>
            <a:ext cx="2241682" cy="424677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120000"/>
              </a:lnSpc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①拆解·②共创</a:t>
            </a:r>
            <a:endParaRPr lang="zh-CN" altLang="en-US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657476" y="5079646"/>
            <a:ext cx="323460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gate→deploy→accept·质量门禁.md·回修≤2轮</a:t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657475" y="4727068"/>
            <a:ext cx="2241682" cy="424677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120000"/>
              </a:lnSpc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⑤门禁·⑥回修</a:t>
            </a:r>
            <a:endParaRPr lang="zh-CN" altLang="en-US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6"/>
          <p:cNvSpPr>
            <a:spLocks noChangeArrowheads="1"/>
          </p:cNvSpPr>
          <p:nvPr/>
        </p:nvSpPr>
        <p:spPr bwMode="auto">
          <a:xfrm>
            <a:off x="845209" y="2557491"/>
            <a:ext cx="2309852" cy="2309853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itchFamily="1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7" name="Oval 7"/>
          <p:cNvSpPr>
            <a:spLocks noChangeArrowheads="1"/>
          </p:cNvSpPr>
          <p:nvPr/>
        </p:nvSpPr>
        <p:spPr bwMode="auto">
          <a:xfrm>
            <a:off x="4309134" y="2854855"/>
            <a:ext cx="2015466" cy="2012489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itchFamily="1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8" name="Oval 8"/>
          <p:cNvSpPr>
            <a:spLocks noChangeArrowheads="1"/>
          </p:cNvSpPr>
          <p:nvPr/>
        </p:nvSpPr>
        <p:spPr bwMode="auto">
          <a:xfrm>
            <a:off x="7306333" y="3129031"/>
            <a:ext cx="1738312" cy="1738313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itchFamily="1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9" name="Oval 9"/>
          <p:cNvSpPr>
            <a:spLocks noChangeArrowheads="1"/>
          </p:cNvSpPr>
          <p:nvPr/>
        </p:nvSpPr>
        <p:spPr bwMode="auto">
          <a:xfrm>
            <a:off x="9892370" y="3338581"/>
            <a:ext cx="1528763" cy="1528763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itchFamily="1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0" name="Freeform 10"/>
          <p:cNvSpPr/>
          <p:nvPr/>
        </p:nvSpPr>
        <p:spPr bwMode="auto">
          <a:xfrm>
            <a:off x="2185098" y="1877621"/>
            <a:ext cx="2803525" cy="895350"/>
          </a:xfrm>
          <a:custGeom>
            <a:avLst/>
            <a:gdLst>
              <a:gd name="T0" fmla="*/ 0 w 3292"/>
              <a:gd name="T1" fmla="*/ 553211 h 1052"/>
              <a:gd name="T2" fmla="*/ 1420498 w 3292"/>
              <a:gd name="T3" fmla="*/ 46810 h 1052"/>
              <a:gd name="T4" fmla="*/ 2803525 w 3292"/>
              <a:gd name="T5" fmla="*/ 895350 h 105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292" h="1052">
                <a:moveTo>
                  <a:pt x="0" y="650"/>
                </a:moveTo>
                <a:cubicBezTo>
                  <a:pt x="428" y="234"/>
                  <a:pt x="1027" y="0"/>
                  <a:pt x="1668" y="55"/>
                </a:cubicBezTo>
                <a:cubicBezTo>
                  <a:pt x="2362" y="115"/>
                  <a:pt x="2949" y="502"/>
                  <a:pt x="3292" y="1052"/>
                </a:cubicBezTo>
              </a:path>
            </a:pathLst>
          </a:custGeom>
          <a:noFill/>
          <a:ln w="11" cap="flat" cmpd="sng">
            <a:solidFill>
              <a:schemeClr val="bg1">
                <a:lumMod val="65000"/>
              </a:schemeClr>
            </a:solidFill>
            <a:prstDash val="dash"/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Freeform 11"/>
          <p:cNvSpPr/>
          <p:nvPr/>
        </p:nvSpPr>
        <p:spPr bwMode="auto">
          <a:xfrm>
            <a:off x="5583896" y="2259415"/>
            <a:ext cx="2489200" cy="765175"/>
          </a:xfrm>
          <a:custGeom>
            <a:avLst/>
            <a:gdLst>
              <a:gd name="T0" fmla="*/ 0 w 2923"/>
              <a:gd name="T1" fmla="*/ 503875 h 899"/>
              <a:gd name="T2" fmla="*/ 1250987 w 2923"/>
              <a:gd name="T3" fmla="*/ 34046 h 899"/>
              <a:gd name="T4" fmla="*/ 2489200 w 2923"/>
              <a:gd name="T5" fmla="*/ 765175 h 899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923" h="899">
                <a:moveTo>
                  <a:pt x="0" y="592"/>
                </a:moveTo>
                <a:cubicBezTo>
                  <a:pt x="373" y="217"/>
                  <a:pt x="900" y="0"/>
                  <a:pt x="1469" y="40"/>
                </a:cubicBezTo>
                <a:cubicBezTo>
                  <a:pt x="2085" y="83"/>
                  <a:pt x="2611" y="417"/>
                  <a:pt x="2923" y="899"/>
                </a:cubicBezTo>
              </a:path>
            </a:pathLst>
          </a:custGeom>
          <a:noFill/>
          <a:ln w="11" cap="flat" cmpd="sng">
            <a:solidFill>
              <a:schemeClr val="bg1">
                <a:lumMod val="65000"/>
              </a:schemeClr>
            </a:solidFill>
            <a:prstDash val="dash"/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Freeform 12"/>
          <p:cNvSpPr/>
          <p:nvPr/>
        </p:nvSpPr>
        <p:spPr bwMode="auto">
          <a:xfrm>
            <a:off x="8496164" y="2625302"/>
            <a:ext cx="2160587" cy="606425"/>
          </a:xfrm>
          <a:custGeom>
            <a:avLst/>
            <a:gdLst>
              <a:gd name="T0" fmla="*/ 0 w 2537"/>
              <a:gd name="T1" fmla="*/ 459929 h 712"/>
              <a:gd name="T2" fmla="*/ 1066242 w 2537"/>
              <a:gd name="T3" fmla="*/ 13628 h 712"/>
              <a:gd name="T4" fmla="*/ 2160587 w 2537"/>
              <a:gd name="T5" fmla="*/ 606425 h 71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537" h="712">
                <a:moveTo>
                  <a:pt x="0" y="540"/>
                </a:moveTo>
                <a:cubicBezTo>
                  <a:pt x="310" y="204"/>
                  <a:pt x="759" y="0"/>
                  <a:pt x="1252" y="16"/>
                </a:cubicBezTo>
                <a:cubicBezTo>
                  <a:pt x="1787" y="33"/>
                  <a:pt x="2253" y="306"/>
                  <a:pt x="2537" y="712"/>
                </a:cubicBezTo>
              </a:path>
            </a:pathLst>
          </a:custGeom>
          <a:noFill/>
          <a:ln w="11" cap="flat" cmpd="sng">
            <a:solidFill>
              <a:schemeClr val="bg1">
                <a:lumMod val="65000"/>
              </a:schemeClr>
            </a:solidFill>
            <a:prstDash val="dash"/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单圆角矩形 11"/>
          <p:cNvSpPr/>
          <p:nvPr/>
        </p:nvSpPr>
        <p:spPr bwMode="auto">
          <a:xfrm>
            <a:off x="3121025" y="2229803"/>
            <a:ext cx="381000" cy="511175"/>
          </a:xfrm>
          <a:custGeom>
            <a:avLst/>
            <a:gdLst>
              <a:gd name="T0" fmla="*/ 0 w 380640"/>
              <a:gd name="T1" fmla="*/ 0 h 510062"/>
              <a:gd name="T2" fmla="*/ 317499 w 380640"/>
              <a:gd name="T3" fmla="*/ 0 h 510062"/>
              <a:gd name="T4" fmla="*/ 381000 w 380640"/>
              <a:gd name="T5" fmla="*/ 63579 h 510062"/>
              <a:gd name="T6" fmla="*/ 381000 w 380640"/>
              <a:gd name="T7" fmla="*/ 511175 h 510062"/>
              <a:gd name="T8" fmla="*/ 0 w 380640"/>
              <a:gd name="T9" fmla="*/ 511175 h 510062"/>
              <a:gd name="T10" fmla="*/ 0 w 380640"/>
              <a:gd name="T11" fmla="*/ 0 h 51006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380640" h="510062">
                <a:moveTo>
                  <a:pt x="0" y="0"/>
                </a:moveTo>
                <a:lnTo>
                  <a:pt x="317199" y="0"/>
                </a:lnTo>
                <a:cubicBezTo>
                  <a:pt x="352236" y="0"/>
                  <a:pt x="380640" y="28404"/>
                  <a:pt x="380640" y="63441"/>
                </a:cubicBezTo>
                <a:lnTo>
                  <a:pt x="380640" y="510062"/>
                </a:lnTo>
                <a:lnTo>
                  <a:pt x="0" y="510062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TextBox 12"/>
          <p:cNvSpPr txBox="1">
            <a:spLocks noChangeArrowheads="1"/>
          </p:cNvSpPr>
          <p:nvPr/>
        </p:nvSpPr>
        <p:spPr bwMode="auto">
          <a:xfrm>
            <a:off x="4516052" y="3984101"/>
            <a:ext cx="163353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itchFamily="1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拆解边界·批准spec·S0验收·架构决策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TextBox 14"/>
          <p:cNvSpPr txBox="1">
            <a:spLocks noChangeArrowheads="1"/>
          </p:cNvSpPr>
          <p:nvPr/>
        </p:nvSpPr>
        <p:spPr bwMode="auto">
          <a:xfrm>
            <a:off x="1091589" y="3923776"/>
            <a:ext cx="176053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itchFamily="1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人的职责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TextBox 15"/>
          <p:cNvSpPr txBox="1">
            <a:spLocks noChangeArrowheads="1"/>
          </p:cNvSpPr>
          <p:nvPr/>
        </p:nvSpPr>
        <p:spPr bwMode="auto">
          <a:xfrm>
            <a:off x="7358720" y="4076176"/>
            <a:ext cx="163353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itchFamily="1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AI的职责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TextBox 16"/>
          <p:cNvSpPr txBox="1">
            <a:spLocks noChangeArrowheads="1"/>
          </p:cNvSpPr>
          <p:nvPr/>
        </p:nvSpPr>
        <p:spPr bwMode="auto">
          <a:xfrm>
            <a:off x="9892370" y="4076176"/>
            <a:ext cx="163353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itchFamily="1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3200" b="1">
                <a:solidFill>
                  <a:schemeClr val="bg1"/>
                </a:solidFill>
                <a:latin typeface="微软雅黑" panose="020B0503020204020204" pitchFamily="34" charset="-122"/>
              </a:rPr>
              <a:t>列方案·生成代码·排错·即时导师·不承担责任</a:t>
            </a:r>
            <a:endParaRPr lang="zh-CN" altLang="en-US" sz="3200" b="1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832907" y="5012407"/>
            <a:ext cx="2160587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硬门槛</a:t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7249762" y="5012407"/>
            <a:ext cx="2160587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可重复性</a:t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4309134" y="5013823"/>
            <a:ext cx="2160587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未批spec不写码·S0只人验·回修≤2轮·超轮停下</a:t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9576457" y="5000489"/>
            <a:ext cx="2160587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同一套命令·可搬迁到新项目·证据可核验</a:t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Freeform 34"/>
          <p:cNvSpPr>
            <a:spLocks noEditPoints="1"/>
          </p:cNvSpPr>
          <p:nvPr/>
        </p:nvSpPr>
        <p:spPr bwMode="auto">
          <a:xfrm>
            <a:off x="1747632" y="3037318"/>
            <a:ext cx="505005" cy="687158"/>
          </a:xfrm>
          <a:custGeom>
            <a:avLst/>
            <a:gdLst>
              <a:gd name="T0" fmla="*/ 128715 w 709"/>
              <a:gd name="T1" fmla="*/ 322149 h 965"/>
              <a:gd name="T2" fmla="*/ 196223 w 709"/>
              <a:gd name="T3" fmla="*/ 480524 h 965"/>
              <a:gd name="T4" fmla="*/ 251130 w 709"/>
              <a:gd name="T5" fmla="*/ 607403 h 965"/>
              <a:gd name="T6" fmla="*/ 374444 w 709"/>
              <a:gd name="T7" fmla="*/ 611003 h 965"/>
              <a:gd name="T8" fmla="*/ 401447 w 709"/>
              <a:gd name="T9" fmla="*/ 560611 h 965"/>
              <a:gd name="T10" fmla="*/ 469855 w 709"/>
              <a:gd name="T11" fmla="*/ 432831 h 965"/>
              <a:gd name="T12" fmla="*/ 319538 w 709"/>
              <a:gd name="T13" fmla="*/ 132279 h 965"/>
              <a:gd name="T14" fmla="*/ 264631 w 709"/>
              <a:gd name="T15" fmla="*/ 650597 h 965"/>
              <a:gd name="T16" fmla="*/ 201624 w 709"/>
              <a:gd name="T17" fmla="*/ 578608 h 965"/>
              <a:gd name="T18" fmla="*/ 135916 w 709"/>
              <a:gd name="T19" fmla="*/ 455328 h 965"/>
              <a:gd name="T20" fmla="*/ 319538 w 709"/>
              <a:gd name="T21" fmla="*/ 91785 h 965"/>
              <a:gd name="T22" fmla="*/ 503159 w 709"/>
              <a:gd name="T23" fmla="*/ 455328 h 965"/>
              <a:gd name="T24" fmla="*/ 436551 w 709"/>
              <a:gd name="T25" fmla="*/ 578608 h 965"/>
              <a:gd name="T26" fmla="*/ 374444 w 709"/>
              <a:gd name="T27" fmla="*/ 650597 h 965"/>
              <a:gd name="T28" fmla="*/ 228627 w 709"/>
              <a:gd name="T29" fmla="*/ 778376 h 965"/>
              <a:gd name="T30" fmla="*/ 383445 w 709"/>
              <a:gd name="T31" fmla="*/ 807172 h 965"/>
              <a:gd name="T32" fmla="*/ 383445 w 709"/>
              <a:gd name="T33" fmla="*/ 748681 h 965"/>
              <a:gd name="T34" fmla="*/ 246629 w 709"/>
              <a:gd name="T35" fmla="*/ 796373 h 965"/>
              <a:gd name="T36" fmla="*/ 395146 w 709"/>
              <a:gd name="T37" fmla="*/ 796373 h 965"/>
              <a:gd name="T38" fmla="*/ 413149 w 709"/>
              <a:gd name="T39" fmla="*/ 778376 h 965"/>
              <a:gd name="T40" fmla="*/ 228627 w 709"/>
              <a:gd name="T41" fmla="*/ 685691 h 965"/>
              <a:gd name="T42" fmla="*/ 413149 w 709"/>
              <a:gd name="T43" fmla="*/ 778376 h 965"/>
              <a:gd name="T44" fmla="*/ 411348 w 709"/>
              <a:gd name="T45" fmla="*/ 362642 h 965"/>
              <a:gd name="T46" fmla="*/ 349241 w 709"/>
              <a:gd name="T47" fmla="*/ 424733 h 965"/>
              <a:gd name="T48" fmla="*/ 288934 w 709"/>
              <a:gd name="T49" fmla="*/ 424733 h 965"/>
              <a:gd name="T50" fmla="*/ 226827 w 709"/>
              <a:gd name="T51" fmla="*/ 362642 h 965"/>
              <a:gd name="T52" fmla="*/ 226827 w 709"/>
              <a:gd name="T53" fmla="*/ 302352 h 965"/>
              <a:gd name="T54" fmla="*/ 288934 w 709"/>
              <a:gd name="T55" fmla="*/ 239362 h 965"/>
              <a:gd name="T56" fmla="*/ 349241 w 709"/>
              <a:gd name="T57" fmla="*/ 239362 h 965"/>
              <a:gd name="T58" fmla="*/ 411348 w 709"/>
              <a:gd name="T59" fmla="*/ 302352 h 965"/>
              <a:gd name="T60" fmla="*/ 612972 w 709"/>
              <a:gd name="T61" fmla="*/ 293353 h 965"/>
              <a:gd name="T62" fmla="*/ 580568 w 709"/>
              <a:gd name="T63" fmla="*/ 322149 h 965"/>
              <a:gd name="T64" fmla="*/ 612972 w 709"/>
              <a:gd name="T65" fmla="*/ 341046 h 965"/>
              <a:gd name="T66" fmla="*/ 612972 w 709"/>
              <a:gd name="T67" fmla="*/ 293353 h 965"/>
              <a:gd name="T68" fmla="*/ 542764 w 709"/>
              <a:gd name="T69" fmla="*/ 127780 h 965"/>
              <a:gd name="T70" fmla="*/ 509460 w 709"/>
              <a:gd name="T71" fmla="*/ 94485 h 965"/>
              <a:gd name="T72" fmla="*/ 518461 w 709"/>
              <a:gd name="T73" fmla="*/ 152976 h 965"/>
              <a:gd name="T74" fmla="*/ 342040 w 709"/>
              <a:gd name="T75" fmla="*/ 61190 h 965"/>
              <a:gd name="T76" fmla="*/ 318637 w 709"/>
              <a:gd name="T77" fmla="*/ 0 h 965"/>
              <a:gd name="T78" fmla="*/ 294335 w 709"/>
              <a:gd name="T79" fmla="*/ 61190 h 965"/>
              <a:gd name="T80" fmla="*/ 117014 w 709"/>
              <a:gd name="T81" fmla="*/ 155675 h 965"/>
              <a:gd name="T82" fmla="*/ 127815 w 709"/>
              <a:gd name="T83" fmla="*/ 98084 h 965"/>
              <a:gd name="T84" fmla="*/ 93611 w 709"/>
              <a:gd name="T85" fmla="*/ 132279 h 965"/>
              <a:gd name="T86" fmla="*/ 57607 w 709"/>
              <a:gd name="T87" fmla="*/ 322149 h 965"/>
              <a:gd name="T88" fmla="*/ 25203 w 709"/>
              <a:gd name="T89" fmla="*/ 293353 h 965"/>
              <a:gd name="T90" fmla="*/ 25203 w 709"/>
              <a:gd name="T91" fmla="*/ 341046 h 965"/>
              <a:gd name="T92" fmla="*/ 57607 w 709"/>
              <a:gd name="T93" fmla="*/ 322149 h 965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</a:gdLst>
            <a:ahLst/>
            <a:cxnLst>
              <a:cxn ang="T94">
                <a:pos x="T0" y="T1"/>
              </a:cxn>
              <a:cxn ang="T95">
                <a:pos x="T2" y="T3"/>
              </a:cxn>
              <a:cxn ang="T96">
                <a:pos x="T4" y="T5"/>
              </a:cxn>
              <a:cxn ang="T97">
                <a:pos x="T6" y="T7"/>
              </a:cxn>
              <a:cxn ang="T98">
                <a:pos x="T8" y="T9"/>
              </a:cxn>
              <a:cxn ang="T99">
                <a:pos x="T10" y="T11"/>
              </a:cxn>
              <a:cxn ang="T100">
                <a:pos x="T12" y="T13"/>
              </a:cxn>
              <a:cxn ang="T101">
                <a:pos x="T14" y="T15"/>
              </a:cxn>
              <a:cxn ang="T102">
                <a:pos x="T16" y="T17"/>
              </a:cxn>
              <a:cxn ang="T103">
                <a:pos x="T18" y="T19"/>
              </a:cxn>
              <a:cxn ang="T104">
                <a:pos x="T20" y="T21"/>
              </a:cxn>
              <a:cxn ang="T105">
                <a:pos x="T22" y="T23"/>
              </a:cxn>
              <a:cxn ang="T106">
                <a:pos x="T24" y="T25"/>
              </a:cxn>
              <a:cxn ang="T107">
                <a:pos x="T26" y="T27"/>
              </a:cxn>
              <a:cxn ang="T108">
                <a:pos x="T28" y="T29"/>
              </a:cxn>
              <a:cxn ang="T109">
                <a:pos x="T30" y="T31"/>
              </a:cxn>
              <a:cxn ang="T110">
                <a:pos x="T32" y="T33"/>
              </a:cxn>
              <a:cxn ang="T111">
                <a:pos x="T34" y="T35"/>
              </a:cxn>
              <a:cxn ang="T112">
                <a:pos x="T36" y="T37"/>
              </a:cxn>
              <a:cxn ang="T113">
                <a:pos x="T38" y="T39"/>
              </a:cxn>
              <a:cxn ang="T114">
                <a:pos x="T40" y="T41"/>
              </a:cxn>
              <a:cxn ang="T115">
                <a:pos x="T42" y="T43"/>
              </a:cxn>
              <a:cxn ang="T116">
                <a:pos x="T44" y="T45"/>
              </a:cxn>
              <a:cxn ang="T117">
                <a:pos x="T46" y="T47"/>
              </a:cxn>
              <a:cxn ang="T118">
                <a:pos x="T48" y="T49"/>
              </a:cxn>
              <a:cxn ang="T119">
                <a:pos x="T50" y="T51"/>
              </a:cxn>
              <a:cxn ang="T120">
                <a:pos x="T52" y="T53"/>
              </a:cxn>
              <a:cxn ang="T121">
                <a:pos x="T54" y="T55"/>
              </a:cxn>
              <a:cxn ang="T122">
                <a:pos x="T56" y="T57"/>
              </a:cxn>
              <a:cxn ang="T123">
                <a:pos x="T58" y="T59"/>
              </a:cxn>
              <a:cxn ang="T124">
                <a:pos x="T60" y="T61"/>
              </a:cxn>
              <a:cxn ang="T125">
                <a:pos x="T62" y="T63"/>
              </a:cxn>
              <a:cxn ang="T126">
                <a:pos x="T64" y="T65"/>
              </a:cxn>
              <a:cxn ang="T127">
                <a:pos x="T66" y="T67"/>
              </a:cxn>
              <a:cxn ang="T128">
                <a:pos x="T68" y="T69"/>
              </a:cxn>
              <a:cxn ang="T129">
                <a:pos x="T70" y="T71"/>
              </a:cxn>
              <a:cxn ang="T130">
                <a:pos x="T72" y="T73"/>
              </a:cxn>
              <a:cxn ang="T131">
                <a:pos x="T74" y="T75"/>
              </a:cxn>
              <a:cxn ang="T132">
                <a:pos x="T76" y="T77"/>
              </a:cxn>
              <a:cxn ang="T133">
                <a:pos x="T78" y="T79"/>
              </a:cxn>
              <a:cxn ang="T134">
                <a:pos x="T80" y="T81"/>
              </a:cxn>
              <a:cxn ang="T135">
                <a:pos x="T82" y="T83"/>
              </a:cxn>
              <a:cxn ang="T136">
                <a:pos x="T84" y="T85"/>
              </a:cxn>
              <a:cxn ang="T137">
                <a:pos x="T86" y="T87"/>
              </a:cxn>
              <a:cxn ang="T138">
                <a:pos x="T88" y="T89"/>
              </a:cxn>
              <a:cxn ang="T139">
                <a:pos x="T90" y="T91"/>
              </a:cxn>
              <a:cxn ang="T140">
                <a:pos x="T92" y="T93"/>
              </a:cxn>
            </a:cxnLst>
            <a:rect l="0" t="0" r="r" b="b"/>
            <a:pathLst>
              <a:path w="709" h="965">
                <a:moveTo>
                  <a:pt x="355" y="147"/>
                </a:moveTo>
                <a:cubicBezTo>
                  <a:pt x="238" y="147"/>
                  <a:pt x="143" y="241"/>
                  <a:pt x="143" y="358"/>
                </a:cubicBezTo>
                <a:cubicBezTo>
                  <a:pt x="143" y="414"/>
                  <a:pt x="187" y="481"/>
                  <a:pt x="188" y="481"/>
                </a:cubicBezTo>
                <a:cubicBezTo>
                  <a:pt x="197" y="496"/>
                  <a:pt x="210" y="519"/>
                  <a:pt x="218" y="534"/>
                </a:cubicBezTo>
                <a:lnTo>
                  <a:pt x="264" y="623"/>
                </a:lnTo>
                <a:cubicBezTo>
                  <a:pt x="272" y="639"/>
                  <a:pt x="279" y="662"/>
                  <a:pt x="279" y="675"/>
                </a:cubicBezTo>
                <a:cubicBezTo>
                  <a:pt x="279" y="675"/>
                  <a:pt x="284" y="679"/>
                  <a:pt x="294" y="679"/>
                </a:cubicBezTo>
                <a:lnTo>
                  <a:pt x="416" y="679"/>
                </a:lnTo>
                <a:cubicBezTo>
                  <a:pt x="425" y="679"/>
                  <a:pt x="430" y="675"/>
                  <a:pt x="431" y="674"/>
                </a:cubicBezTo>
                <a:cubicBezTo>
                  <a:pt x="430" y="662"/>
                  <a:pt x="437" y="639"/>
                  <a:pt x="446" y="623"/>
                </a:cubicBezTo>
                <a:lnTo>
                  <a:pt x="491" y="534"/>
                </a:lnTo>
                <a:cubicBezTo>
                  <a:pt x="499" y="519"/>
                  <a:pt x="513" y="495"/>
                  <a:pt x="522" y="481"/>
                </a:cubicBezTo>
                <a:cubicBezTo>
                  <a:pt x="537" y="458"/>
                  <a:pt x="566" y="402"/>
                  <a:pt x="566" y="358"/>
                </a:cubicBezTo>
                <a:cubicBezTo>
                  <a:pt x="566" y="241"/>
                  <a:pt x="471" y="147"/>
                  <a:pt x="355" y="147"/>
                </a:cubicBezTo>
                <a:close/>
                <a:moveTo>
                  <a:pt x="416" y="723"/>
                </a:moveTo>
                <a:lnTo>
                  <a:pt x="294" y="723"/>
                </a:lnTo>
                <a:cubicBezTo>
                  <a:pt x="261" y="723"/>
                  <a:pt x="235" y="702"/>
                  <a:pt x="235" y="675"/>
                </a:cubicBezTo>
                <a:cubicBezTo>
                  <a:pt x="235" y="671"/>
                  <a:pt x="231" y="656"/>
                  <a:pt x="224" y="643"/>
                </a:cubicBezTo>
                <a:lnTo>
                  <a:pt x="179" y="554"/>
                </a:lnTo>
                <a:cubicBezTo>
                  <a:pt x="172" y="540"/>
                  <a:pt x="159" y="519"/>
                  <a:pt x="151" y="506"/>
                </a:cubicBezTo>
                <a:cubicBezTo>
                  <a:pt x="145" y="498"/>
                  <a:pt x="99" y="425"/>
                  <a:pt x="99" y="358"/>
                </a:cubicBezTo>
                <a:cubicBezTo>
                  <a:pt x="99" y="217"/>
                  <a:pt x="214" y="102"/>
                  <a:pt x="355" y="102"/>
                </a:cubicBezTo>
                <a:cubicBezTo>
                  <a:pt x="495" y="102"/>
                  <a:pt x="610" y="217"/>
                  <a:pt x="610" y="358"/>
                </a:cubicBezTo>
                <a:cubicBezTo>
                  <a:pt x="610" y="425"/>
                  <a:pt x="564" y="498"/>
                  <a:pt x="559" y="506"/>
                </a:cubicBezTo>
                <a:cubicBezTo>
                  <a:pt x="550" y="518"/>
                  <a:pt x="537" y="541"/>
                  <a:pt x="530" y="554"/>
                </a:cubicBezTo>
                <a:lnTo>
                  <a:pt x="485" y="643"/>
                </a:lnTo>
                <a:cubicBezTo>
                  <a:pt x="478" y="656"/>
                  <a:pt x="475" y="671"/>
                  <a:pt x="475" y="675"/>
                </a:cubicBezTo>
                <a:cubicBezTo>
                  <a:pt x="475" y="702"/>
                  <a:pt x="449" y="723"/>
                  <a:pt x="416" y="723"/>
                </a:cubicBezTo>
                <a:close/>
                <a:moveTo>
                  <a:pt x="287" y="832"/>
                </a:moveTo>
                <a:cubicBezTo>
                  <a:pt x="269" y="832"/>
                  <a:pt x="254" y="846"/>
                  <a:pt x="254" y="865"/>
                </a:cubicBezTo>
                <a:cubicBezTo>
                  <a:pt x="254" y="883"/>
                  <a:pt x="269" y="897"/>
                  <a:pt x="287" y="897"/>
                </a:cubicBezTo>
                <a:lnTo>
                  <a:pt x="426" y="897"/>
                </a:lnTo>
                <a:cubicBezTo>
                  <a:pt x="444" y="897"/>
                  <a:pt x="459" y="883"/>
                  <a:pt x="459" y="865"/>
                </a:cubicBezTo>
                <a:cubicBezTo>
                  <a:pt x="459" y="846"/>
                  <a:pt x="444" y="832"/>
                  <a:pt x="426" y="832"/>
                </a:cubicBezTo>
                <a:lnTo>
                  <a:pt x="287" y="832"/>
                </a:lnTo>
                <a:close/>
                <a:moveTo>
                  <a:pt x="274" y="885"/>
                </a:moveTo>
                <a:cubicBezTo>
                  <a:pt x="276" y="929"/>
                  <a:pt x="312" y="965"/>
                  <a:pt x="356" y="965"/>
                </a:cubicBezTo>
                <a:cubicBezTo>
                  <a:pt x="401" y="965"/>
                  <a:pt x="437" y="929"/>
                  <a:pt x="439" y="885"/>
                </a:cubicBezTo>
                <a:lnTo>
                  <a:pt x="274" y="885"/>
                </a:lnTo>
                <a:close/>
                <a:moveTo>
                  <a:pt x="459" y="865"/>
                </a:moveTo>
                <a:lnTo>
                  <a:pt x="254" y="865"/>
                </a:lnTo>
                <a:lnTo>
                  <a:pt x="254" y="762"/>
                </a:lnTo>
                <a:lnTo>
                  <a:pt x="459" y="762"/>
                </a:lnTo>
                <a:lnTo>
                  <a:pt x="459" y="865"/>
                </a:lnTo>
                <a:close/>
                <a:moveTo>
                  <a:pt x="491" y="369"/>
                </a:moveTo>
                <a:cubicBezTo>
                  <a:pt x="491" y="388"/>
                  <a:pt x="476" y="403"/>
                  <a:pt x="457" y="403"/>
                </a:cubicBezTo>
                <a:lnTo>
                  <a:pt x="388" y="403"/>
                </a:lnTo>
                <a:lnTo>
                  <a:pt x="388" y="472"/>
                </a:lnTo>
                <a:cubicBezTo>
                  <a:pt x="388" y="491"/>
                  <a:pt x="373" y="506"/>
                  <a:pt x="355" y="506"/>
                </a:cubicBezTo>
                <a:cubicBezTo>
                  <a:pt x="336" y="506"/>
                  <a:pt x="321" y="491"/>
                  <a:pt x="321" y="472"/>
                </a:cubicBezTo>
                <a:lnTo>
                  <a:pt x="321" y="403"/>
                </a:lnTo>
                <a:lnTo>
                  <a:pt x="252" y="403"/>
                </a:lnTo>
                <a:cubicBezTo>
                  <a:pt x="233" y="403"/>
                  <a:pt x="218" y="388"/>
                  <a:pt x="218" y="369"/>
                </a:cubicBezTo>
                <a:cubicBezTo>
                  <a:pt x="218" y="351"/>
                  <a:pt x="233" y="336"/>
                  <a:pt x="252" y="336"/>
                </a:cubicBezTo>
                <a:lnTo>
                  <a:pt x="321" y="336"/>
                </a:lnTo>
                <a:lnTo>
                  <a:pt x="321" y="266"/>
                </a:lnTo>
                <a:cubicBezTo>
                  <a:pt x="321" y="248"/>
                  <a:pt x="336" y="233"/>
                  <a:pt x="355" y="233"/>
                </a:cubicBezTo>
                <a:cubicBezTo>
                  <a:pt x="373" y="233"/>
                  <a:pt x="388" y="248"/>
                  <a:pt x="388" y="266"/>
                </a:cubicBezTo>
                <a:lnTo>
                  <a:pt x="388" y="336"/>
                </a:lnTo>
                <a:lnTo>
                  <a:pt x="457" y="336"/>
                </a:lnTo>
                <a:cubicBezTo>
                  <a:pt x="476" y="336"/>
                  <a:pt x="491" y="351"/>
                  <a:pt x="491" y="369"/>
                </a:cubicBezTo>
                <a:close/>
                <a:moveTo>
                  <a:pt x="681" y="326"/>
                </a:moveTo>
                <a:lnTo>
                  <a:pt x="643" y="326"/>
                </a:lnTo>
                <a:cubicBezTo>
                  <a:pt x="644" y="336"/>
                  <a:pt x="645" y="347"/>
                  <a:pt x="645" y="358"/>
                </a:cubicBezTo>
                <a:cubicBezTo>
                  <a:pt x="645" y="365"/>
                  <a:pt x="644" y="372"/>
                  <a:pt x="643" y="379"/>
                </a:cubicBezTo>
                <a:lnTo>
                  <a:pt x="681" y="379"/>
                </a:lnTo>
                <a:cubicBezTo>
                  <a:pt x="696" y="379"/>
                  <a:pt x="709" y="367"/>
                  <a:pt x="709" y="352"/>
                </a:cubicBezTo>
                <a:cubicBezTo>
                  <a:pt x="709" y="338"/>
                  <a:pt x="696" y="326"/>
                  <a:pt x="681" y="326"/>
                </a:cubicBezTo>
                <a:close/>
                <a:moveTo>
                  <a:pt x="576" y="170"/>
                </a:moveTo>
                <a:lnTo>
                  <a:pt x="603" y="142"/>
                </a:lnTo>
                <a:cubicBezTo>
                  <a:pt x="614" y="131"/>
                  <a:pt x="614" y="114"/>
                  <a:pt x="604" y="104"/>
                </a:cubicBezTo>
                <a:cubicBezTo>
                  <a:pt x="594" y="94"/>
                  <a:pt x="577" y="94"/>
                  <a:pt x="566" y="105"/>
                </a:cubicBezTo>
                <a:lnTo>
                  <a:pt x="538" y="132"/>
                </a:lnTo>
                <a:cubicBezTo>
                  <a:pt x="552" y="144"/>
                  <a:pt x="564" y="156"/>
                  <a:pt x="576" y="170"/>
                </a:cubicBezTo>
                <a:close/>
                <a:moveTo>
                  <a:pt x="354" y="67"/>
                </a:moveTo>
                <a:cubicBezTo>
                  <a:pt x="363" y="67"/>
                  <a:pt x="372" y="68"/>
                  <a:pt x="380" y="68"/>
                </a:cubicBezTo>
                <a:lnTo>
                  <a:pt x="380" y="27"/>
                </a:lnTo>
                <a:cubicBezTo>
                  <a:pt x="380" y="12"/>
                  <a:pt x="368" y="0"/>
                  <a:pt x="354" y="0"/>
                </a:cubicBezTo>
                <a:cubicBezTo>
                  <a:pt x="339" y="0"/>
                  <a:pt x="327" y="12"/>
                  <a:pt x="327" y="27"/>
                </a:cubicBezTo>
                <a:lnTo>
                  <a:pt x="327" y="68"/>
                </a:lnTo>
                <a:cubicBezTo>
                  <a:pt x="336" y="68"/>
                  <a:pt x="345" y="67"/>
                  <a:pt x="354" y="67"/>
                </a:cubicBezTo>
                <a:close/>
                <a:moveTo>
                  <a:pt x="130" y="173"/>
                </a:moveTo>
                <a:cubicBezTo>
                  <a:pt x="142" y="159"/>
                  <a:pt x="154" y="147"/>
                  <a:pt x="168" y="135"/>
                </a:cubicBezTo>
                <a:lnTo>
                  <a:pt x="142" y="109"/>
                </a:lnTo>
                <a:cubicBezTo>
                  <a:pt x="131" y="99"/>
                  <a:pt x="114" y="98"/>
                  <a:pt x="104" y="109"/>
                </a:cubicBezTo>
                <a:cubicBezTo>
                  <a:pt x="93" y="119"/>
                  <a:pt x="94" y="136"/>
                  <a:pt x="104" y="147"/>
                </a:cubicBezTo>
                <a:lnTo>
                  <a:pt x="130" y="173"/>
                </a:lnTo>
                <a:close/>
                <a:moveTo>
                  <a:pt x="64" y="358"/>
                </a:moveTo>
                <a:cubicBezTo>
                  <a:pt x="64" y="347"/>
                  <a:pt x="64" y="336"/>
                  <a:pt x="66" y="326"/>
                </a:cubicBezTo>
                <a:lnTo>
                  <a:pt x="28" y="326"/>
                </a:lnTo>
                <a:cubicBezTo>
                  <a:pt x="13" y="326"/>
                  <a:pt x="0" y="338"/>
                  <a:pt x="0" y="352"/>
                </a:cubicBezTo>
                <a:cubicBezTo>
                  <a:pt x="0" y="367"/>
                  <a:pt x="13" y="379"/>
                  <a:pt x="28" y="379"/>
                </a:cubicBezTo>
                <a:lnTo>
                  <a:pt x="65" y="379"/>
                </a:lnTo>
                <a:cubicBezTo>
                  <a:pt x="64" y="372"/>
                  <a:pt x="64" y="365"/>
                  <a:pt x="64" y="35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Freeform 35"/>
          <p:cNvSpPr>
            <a:spLocks noEditPoints="1"/>
          </p:cNvSpPr>
          <p:nvPr/>
        </p:nvSpPr>
        <p:spPr bwMode="auto">
          <a:xfrm>
            <a:off x="5143613" y="3241331"/>
            <a:ext cx="411262" cy="559548"/>
          </a:xfrm>
          <a:custGeom>
            <a:avLst/>
            <a:gdLst>
              <a:gd name="T0" fmla="*/ 73939 w 625"/>
              <a:gd name="T1" fmla="*/ 124194 h 852"/>
              <a:gd name="T2" fmla="*/ 62217 w 625"/>
              <a:gd name="T3" fmla="*/ 766762 h 852"/>
              <a:gd name="T4" fmla="*/ 563563 w 625"/>
              <a:gd name="T5" fmla="*/ 188091 h 852"/>
              <a:gd name="T6" fmla="*/ 520281 w 625"/>
              <a:gd name="T7" fmla="*/ 201590 h 852"/>
              <a:gd name="T8" fmla="*/ 64021 w 625"/>
              <a:gd name="T9" fmla="*/ 722664 h 852"/>
              <a:gd name="T10" fmla="*/ 243459 w 625"/>
              <a:gd name="T11" fmla="*/ 81896 h 852"/>
              <a:gd name="T12" fmla="*/ 320104 w 625"/>
              <a:gd name="T13" fmla="*/ 81896 h 852"/>
              <a:gd name="T14" fmla="*/ 280429 w 625"/>
              <a:gd name="T15" fmla="*/ 122394 h 852"/>
              <a:gd name="T16" fmla="*/ 196571 w 625"/>
              <a:gd name="T17" fmla="*/ 83696 h 852"/>
              <a:gd name="T18" fmla="*/ 103696 w 625"/>
              <a:gd name="T19" fmla="*/ 194390 h 852"/>
              <a:gd name="T20" fmla="*/ 459867 w 625"/>
              <a:gd name="T21" fmla="*/ 194390 h 852"/>
              <a:gd name="T22" fmla="*/ 366992 w 625"/>
              <a:gd name="T23" fmla="*/ 83696 h 852"/>
              <a:gd name="T24" fmla="*/ 196571 w 625"/>
              <a:gd name="T25" fmla="*/ 83696 h 852"/>
              <a:gd name="T26" fmla="*/ 199276 w 625"/>
              <a:gd name="T27" fmla="*/ 582271 h 852"/>
              <a:gd name="T28" fmla="*/ 136157 w 625"/>
              <a:gd name="T29" fmla="*/ 600270 h 852"/>
              <a:gd name="T30" fmla="*/ 122631 w 625"/>
              <a:gd name="T31" fmla="*/ 613770 h 852"/>
              <a:gd name="T32" fmla="*/ 199276 w 625"/>
              <a:gd name="T33" fmla="*/ 619169 h 852"/>
              <a:gd name="T34" fmla="*/ 119025 w 625"/>
              <a:gd name="T35" fmla="*/ 658767 h 852"/>
              <a:gd name="T36" fmla="*/ 218212 w 625"/>
              <a:gd name="T37" fmla="*/ 610170 h 852"/>
              <a:gd name="T38" fmla="*/ 218212 w 625"/>
              <a:gd name="T39" fmla="*/ 578671 h 852"/>
              <a:gd name="T40" fmla="*/ 99187 w 625"/>
              <a:gd name="T41" fmla="*/ 584971 h 852"/>
              <a:gd name="T42" fmla="*/ 192964 w 625"/>
              <a:gd name="T43" fmla="*/ 683966 h 852"/>
              <a:gd name="T44" fmla="*/ 192964 w 625"/>
              <a:gd name="T45" fmla="*/ 301485 h 852"/>
              <a:gd name="T46" fmla="*/ 136157 w 625"/>
              <a:gd name="T47" fmla="*/ 318584 h 852"/>
              <a:gd name="T48" fmla="*/ 155994 w 625"/>
              <a:gd name="T49" fmla="*/ 368982 h 852"/>
              <a:gd name="T50" fmla="*/ 119025 w 625"/>
              <a:gd name="T51" fmla="*/ 382481 h 852"/>
              <a:gd name="T52" fmla="*/ 192964 w 625"/>
              <a:gd name="T53" fmla="*/ 281686 h 852"/>
              <a:gd name="T54" fmla="*/ 99187 w 625"/>
              <a:gd name="T55" fmla="*/ 380681 h 852"/>
              <a:gd name="T56" fmla="*/ 217310 w 625"/>
              <a:gd name="T57" fmla="*/ 323084 h 852"/>
              <a:gd name="T58" fmla="*/ 216408 w 625"/>
              <a:gd name="T59" fmla="*/ 296985 h 852"/>
              <a:gd name="T60" fmla="*/ 199276 w 625"/>
              <a:gd name="T61" fmla="*/ 452678 h 852"/>
              <a:gd name="T62" fmla="*/ 122631 w 625"/>
              <a:gd name="T63" fmla="*/ 471577 h 852"/>
              <a:gd name="T64" fmla="*/ 199276 w 625"/>
              <a:gd name="T65" fmla="*/ 522874 h 852"/>
              <a:gd name="T66" fmla="*/ 218212 w 625"/>
              <a:gd name="T67" fmla="*/ 438278 h 852"/>
              <a:gd name="T68" fmla="*/ 99187 w 625"/>
              <a:gd name="T69" fmla="*/ 442778 h 852"/>
              <a:gd name="T70" fmla="*/ 199276 w 625"/>
              <a:gd name="T71" fmla="*/ 541773 h 852"/>
              <a:gd name="T72" fmla="*/ 260592 w 625"/>
              <a:gd name="T73" fmla="*/ 418479 h 852"/>
              <a:gd name="T74" fmla="*/ 294856 w 625"/>
              <a:gd name="T75" fmla="*/ 650668 h 852"/>
              <a:gd name="T76" fmla="*/ 452654 w 625"/>
              <a:gd name="T77" fmla="*/ 602070 h 852"/>
              <a:gd name="T78" fmla="*/ 288544 w 625"/>
              <a:gd name="T79" fmla="*/ 644368 h 852"/>
              <a:gd name="T80" fmla="*/ 452654 w 625"/>
              <a:gd name="T81" fmla="*/ 456277 h 852"/>
              <a:gd name="T82" fmla="*/ 288544 w 625"/>
              <a:gd name="T83" fmla="*/ 368982 h 852"/>
              <a:gd name="T84" fmla="*/ 288544 w 625"/>
              <a:gd name="T85" fmla="*/ 316784 h 852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0" t="0" r="r" b="b"/>
            <a:pathLst>
              <a:path w="625" h="852">
                <a:moveTo>
                  <a:pt x="48" y="224"/>
                </a:moveTo>
                <a:cubicBezTo>
                  <a:pt x="48" y="200"/>
                  <a:pt x="59" y="188"/>
                  <a:pt x="82" y="188"/>
                </a:cubicBezTo>
                <a:lnTo>
                  <a:pt x="82" y="138"/>
                </a:lnTo>
                <a:cubicBezTo>
                  <a:pt x="39" y="139"/>
                  <a:pt x="0" y="167"/>
                  <a:pt x="0" y="209"/>
                </a:cubicBezTo>
                <a:lnTo>
                  <a:pt x="0" y="783"/>
                </a:lnTo>
                <a:cubicBezTo>
                  <a:pt x="0" y="818"/>
                  <a:pt x="34" y="852"/>
                  <a:pt x="69" y="852"/>
                </a:cubicBezTo>
                <a:lnTo>
                  <a:pt x="556" y="852"/>
                </a:lnTo>
                <a:cubicBezTo>
                  <a:pt x="591" y="852"/>
                  <a:pt x="625" y="818"/>
                  <a:pt x="625" y="783"/>
                </a:cubicBezTo>
                <a:lnTo>
                  <a:pt x="625" y="209"/>
                </a:lnTo>
                <a:cubicBezTo>
                  <a:pt x="625" y="167"/>
                  <a:pt x="586" y="139"/>
                  <a:pt x="543" y="138"/>
                </a:cubicBezTo>
                <a:lnTo>
                  <a:pt x="543" y="188"/>
                </a:lnTo>
                <a:cubicBezTo>
                  <a:pt x="566" y="188"/>
                  <a:pt x="577" y="200"/>
                  <a:pt x="577" y="224"/>
                </a:cubicBezTo>
                <a:lnTo>
                  <a:pt x="577" y="768"/>
                </a:lnTo>
                <a:cubicBezTo>
                  <a:pt x="577" y="785"/>
                  <a:pt x="570" y="803"/>
                  <a:pt x="554" y="803"/>
                </a:cubicBezTo>
                <a:lnTo>
                  <a:pt x="71" y="803"/>
                </a:lnTo>
                <a:cubicBezTo>
                  <a:pt x="53" y="803"/>
                  <a:pt x="48" y="783"/>
                  <a:pt x="48" y="764"/>
                </a:cubicBezTo>
                <a:lnTo>
                  <a:pt x="48" y="224"/>
                </a:lnTo>
                <a:close/>
                <a:moveTo>
                  <a:pt x="270" y="91"/>
                </a:moveTo>
                <a:cubicBezTo>
                  <a:pt x="270" y="71"/>
                  <a:pt x="289" y="52"/>
                  <a:pt x="309" y="52"/>
                </a:cubicBezTo>
                <a:lnTo>
                  <a:pt x="316" y="52"/>
                </a:lnTo>
                <a:cubicBezTo>
                  <a:pt x="336" y="52"/>
                  <a:pt x="355" y="71"/>
                  <a:pt x="355" y="91"/>
                </a:cubicBezTo>
                <a:lnTo>
                  <a:pt x="355" y="95"/>
                </a:lnTo>
                <a:cubicBezTo>
                  <a:pt x="355" y="117"/>
                  <a:pt x="336" y="136"/>
                  <a:pt x="314" y="136"/>
                </a:cubicBezTo>
                <a:lnTo>
                  <a:pt x="311" y="136"/>
                </a:lnTo>
                <a:cubicBezTo>
                  <a:pt x="289" y="136"/>
                  <a:pt x="270" y="117"/>
                  <a:pt x="270" y="95"/>
                </a:cubicBezTo>
                <a:lnTo>
                  <a:pt x="270" y="91"/>
                </a:lnTo>
                <a:close/>
                <a:moveTo>
                  <a:pt x="218" y="93"/>
                </a:moveTo>
                <a:lnTo>
                  <a:pt x="149" y="93"/>
                </a:lnTo>
                <a:cubicBezTo>
                  <a:pt x="126" y="93"/>
                  <a:pt x="115" y="104"/>
                  <a:pt x="115" y="127"/>
                </a:cubicBezTo>
                <a:lnTo>
                  <a:pt x="115" y="216"/>
                </a:lnTo>
                <a:cubicBezTo>
                  <a:pt x="115" y="231"/>
                  <a:pt x="124" y="246"/>
                  <a:pt x="138" y="246"/>
                </a:cubicBezTo>
                <a:lnTo>
                  <a:pt x="487" y="246"/>
                </a:lnTo>
                <a:cubicBezTo>
                  <a:pt x="501" y="246"/>
                  <a:pt x="510" y="231"/>
                  <a:pt x="510" y="216"/>
                </a:cubicBezTo>
                <a:lnTo>
                  <a:pt x="510" y="127"/>
                </a:lnTo>
                <a:cubicBezTo>
                  <a:pt x="510" y="104"/>
                  <a:pt x="499" y="93"/>
                  <a:pt x="476" y="93"/>
                </a:cubicBezTo>
                <a:lnTo>
                  <a:pt x="407" y="93"/>
                </a:lnTo>
                <a:cubicBezTo>
                  <a:pt x="407" y="45"/>
                  <a:pt x="366" y="0"/>
                  <a:pt x="320" y="0"/>
                </a:cubicBezTo>
                <a:lnTo>
                  <a:pt x="305" y="0"/>
                </a:lnTo>
                <a:cubicBezTo>
                  <a:pt x="259" y="0"/>
                  <a:pt x="218" y="45"/>
                  <a:pt x="218" y="93"/>
                </a:cubicBezTo>
                <a:close/>
                <a:moveTo>
                  <a:pt x="132" y="654"/>
                </a:moveTo>
                <a:cubicBezTo>
                  <a:pt x="132" y="649"/>
                  <a:pt x="133" y="647"/>
                  <a:pt x="138" y="647"/>
                </a:cubicBezTo>
                <a:lnTo>
                  <a:pt x="221" y="647"/>
                </a:lnTo>
                <a:lnTo>
                  <a:pt x="221" y="654"/>
                </a:lnTo>
                <a:cubicBezTo>
                  <a:pt x="221" y="661"/>
                  <a:pt x="186" y="680"/>
                  <a:pt x="180" y="684"/>
                </a:cubicBezTo>
                <a:cubicBezTo>
                  <a:pt x="174" y="679"/>
                  <a:pt x="161" y="667"/>
                  <a:pt x="151" y="667"/>
                </a:cubicBezTo>
                <a:lnTo>
                  <a:pt x="149" y="667"/>
                </a:lnTo>
                <a:cubicBezTo>
                  <a:pt x="144" y="667"/>
                  <a:pt x="136" y="675"/>
                  <a:pt x="136" y="680"/>
                </a:cubicBezTo>
                <a:lnTo>
                  <a:pt x="136" y="682"/>
                </a:lnTo>
                <a:cubicBezTo>
                  <a:pt x="136" y="688"/>
                  <a:pt x="167" y="721"/>
                  <a:pt x="173" y="721"/>
                </a:cubicBezTo>
                <a:lnTo>
                  <a:pt x="175" y="721"/>
                </a:lnTo>
                <a:cubicBezTo>
                  <a:pt x="180" y="721"/>
                  <a:pt x="214" y="693"/>
                  <a:pt x="221" y="688"/>
                </a:cubicBezTo>
                <a:cubicBezTo>
                  <a:pt x="221" y="700"/>
                  <a:pt x="225" y="738"/>
                  <a:pt x="214" y="738"/>
                </a:cubicBezTo>
                <a:lnTo>
                  <a:pt x="138" y="738"/>
                </a:lnTo>
                <a:cubicBezTo>
                  <a:pt x="133" y="738"/>
                  <a:pt x="132" y="737"/>
                  <a:pt x="132" y="732"/>
                </a:cubicBezTo>
                <a:lnTo>
                  <a:pt x="132" y="654"/>
                </a:lnTo>
                <a:close/>
                <a:moveTo>
                  <a:pt x="214" y="760"/>
                </a:moveTo>
                <a:cubicBezTo>
                  <a:pt x="255" y="760"/>
                  <a:pt x="240" y="715"/>
                  <a:pt x="242" y="678"/>
                </a:cubicBezTo>
                <a:cubicBezTo>
                  <a:pt x="243" y="658"/>
                  <a:pt x="292" y="642"/>
                  <a:pt x="296" y="624"/>
                </a:cubicBezTo>
                <a:lnTo>
                  <a:pt x="290" y="624"/>
                </a:lnTo>
                <a:cubicBezTo>
                  <a:pt x="275" y="624"/>
                  <a:pt x="253" y="637"/>
                  <a:pt x="242" y="643"/>
                </a:cubicBezTo>
                <a:cubicBezTo>
                  <a:pt x="237" y="635"/>
                  <a:pt x="232" y="626"/>
                  <a:pt x="218" y="626"/>
                </a:cubicBezTo>
                <a:lnTo>
                  <a:pt x="134" y="626"/>
                </a:lnTo>
                <a:cubicBezTo>
                  <a:pt x="122" y="626"/>
                  <a:pt x="110" y="637"/>
                  <a:pt x="110" y="650"/>
                </a:cubicBezTo>
                <a:lnTo>
                  <a:pt x="110" y="736"/>
                </a:lnTo>
                <a:cubicBezTo>
                  <a:pt x="110" y="750"/>
                  <a:pt x="123" y="760"/>
                  <a:pt x="138" y="760"/>
                </a:cubicBezTo>
                <a:lnTo>
                  <a:pt x="214" y="760"/>
                </a:lnTo>
                <a:close/>
                <a:moveTo>
                  <a:pt x="132" y="341"/>
                </a:moveTo>
                <a:cubicBezTo>
                  <a:pt x="132" y="336"/>
                  <a:pt x="133" y="335"/>
                  <a:pt x="138" y="335"/>
                </a:cubicBezTo>
                <a:lnTo>
                  <a:pt x="214" y="335"/>
                </a:lnTo>
                <a:cubicBezTo>
                  <a:pt x="219" y="335"/>
                  <a:pt x="221" y="336"/>
                  <a:pt x="221" y="341"/>
                </a:cubicBezTo>
                <a:cubicBezTo>
                  <a:pt x="221" y="346"/>
                  <a:pt x="184" y="371"/>
                  <a:pt x="180" y="371"/>
                </a:cubicBezTo>
                <a:cubicBezTo>
                  <a:pt x="175" y="371"/>
                  <a:pt x="164" y="354"/>
                  <a:pt x="151" y="354"/>
                </a:cubicBezTo>
                <a:cubicBezTo>
                  <a:pt x="145" y="354"/>
                  <a:pt x="136" y="361"/>
                  <a:pt x="136" y="367"/>
                </a:cubicBezTo>
                <a:lnTo>
                  <a:pt x="136" y="369"/>
                </a:lnTo>
                <a:cubicBezTo>
                  <a:pt x="136" y="378"/>
                  <a:pt x="166" y="406"/>
                  <a:pt x="173" y="410"/>
                </a:cubicBezTo>
                <a:lnTo>
                  <a:pt x="221" y="376"/>
                </a:lnTo>
                <a:lnTo>
                  <a:pt x="221" y="425"/>
                </a:lnTo>
                <a:lnTo>
                  <a:pt x="132" y="425"/>
                </a:lnTo>
                <a:lnTo>
                  <a:pt x="132" y="341"/>
                </a:lnTo>
                <a:close/>
                <a:moveTo>
                  <a:pt x="240" y="330"/>
                </a:moveTo>
                <a:cubicBezTo>
                  <a:pt x="237" y="319"/>
                  <a:pt x="228" y="313"/>
                  <a:pt x="214" y="313"/>
                </a:cubicBezTo>
                <a:lnTo>
                  <a:pt x="138" y="313"/>
                </a:lnTo>
                <a:cubicBezTo>
                  <a:pt x="123" y="313"/>
                  <a:pt x="110" y="322"/>
                  <a:pt x="110" y="337"/>
                </a:cubicBezTo>
                <a:lnTo>
                  <a:pt x="110" y="423"/>
                </a:lnTo>
                <a:cubicBezTo>
                  <a:pt x="110" y="436"/>
                  <a:pt x="122" y="447"/>
                  <a:pt x="134" y="447"/>
                </a:cubicBezTo>
                <a:lnTo>
                  <a:pt x="218" y="447"/>
                </a:lnTo>
                <a:cubicBezTo>
                  <a:pt x="252" y="447"/>
                  <a:pt x="242" y="393"/>
                  <a:pt x="241" y="359"/>
                </a:cubicBezTo>
                <a:lnTo>
                  <a:pt x="296" y="313"/>
                </a:lnTo>
                <a:cubicBezTo>
                  <a:pt x="296" y="313"/>
                  <a:pt x="292" y="311"/>
                  <a:pt x="292" y="311"/>
                </a:cubicBezTo>
                <a:cubicBezTo>
                  <a:pt x="271" y="311"/>
                  <a:pt x="253" y="329"/>
                  <a:pt x="240" y="330"/>
                </a:cubicBezTo>
                <a:close/>
                <a:moveTo>
                  <a:pt x="132" y="492"/>
                </a:moveTo>
                <a:lnTo>
                  <a:pt x="221" y="492"/>
                </a:lnTo>
                <a:lnTo>
                  <a:pt x="221" y="503"/>
                </a:lnTo>
                <a:lnTo>
                  <a:pt x="180" y="529"/>
                </a:lnTo>
                <a:lnTo>
                  <a:pt x="152" y="508"/>
                </a:lnTo>
                <a:cubicBezTo>
                  <a:pt x="145" y="513"/>
                  <a:pt x="136" y="515"/>
                  <a:pt x="136" y="524"/>
                </a:cubicBezTo>
                <a:cubicBezTo>
                  <a:pt x="136" y="531"/>
                  <a:pt x="167" y="565"/>
                  <a:pt x="173" y="565"/>
                </a:cubicBezTo>
                <a:cubicBezTo>
                  <a:pt x="183" y="565"/>
                  <a:pt x="209" y="536"/>
                  <a:pt x="221" y="533"/>
                </a:cubicBezTo>
                <a:lnTo>
                  <a:pt x="221" y="581"/>
                </a:lnTo>
                <a:lnTo>
                  <a:pt x="132" y="581"/>
                </a:lnTo>
                <a:lnTo>
                  <a:pt x="132" y="492"/>
                </a:lnTo>
                <a:close/>
                <a:moveTo>
                  <a:pt x="242" y="487"/>
                </a:moveTo>
                <a:cubicBezTo>
                  <a:pt x="238" y="480"/>
                  <a:pt x="233" y="470"/>
                  <a:pt x="221" y="470"/>
                </a:cubicBezTo>
                <a:lnTo>
                  <a:pt x="132" y="470"/>
                </a:lnTo>
                <a:cubicBezTo>
                  <a:pt x="121" y="470"/>
                  <a:pt x="110" y="481"/>
                  <a:pt x="110" y="492"/>
                </a:cubicBezTo>
                <a:lnTo>
                  <a:pt x="110" y="581"/>
                </a:lnTo>
                <a:cubicBezTo>
                  <a:pt x="110" y="591"/>
                  <a:pt x="121" y="602"/>
                  <a:pt x="132" y="602"/>
                </a:cubicBezTo>
                <a:lnTo>
                  <a:pt x="221" y="602"/>
                </a:lnTo>
                <a:cubicBezTo>
                  <a:pt x="252" y="602"/>
                  <a:pt x="242" y="547"/>
                  <a:pt x="242" y="515"/>
                </a:cubicBezTo>
                <a:lnTo>
                  <a:pt x="296" y="469"/>
                </a:lnTo>
                <a:lnTo>
                  <a:pt x="289" y="465"/>
                </a:lnTo>
                <a:lnTo>
                  <a:pt x="242" y="487"/>
                </a:lnTo>
                <a:close/>
                <a:moveTo>
                  <a:pt x="320" y="716"/>
                </a:moveTo>
                <a:cubicBezTo>
                  <a:pt x="320" y="721"/>
                  <a:pt x="322" y="723"/>
                  <a:pt x="327" y="723"/>
                </a:cubicBezTo>
                <a:lnTo>
                  <a:pt x="495" y="723"/>
                </a:lnTo>
                <a:cubicBezTo>
                  <a:pt x="500" y="723"/>
                  <a:pt x="502" y="721"/>
                  <a:pt x="502" y="716"/>
                </a:cubicBezTo>
                <a:lnTo>
                  <a:pt x="502" y="669"/>
                </a:lnTo>
                <a:cubicBezTo>
                  <a:pt x="502" y="664"/>
                  <a:pt x="500" y="663"/>
                  <a:pt x="495" y="663"/>
                </a:cubicBezTo>
                <a:lnTo>
                  <a:pt x="320" y="663"/>
                </a:lnTo>
                <a:lnTo>
                  <a:pt x="320" y="716"/>
                </a:lnTo>
                <a:close/>
                <a:moveTo>
                  <a:pt x="320" y="565"/>
                </a:moveTo>
                <a:lnTo>
                  <a:pt x="502" y="565"/>
                </a:lnTo>
                <a:lnTo>
                  <a:pt x="502" y="507"/>
                </a:lnTo>
                <a:lnTo>
                  <a:pt x="320" y="507"/>
                </a:lnTo>
                <a:lnTo>
                  <a:pt x="320" y="565"/>
                </a:lnTo>
                <a:close/>
                <a:moveTo>
                  <a:pt x="320" y="410"/>
                </a:moveTo>
                <a:lnTo>
                  <a:pt x="452" y="410"/>
                </a:lnTo>
                <a:lnTo>
                  <a:pt x="452" y="352"/>
                </a:lnTo>
                <a:lnTo>
                  <a:pt x="320" y="352"/>
                </a:lnTo>
                <a:lnTo>
                  <a:pt x="320" y="41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Freeform 36"/>
          <p:cNvSpPr>
            <a:spLocks noEditPoints="1"/>
          </p:cNvSpPr>
          <p:nvPr/>
        </p:nvSpPr>
        <p:spPr bwMode="auto">
          <a:xfrm>
            <a:off x="7999578" y="3566293"/>
            <a:ext cx="385592" cy="379581"/>
          </a:xfrm>
          <a:custGeom>
            <a:avLst/>
            <a:gdLst>
              <a:gd name="T0" fmla="*/ 188097 w 792"/>
              <a:gd name="T1" fmla="*/ 307152 h 779"/>
              <a:gd name="T2" fmla="*/ 249296 w 792"/>
              <a:gd name="T3" fmla="*/ 200865 h 779"/>
              <a:gd name="T4" fmla="*/ 350994 w 792"/>
              <a:gd name="T5" fmla="*/ 290938 h 779"/>
              <a:gd name="T6" fmla="*/ 264596 w 792"/>
              <a:gd name="T7" fmla="*/ 182850 h 779"/>
              <a:gd name="T8" fmla="*/ 350994 w 792"/>
              <a:gd name="T9" fmla="*/ 290938 h 779"/>
              <a:gd name="T10" fmla="*/ 350994 w 792"/>
              <a:gd name="T11" fmla="*/ 290938 h 779"/>
              <a:gd name="T12" fmla="*/ 420293 w 792"/>
              <a:gd name="T13" fmla="*/ 174743 h 779"/>
              <a:gd name="T14" fmla="*/ 442793 w 792"/>
              <a:gd name="T15" fmla="*/ 163034 h 779"/>
              <a:gd name="T16" fmla="*/ 445493 w 792"/>
              <a:gd name="T17" fmla="*/ 182850 h 779"/>
              <a:gd name="T18" fmla="*/ 439193 w 792"/>
              <a:gd name="T19" fmla="*/ 215276 h 779"/>
              <a:gd name="T20" fmla="*/ 418493 w 792"/>
              <a:gd name="T21" fmla="*/ 207170 h 779"/>
              <a:gd name="T22" fmla="*/ 393293 w 792"/>
              <a:gd name="T23" fmla="*/ 185552 h 779"/>
              <a:gd name="T24" fmla="*/ 410393 w 792"/>
              <a:gd name="T25" fmla="*/ 172942 h 779"/>
              <a:gd name="T26" fmla="*/ 442793 w 792"/>
              <a:gd name="T27" fmla="*/ 163034 h 779"/>
              <a:gd name="T28" fmla="*/ 337494 w 792"/>
              <a:gd name="T29" fmla="*/ 308953 h 779"/>
              <a:gd name="T30" fmla="*/ 325795 w 792"/>
              <a:gd name="T31" fmla="*/ 440461 h 779"/>
              <a:gd name="T32" fmla="*/ 371694 w 792"/>
              <a:gd name="T33" fmla="*/ 320663 h 779"/>
              <a:gd name="T34" fmla="*/ 280795 w 792"/>
              <a:gd name="T35" fmla="*/ 268420 h 779"/>
              <a:gd name="T36" fmla="*/ 246596 w 792"/>
              <a:gd name="T37" fmla="*/ 280130 h 779"/>
              <a:gd name="T38" fmla="*/ 292495 w 792"/>
              <a:gd name="T39" fmla="*/ 440461 h 779"/>
              <a:gd name="T40" fmla="*/ 280795 w 792"/>
              <a:gd name="T41" fmla="*/ 268420 h 779"/>
              <a:gd name="T42" fmla="*/ 416693 w 792"/>
              <a:gd name="T43" fmla="*/ 240497 h 779"/>
              <a:gd name="T44" fmla="*/ 404993 w 792"/>
              <a:gd name="T45" fmla="*/ 440461 h 779"/>
              <a:gd name="T46" fmla="*/ 450892 w 792"/>
              <a:gd name="T47" fmla="*/ 253107 h 779"/>
              <a:gd name="T48" fmla="*/ 201597 w 792"/>
              <a:gd name="T49" fmla="*/ 351288 h 779"/>
              <a:gd name="T50" fmla="*/ 167397 w 792"/>
              <a:gd name="T51" fmla="*/ 362997 h 779"/>
              <a:gd name="T52" fmla="*/ 213296 w 792"/>
              <a:gd name="T53" fmla="*/ 440461 h 779"/>
              <a:gd name="T54" fmla="*/ 201597 w 792"/>
              <a:gd name="T55" fmla="*/ 351288 h 779"/>
              <a:gd name="T56" fmla="*/ 122398 w 792"/>
              <a:gd name="T57" fmla="*/ 440461 h 779"/>
              <a:gd name="T58" fmla="*/ 110698 w 792"/>
              <a:gd name="T59" fmla="*/ 170240 h 779"/>
              <a:gd name="T60" fmla="*/ 134098 w 792"/>
              <a:gd name="T61" fmla="*/ 170240 h 779"/>
              <a:gd name="T62" fmla="*/ 477892 w 792"/>
              <a:gd name="T63" fmla="*/ 417042 h 779"/>
              <a:gd name="T64" fmla="*/ 477892 w 792"/>
              <a:gd name="T65" fmla="*/ 440461 h 779"/>
              <a:gd name="T66" fmla="*/ 110698 w 792"/>
              <a:gd name="T67" fmla="*/ 428751 h 779"/>
              <a:gd name="T68" fmla="*/ 477892 w 792"/>
              <a:gd name="T69" fmla="*/ 417042 h 779"/>
              <a:gd name="T70" fmla="*/ 611990 w 792"/>
              <a:gd name="T71" fmla="*/ 701675 h 779"/>
              <a:gd name="T72" fmla="*/ 436493 w 792"/>
              <a:gd name="T73" fmla="*/ 566564 h 779"/>
              <a:gd name="T74" fmla="*/ 0 w 792"/>
              <a:gd name="T75" fmla="*/ 299045 h 779"/>
              <a:gd name="T76" fmla="*/ 599390 w 792"/>
              <a:gd name="T77" fmla="*/ 299045 h 779"/>
              <a:gd name="T78" fmla="*/ 677689 w 792"/>
              <a:gd name="T79" fmla="*/ 544947 h 779"/>
              <a:gd name="T80" fmla="*/ 300595 w 792"/>
              <a:gd name="T81" fmla="*/ 561160 h 779"/>
              <a:gd name="T82" fmla="*/ 561591 w 792"/>
              <a:gd name="T83" fmla="*/ 299045 h 779"/>
              <a:gd name="T84" fmla="*/ 38699 w 792"/>
              <a:gd name="T85" fmla="*/ 299045 h 779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0" t="0" r="r" b="b"/>
            <a:pathLst>
              <a:path w="792" h="779">
                <a:moveTo>
                  <a:pt x="297" y="240"/>
                </a:moveTo>
                <a:lnTo>
                  <a:pt x="209" y="341"/>
                </a:lnTo>
                <a:lnTo>
                  <a:pt x="188" y="323"/>
                </a:lnTo>
                <a:lnTo>
                  <a:pt x="277" y="223"/>
                </a:lnTo>
                <a:lnTo>
                  <a:pt x="297" y="240"/>
                </a:lnTo>
                <a:close/>
                <a:moveTo>
                  <a:pt x="390" y="323"/>
                </a:moveTo>
                <a:lnTo>
                  <a:pt x="276" y="224"/>
                </a:lnTo>
                <a:lnTo>
                  <a:pt x="294" y="203"/>
                </a:lnTo>
                <a:lnTo>
                  <a:pt x="408" y="303"/>
                </a:lnTo>
                <a:lnTo>
                  <a:pt x="390" y="323"/>
                </a:lnTo>
                <a:close/>
                <a:moveTo>
                  <a:pt x="487" y="212"/>
                </a:moveTo>
                <a:lnTo>
                  <a:pt x="390" y="323"/>
                </a:lnTo>
                <a:lnTo>
                  <a:pt x="369" y="305"/>
                </a:lnTo>
                <a:lnTo>
                  <a:pt x="467" y="194"/>
                </a:lnTo>
                <a:lnTo>
                  <a:pt x="487" y="212"/>
                </a:lnTo>
                <a:close/>
                <a:moveTo>
                  <a:pt x="492" y="181"/>
                </a:moveTo>
                <a:cubicBezTo>
                  <a:pt x="497" y="179"/>
                  <a:pt x="500" y="182"/>
                  <a:pt x="499" y="187"/>
                </a:cubicBezTo>
                <a:lnTo>
                  <a:pt x="495" y="203"/>
                </a:lnTo>
                <a:cubicBezTo>
                  <a:pt x="494" y="209"/>
                  <a:pt x="492" y="217"/>
                  <a:pt x="491" y="222"/>
                </a:cubicBezTo>
                <a:lnTo>
                  <a:pt x="488" y="239"/>
                </a:lnTo>
                <a:cubicBezTo>
                  <a:pt x="487" y="244"/>
                  <a:pt x="483" y="245"/>
                  <a:pt x="479" y="242"/>
                </a:cubicBezTo>
                <a:lnTo>
                  <a:pt x="465" y="230"/>
                </a:lnTo>
                <a:cubicBezTo>
                  <a:pt x="461" y="227"/>
                  <a:pt x="455" y="221"/>
                  <a:pt x="451" y="217"/>
                </a:cubicBezTo>
                <a:lnTo>
                  <a:pt x="437" y="206"/>
                </a:lnTo>
                <a:cubicBezTo>
                  <a:pt x="433" y="202"/>
                  <a:pt x="434" y="198"/>
                  <a:pt x="439" y="197"/>
                </a:cubicBezTo>
                <a:lnTo>
                  <a:pt x="456" y="192"/>
                </a:lnTo>
                <a:cubicBezTo>
                  <a:pt x="461" y="190"/>
                  <a:pt x="470" y="187"/>
                  <a:pt x="475" y="186"/>
                </a:cubicBezTo>
                <a:lnTo>
                  <a:pt x="492" y="181"/>
                </a:lnTo>
                <a:close/>
                <a:moveTo>
                  <a:pt x="400" y="343"/>
                </a:moveTo>
                <a:lnTo>
                  <a:pt x="375" y="343"/>
                </a:lnTo>
                <a:cubicBezTo>
                  <a:pt x="368" y="343"/>
                  <a:pt x="362" y="349"/>
                  <a:pt x="362" y="356"/>
                </a:cubicBezTo>
                <a:lnTo>
                  <a:pt x="362" y="489"/>
                </a:lnTo>
                <a:lnTo>
                  <a:pt x="413" y="489"/>
                </a:lnTo>
                <a:lnTo>
                  <a:pt x="413" y="356"/>
                </a:lnTo>
                <a:cubicBezTo>
                  <a:pt x="413" y="349"/>
                  <a:pt x="407" y="343"/>
                  <a:pt x="400" y="343"/>
                </a:cubicBezTo>
                <a:close/>
                <a:moveTo>
                  <a:pt x="312" y="298"/>
                </a:moveTo>
                <a:lnTo>
                  <a:pt x="287" y="298"/>
                </a:lnTo>
                <a:cubicBezTo>
                  <a:pt x="280" y="298"/>
                  <a:pt x="274" y="304"/>
                  <a:pt x="274" y="311"/>
                </a:cubicBezTo>
                <a:lnTo>
                  <a:pt x="274" y="489"/>
                </a:lnTo>
                <a:lnTo>
                  <a:pt x="325" y="489"/>
                </a:lnTo>
                <a:lnTo>
                  <a:pt x="325" y="311"/>
                </a:lnTo>
                <a:cubicBezTo>
                  <a:pt x="325" y="304"/>
                  <a:pt x="319" y="298"/>
                  <a:pt x="312" y="298"/>
                </a:cubicBezTo>
                <a:close/>
                <a:moveTo>
                  <a:pt x="488" y="267"/>
                </a:moveTo>
                <a:lnTo>
                  <a:pt x="463" y="267"/>
                </a:lnTo>
                <a:cubicBezTo>
                  <a:pt x="456" y="267"/>
                  <a:pt x="450" y="273"/>
                  <a:pt x="450" y="281"/>
                </a:cubicBezTo>
                <a:lnTo>
                  <a:pt x="450" y="489"/>
                </a:lnTo>
                <a:lnTo>
                  <a:pt x="501" y="489"/>
                </a:lnTo>
                <a:lnTo>
                  <a:pt x="501" y="281"/>
                </a:lnTo>
                <a:cubicBezTo>
                  <a:pt x="501" y="273"/>
                  <a:pt x="495" y="267"/>
                  <a:pt x="488" y="267"/>
                </a:cubicBezTo>
                <a:close/>
                <a:moveTo>
                  <a:pt x="224" y="390"/>
                </a:moveTo>
                <a:lnTo>
                  <a:pt x="200" y="390"/>
                </a:lnTo>
                <a:cubicBezTo>
                  <a:pt x="192" y="390"/>
                  <a:pt x="186" y="396"/>
                  <a:pt x="186" y="403"/>
                </a:cubicBezTo>
                <a:lnTo>
                  <a:pt x="186" y="489"/>
                </a:lnTo>
                <a:lnTo>
                  <a:pt x="237" y="489"/>
                </a:lnTo>
                <a:lnTo>
                  <a:pt x="237" y="403"/>
                </a:lnTo>
                <a:cubicBezTo>
                  <a:pt x="237" y="396"/>
                  <a:pt x="231" y="390"/>
                  <a:pt x="224" y="390"/>
                </a:cubicBezTo>
                <a:close/>
                <a:moveTo>
                  <a:pt x="149" y="476"/>
                </a:moveTo>
                <a:cubicBezTo>
                  <a:pt x="149" y="483"/>
                  <a:pt x="144" y="489"/>
                  <a:pt x="136" y="489"/>
                </a:cubicBezTo>
                <a:cubicBezTo>
                  <a:pt x="129" y="489"/>
                  <a:pt x="123" y="483"/>
                  <a:pt x="123" y="476"/>
                </a:cubicBezTo>
                <a:lnTo>
                  <a:pt x="123" y="189"/>
                </a:lnTo>
                <a:cubicBezTo>
                  <a:pt x="123" y="182"/>
                  <a:pt x="129" y="176"/>
                  <a:pt x="136" y="176"/>
                </a:cubicBezTo>
                <a:cubicBezTo>
                  <a:pt x="143" y="176"/>
                  <a:pt x="149" y="182"/>
                  <a:pt x="149" y="189"/>
                </a:cubicBezTo>
                <a:lnTo>
                  <a:pt x="149" y="476"/>
                </a:lnTo>
                <a:close/>
                <a:moveTo>
                  <a:pt x="531" y="463"/>
                </a:moveTo>
                <a:cubicBezTo>
                  <a:pt x="538" y="463"/>
                  <a:pt x="544" y="469"/>
                  <a:pt x="544" y="476"/>
                </a:cubicBezTo>
                <a:cubicBezTo>
                  <a:pt x="544" y="483"/>
                  <a:pt x="538" y="489"/>
                  <a:pt x="531" y="489"/>
                </a:cubicBezTo>
                <a:lnTo>
                  <a:pt x="136" y="489"/>
                </a:lnTo>
                <a:cubicBezTo>
                  <a:pt x="129" y="489"/>
                  <a:pt x="123" y="483"/>
                  <a:pt x="123" y="476"/>
                </a:cubicBezTo>
                <a:cubicBezTo>
                  <a:pt x="123" y="469"/>
                  <a:pt x="129" y="463"/>
                  <a:pt x="136" y="463"/>
                </a:cubicBezTo>
                <a:lnTo>
                  <a:pt x="531" y="463"/>
                </a:lnTo>
                <a:close/>
                <a:moveTo>
                  <a:pt x="753" y="750"/>
                </a:moveTo>
                <a:cubicBezTo>
                  <a:pt x="732" y="770"/>
                  <a:pt x="706" y="779"/>
                  <a:pt x="680" y="779"/>
                </a:cubicBezTo>
                <a:cubicBezTo>
                  <a:pt x="654" y="779"/>
                  <a:pt x="628" y="770"/>
                  <a:pt x="608" y="750"/>
                </a:cubicBezTo>
                <a:lnTo>
                  <a:pt x="485" y="629"/>
                </a:lnTo>
                <a:cubicBezTo>
                  <a:pt x="440" y="653"/>
                  <a:pt x="388" y="666"/>
                  <a:pt x="334" y="666"/>
                </a:cubicBezTo>
                <a:cubicBezTo>
                  <a:pt x="149" y="666"/>
                  <a:pt x="0" y="517"/>
                  <a:pt x="0" y="332"/>
                </a:cubicBezTo>
                <a:cubicBezTo>
                  <a:pt x="0" y="149"/>
                  <a:pt x="149" y="0"/>
                  <a:pt x="334" y="0"/>
                </a:cubicBezTo>
                <a:cubicBezTo>
                  <a:pt x="517" y="0"/>
                  <a:pt x="666" y="149"/>
                  <a:pt x="666" y="332"/>
                </a:cubicBezTo>
                <a:cubicBezTo>
                  <a:pt x="666" y="387"/>
                  <a:pt x="653" y="439"/>
                  <a:pt x="630" y="484"/>
                </a:cubicBezTo>
                <a:lnTo>
                  <a:pt x="753" y="605"/>
                </a:lnTo>
                <a:cubicBezTo>
                  <a:pt x="792" y="645"/>
                  <a:pt x="792" y="709"/>
                  <a:pt x="753" y="750"/>
                </a:cubicBezTo>
                <a:close/>
                <a:moveTo>
                  <a:pt x="334" y="623"/>
                </a:moveTo>
                <a:lnTo>
                  <a:pt x="334" y="623"/>
                </a:lnTo>
                <a:cubicBezTo>
                  <a:pt x="494" y="623"/>
                  <a:pt x="624" y="493"/>
                  <a:pt x="624" y="332"/>
                </a:cubicBezTo>
                <a:cubicBezTo>
                  <a:pt x="624" y="172"/>
                  <a:pt x="494" y="42"/>
                  <a:pt x="334" y="42"/>
                </a:cubicBezTo>
                <a:cubicBezTo>
                  <a:pt x="173" y="42"/>
                  <a:pt x="43" y="172"/>
                  <a:pt x="43" y="332"/>
                </a:cubicBezTo>
                <a:cubicBezTo>
                  <a:pt x="43" y="493"/>
                  <a:pt x="173" y="623"/>
                  <a:pt x="334" y="62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Freeform 37"/>
          <p:cNvSpPr>
            <a:spLocks noEditPoints="1"/>
          </p:cNvSpPr>
          <p:nvPr/>
        </p:nvSpPr>
        <p:spPr bwMode="auto">
          <a:xfrm>
            <a:off x="10530941" y="3631142"/>
            <a:ext cx="356394" cy="352959"/>
          </a:xfrm>
          <a:custGeom>
            <a:avLst/>
            <a:gdLst>
              <a:gd name="T0" fmla="*/ 594912 w 732"/>
              <a:gd name="T1" fmla="*/ 562343 h 724"/>
              <a:gd name="T2" fmla="*/ 526510 w 732"/>
              <a:gd name="T3" fmla="*/ 562343 h 724"/>
              <a:gd name="T4" fmla="*/ 431109 w 732"/>
              <a:gd name="T5" fmla="*/ 379401 h 724"/>
              <a:gd name="T6" fmla="*/ 421208 w 732"/>
              <a:gd name="T7" fmla="*/ 415449 h 724"/>
              <a:gd name="T8" fmla="*/ 369007 w 732"/>
              <a:gd name="T9" fmla="*/ 455101 h 724"/>
              <a:gd name="T10" fmla="*/ 540011 w 732"/>
              <a:gd name="T11" fmla="*/ 644351 h 724"/>
              <a:gd name="T12" fmla="*/ 649813 w 732"/>
              <a:gd name="T13" fmla="*/ 570454 h 724"/>
              <a:gd name="T14" fmla="*/ 568811 w 732"/>
              <a:gd name="T15" fmla="*/ 486643 h 724"/>
              <a:gd name="T16" fmla="*/ 449109 w 732"/>
              <a:gd name="T17" fmla="*/ 388413 h 724"/>
              <a:gd name="T18" fmla="*/ 237605 w 732"/>
              <a:gd name="T19" fmla="*/ 231606 h 724"/>
              <a:gd name="T20" fmla="*/ 273605 w 732"/>
              <a:gd name="T21" fmla="*/ 221693 h 724"/>
              <a:gd name="T22" fmla="*/ 283506 w 732"/>
              <a:gd name="T23" fmla="*/ 186546 h 724"/>
              <a:gd name="T24" fmla="*/ 292506 w 732"/>
              <a:gd name="T25" fmla="*/ 153202 h 724"/>
              <a:gd name="T26" fmla="*/ 126903 w 732"/>
              <a:gd name="T27" fmla="*/ 14419 h 724"/>
              <a:gd name="T28" fmla="*/ 104402 w 732"/>
              <a:gd name="T29" fmla="*/ 184744 h 724"/>
              <a:gd name="T30" fmla="*/ 900 w 732"/>
              <a:gd name="T31" fmla="*/ 141487 h 724"/>
              <a:gd name="T32" fmla="*/ 196204 w 732"/>
              <a:gd name="T33" fmla="*/ 281171 h 724"/>
              <a:gd name="T34" fmla="*/ 221404 w 732"/>
              <a:gd name="T35" fmla="*/ 248729 h 724"/>
              <a:gd name="T36" fmla="*/ 634513 w 732"/>
              <a:gd name="T37" fmla="*/ 63985 h 724"/>
              <a:gd name="T38" fmla="*/ 546311 w 732"/>
              <a:gd name="T39" fmla="*/ 0 h 724"/>
              <a:gd name="T40" fmla="*/ 309606 w 732"/>
              <a:gd name="T41" fmla="*/ 211780 h 724"/>
              <a:gd name="T42" fmla="*/ 275405 w 732"/>
              <a:gd name="T43" fmla="*/ 260444 h 724"/>
              <a:gd name="T44" fmla="*/ 246605 w 732"/>
              <a:gd name="T45" fmla="*/ 274863 h 724"/>
              <a:gd name="T46" fmla="*/ 250205 w 732"/>
              <a:gd name="T47" fmla="*/ 364982 h 724"/>
              <a:gd name="T48" fmla="*/ 58501 w 732"/>
              <a:gd name="T49" fmla="*/ 530801 h 724"/>
              <a:gd name="T50" fmla="*/ 37801 w 732"/>
              <a:gd name="T51" fmla="*/ 652462 h 724"/>
              <a:gd name="T52" fmla="*/ 136803 w 732"/>
              <a:gd name="T53" fmla="*/ 553331 h 724"/>
              <a:gd name="T54" fmla="*/ 291606 w 732"/>
              <a:gd name="T55" fmla="*/ 406437 h 724"/>
              <a:gd name="T56" fmla="*/ 378907 w 732"/>
              <a:gd name="T57" fmla="*/ 406437 h 724"/>
              <a:gd name="T58" fmla="*/ 404108 w 732"/>
              <a:gd name="T59" fmla="*/ 352366 h 724"/>
              <a:gd name="T60" fmla="*/ 441009 w 732"/>
              <a:gd name="T61" fmla="*/ 344255 h 724"/>
              <a:gd name="T62" fmla="*/ 634513 w 732"/>
              <a:gd name="T63" fmla="*/ 63985 h 724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</a:gdLst>
            <a:ahLst/>
            <a:cxnLst>
              <a:cxn ang="T64">
                <a:pos x="T0" y="T1"/>
              </a:cxn>
              <a:cxn ang="T65">
                <a:pos x="T2" y="T3"/>
              </a:cxn>
              <a:cxn ang="T66">
                <a:pos x="T4" y="T5"/>
              </a:cxn>
              <a:cxn ang="T67">
                <a:pos x="T6" y="T7"/>
              </a:cxn>
              <a:cxn ang="T68">
                <a:pos x="T8" y="T9"/>
              </a:cxn>
              <a:cxn ang="T69">
                <a:pos x="T10" y="T11"/>
              </a:cxn>
              <a:cxn ang="T70">
                <a:pos x="T12" y="T13"/>
              </a:cxn>
              <a:cxn ang="T71">
                <a:pos x="T14" y="T15"/>
              </a:cxn>
              <a:cxn ang="T72">
                <a:pos x="T16" y="T17"/>
              </a:cxn>
              <a:cxn ang="T73">
                <a:pos x="T18" y="T19"/>
              </a:cxn>
              <a:cxn ang="T74">
                <a:pos x="T20" y="T21"/>
              </a:cxn>
              <a:cxn ang="T75">
                <a:pos x="T22" y="T23"/>
              </a:cxn>
              <a:cxn ang="T76">
                <a:pos x="T24" y="T25"/>
              </a:cxn>
              <a:cxn ang="T77">
                <a:pos x="T26" y="T27"/>
              </a:cxn>
              <a:cxn ang="T78">
                <a:pos x="T28" y="T29"/>
              </a:cxn>
              <a:cxn ang="T79">
                <a:pos x="T30" y="T31"/>
              </a:cxn>
              <a:cxn ang="T80">
                <a:pos x="T32" y="T33"/>
              </a:cxn>
              <a:cxn ang="T81">
                <a:pos x="T34" y="T35"/>
              </a:cxn>
              <a:cxn ang="T82">
                <a:pos x="T36" y="T37"/>
              </a:cxn>
              <a:cxn ang="T83">
                <a:pos x="T38" y="T39"/>
              </a:cxn>
              <a:cxn ang="T84">
                <a:pos x="T40" y="T41"/>
              </a:cxn>
              <a:cxn ang="T85">
                <a:pos x="T42" y="T43"/>
              </a:cxn>
              <a:cxn ang="T86">
                <a:pos x="T44" y="T45"/>
              </a:cxn>
              <a:cxn ang="T87">
                <a:pos x="T46" y="T47"/>
              </a:cxn>
              <a:cxn ang="T88">
                <a:pos x="T48" y="T49"/>
              </a:cxn>
              <a:cxn ang="T89">
                <a:pos x="T50" y="T51"/>
              </a:cxn>
              <a:cxn ang="T90">
                <a:pos x="T52" y="T53"/>
              </a:cxn>
              <a:cxn ang="T91">
                <a:pos x="T54" y="T55"/>
              </a:cxn>
              <a:cxn ang="T92">
                <a:pos x="T56" y="T57"/>
              </a:cxn>
              <a:cxn ang="T93">
                <a:pos x="T58" y="T59"/>
              </a:cxn>
              <a:cxn ang="T94">
                <a:pos x="T60" y="T61"/>
              </a:cxn>
              <a:cxn ang="T95">
                <a:pos x="T62" y="T63"/>
              </a:cxn>
            </a:cxnLst>
            <a:rect l="0" t="0" r="r" b="b"/>
            <a:pathLst>
              <a:path w="732" h="724">
                <a:moveTo>
                  <a:pt x="623" y="586"/>
                </a:moveTo>
                <a:cubicBezTo>
                  <a:pt x="644" y="586"/>
                  <a:pt x="661" y="603"/>
                  <a:pt x="661" y="624"/>
                </a:cubicBezTo>
                <a:cubicBezTo>
                  <a:pt x="661" y="645"/>
                  <a:pt x="644" y="662"/>
                  <a:pt x="623" y="662"/>
                </a:cubicBezTo>
                <a:cubicBezTo>
                  <a:pt x="602" y="662"/>
                  <a:pt x="585" y="645"/>
                  <a:pt x="585" y="624"/>
                </a:cubicBezTo>
                <a:cubicBezTo>
                  <a:pt x="585" y="603"/>
                  <a:pt x="602" y="586"/>
                  <a:pt x="623" y="586"/>
                </a:cubicBezTo>
                <a:close/>
                <a:moveTo>
                  <a:pt x="479" y="421"/>
                </a:moveTo>
                <a:lnTo>
                  <a:pt x="489" y="441"/>
                </a:lnTo>
                <a:lnTo>
                  <a:pt x="468" y="461"/>
                </a:lnTo>
                <a:lnTo>
                  <a:pt x="449" y="480"/>
                </a:lnTo>
                <a:cubicBezTo>
                  <a:pt x="438" y="491"/>
                  <a:pt x="425" y="500"/>
                  <a:pt x="410" y="505"/>
                </a:cubicBezTo>
                <a:lnTo>
                  <a:pt x="539" y="633"/>
                </a:lnTo>
                <a:lnTo>
                  <a:pt x="600" y="715"/>
                </a:lnTo>
                <a:lnTo>
                  <a:pt x="632" y="724"/>
                </a:lnTo>
                <a:lnTo>
                  <a:pt x="722" y="633"/>
                </a:lnTo>
                <a:lnTo>
                  <a:pt x="713" y="600"/>
                </a:lnTo>
                <a:lnTo>
                  <a:pt x="632" y="540"/>
                </a:lnTo>
                <a:lnTo>
                  <a:pt x="511" y="419"/>
                </a:lnTo>
                <a:lnTo>
                  <a:pt x="499" y="431"/>
                </a:lnTo>
                <a:lnTo>
                  <a:pt x="479" y="421"/>
                </a:lnTo>
                <a:close/>
                <a:moveTo>
                  <a:pt x="264" y="257"/>
                </a:moveTo>
                <a:lnTo>
                  <a:pt x="285" y="237"/>
                </a:lnTo>
                <a:lnTo>
                  <a:pt x="304" y="246"/>
                </a:lnTo>
                <a:lnTo>
                  <a:pt x="294" y="227"/>
                </a:lnTo>
                <a:lnTo>
                  <a:pt x="315" y="207"/>
                </a:lnTo>
                <a:lnTo>
                  <a:pt x="317" y="205"/>
                </a:lnTo>
                <a:cubicBezTo>
                  <a:pt x="322" y="193"/>
                  <a:pt x="325" y="181"/>
                  <a:pt x="325" y="170"/>
                </a:cubicBezTo>
                <a:cubicBezTo>
                  <a:pt x="325" y="84"/>
                  <a:pt x="242" y="0"/>
                  <a:pt x="156" y="1"/>
                </a:cubicBezTo>
                <a:cubicBezTo>
                  <a:pt x="156" y="1"/>
                  <a:pt x="146" y="11"/>
                  <a:pt x="141" y="16"/>
                </a:cubicBezTo>
                <a:cubicBezTo>
                  <a:pt x="210" y="85"/>
                  <a:pt x="204" y="74"/>
                  <a:pt x="204" y="116"/>
                </a:cubicBezTo>
                <a:cubicBezTo>
                  <a:pt x="204" y="151"/>
                  <a:pt x="149" y="205"/>
                  <a:pt x="116" y="205"/>
                </a:cubicBezTo>
                <a:cubicBezTo>
                  <a:pt x="72" y="205"/>
                  <a:pt x="86" y="212"/>
                  <a:pt x="16" y="142"/>
                </a:cubicBezTo>
                <a:cubicBezTo>
                  <a:pt x="10" y="147"/>
                  <a:pt x="1" y="157"/>
                  <a:pt x="1" y="157"/>
                </a:cubicBezTo>
                <a:cubicBezTo>
                  <a:pt x="2" y="243"/>
                  <a:pt x="83" y="325"/>
                  <a:pt x="169" y="325"/>
                </a:cubicBezTo>
                <a:cubicBezTo>
                  <a:pt x="185" y="325"/>
                  <a:pt x="201" y="320"/>
                  <a:pt x="218" y="312"/>
                </a:cubicBezTo>
                <a:lnTo>
                  <a:pt x="221" y="315"/>
                </a:lnTo>
                <a:cubicBezTo>
                  <a:pt x="226" y="301"/>
                  <a:pt x="234" y="288"/>
                  <a:pt x="246" y="276"/>
                </a:cubicBezTo>
                <a:lnTo>
                  <a:pt x="264" y="257"/>
                </a:lnTo>
                <a:close/>
                <a:moveTo>
                  <a:pt x="705" y="71"/>
                </a:moveTo>
                <a:lnTo>
                  <a:pt x="655" y="20"/>
                </a:lnTo>
                <a:cubicBezTo>
                  <a:pt x="642" y="7"/>
                  <a:pt x="624" y="0"/>
                  <a:pt x="607" y="0"/>
                </a:cubicBezTo>
                <a:cubicBezTo>
                  <a:pt x="589" y="0"/>
                  <a:pt x="572" y="7"/>
                  <a:pt x="558" y="20"/>
                </a:cubicBezTo>
                <a:lnTo>
                  <a:pt x="344" y="235"/>
                </a:lnTo>
                <a:cubicBezTo>
                  <a:pt x="350" y="248"/>
                  <a:pt x="345" y="267"/>
                  <a:pt x="335" y="277"/>
                </a:cubicBezTo>
                <a:cubicBezTo>
                  <a:pt x="328" y="284"/>
                  <a:pt x="317" y="289"/>
                  <a:pt x="306" y="289"/>
                </a:cubicBezTo>
                <a:cubicBezTo>
                  <a:pt x="302" y="289"/>
                  <a:pt x="297" y="288"/>
                  <a:pt x="293" y="286"/>
                </a:cubicBezTo>
                <a:lnTo>
                  <a:pt x="274" y="305"/>
                </a:lnTo>
                <a:cubicBezTo>
                  <a:pt x="247" y="331"/>
                  <a:pt x="247" y="375"/>
                  <a:pt x="274" y="401"/>
                </a:cubicBezTo>
                <a:lnTo>
                  <a:pt x="278" y="405"/>
                </a:lnTo>
                <a:lnTo>
                  <a:pt x="110" y="572"/>
                </a:lnTo>
                <a:lnTo>
                  <a:pt x="65" y="589"/>
                </a:lnTo>
                <a:lnTo>
                  <a:pt x="0" y="682"/>
                </a:lnTo>
                <a:lnTo>
                  <a:pt x="42" y="724"/>
                </a:lnTo>
                <a:lnTo>
                  <a:pt x="135" y="659"/>
                </a:lnTo>
                <a:lnTo>
                  <a:pt x="152" y="614"/>
                </a:lnTo>
                <a:lnTo>
                  <a:pt x="319" y="447"/>
                </a:lnTo>
                <a:lnTo>
                  <a:pt x="324" y="451"/>
                </a:lnTo>
                <a:cubicBezTo>
                  <a:pt x="338" y="465"/>
                  <a:pt x="355" y="471"/>
                  <a:pt x="373" y="471"/>
                </a:cubicBezTo>
                <a:cubicBezTo>
                  <a:pt x="390" y="471"/>
                  <a:pt x="408" y="465"/>
                  <a:pt x="421" y="451"/>
                </a:cubicBezTo>
                <a:lnTo>
                  <a:pt x="440" y="433"/>
                </a:lnTo>
                <a:cubicBezTo>
                  <a:pt x="434" y="420"/>
                  <a:pt x="438" y="401"/>
                  <a:pt x="449" y="391"/>
                </a:cubicBezTo>
                <a:cubicBezTo>
                  <a:pt x="456" y="384"/>
                  <a:pt x="467" y="379"/>
                  <a:pt x="477" y="379"/>
                </a:cubicBezTo>
                <a:cubicBezTo>
                  <a:pt x="482" y="379"/>
                  <a:pt x="487" y="380"/>
                  <a:pt x="490" y="382"/>
                </a:cubicBezTo>
                <a:lnTo>
                  <a:pt x="705" y="167"/>
                </a:lnTo>
                <a:cubicBezTo>
                  <a:pt x="732" y="140"/>
                  <a:pt x="732" y="97"/>
                  <a:pt x="705" y="7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4574382" y="449878"/>
            <a:ext cx="30432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人与AI如何配合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标题 1"/>
          <p:cNvSpPr txBox="1"/>
          <p:nvPr/>
        </p:nvSpPr>
        <p:spPr>
          <a:xfrm>
            <a:off x="4024751" y="890576"/>
            <a:ext cx="4142498" cy="33520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ROLES AND BOUNDARIES</a:t>
            </a:r>
            <a:endParaRPr lang="zh-CN" altLang="en-US" sz="105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197554" y="2862491"/>
            <a:ext cx="11796891" cy="2290467"/>
            <a:chOff x="806609" y="3509755"/>
            <a:chExt cx="10343040" cy="2008187"/>
          </a:xfrm>
        </p:grpSpPr>
        <p:grpSp>
          <p:nvGrpSpPr>
            <p:cNvPr id="24" name="组合 44"/>
            <p:cNvGrpSpPr/>
            <p:nvPr/>
          </p:nvGrpSpPr>
          <p:grpSpPr bwMode="auto">
            <a:xfrm>
              <a:off x="806609" y="3532106"/>
              <a:ext cx="10343040" cy="1959292"/>
              <a:chOff x="1278168" y="2752056"/>
              <a:chExt cx="9402532" cy="1781844"/>
            </a:xfrm>
          </p:grpSpPr>
          <p:sp>
            <p:nvSpPr>
              <p:cNvPr id="29" name="椭圆 28"/>
              <p:cNvSpPr/>
              <p:nvPr/>
            </p:nvSpPr>
            <p:spPr>
              <a:xfrm>
                <a:off x="2406852" y="3641390"/>
                <a:ext cx="1785894" cy="892510"/>
              </a:xfrm>
              <a:custGeom>
                <a:avLst/>
                <a:gdLst>
                  <a:gd name="connsiteX0" fmla="*/ 0 w 2307304"/>
                  <a:gd name="connsiteY0" fmla="*/ 1153652 h 2307304"/>
                  <a:gd name="connsiteX1" fmla="*/ 1153652 w 2307304"/>
                  <a:gd name="connsiteY1" fmla="*/ 0 h 2307304"/>
                  <a:gd name="connsiteX2" fmla="*/ 2307304 w 2307304"/>
                  <a:gd name="connsiteY2" fmla="*/ 1153652 h 2307304"/>
                  <a:gd name="connsiteX3" fmla="*/ 1153652 w 2307304"/>
                  <a:gd name="connsiteY3" fmla="*/ 2307304 h 2307304"/>
                  <a:gd name="connsiteX4" fmla="*/ 0 w 2307304"/>
                  <a:gd name="connsiteY4" fmla="*/ 1153652 h 2307304"/>
                  <a:gd name="connsiteX0-1" fmla="*/ 2307304 w 2398744"/>
                  <a:gd name="connsiteY0-2" fmla="*/ 1153652 h 2307304"/>
                  <a:gd name="connsiteX1-3" fmla="*/ 1153652 w 2398744"/>
                  <a:gd name="connsiteY1-4" fmla="*/ 2307304 h 2307304"/>
                  <a:gd name="connsiteX2-5" fmla="*/ 0 w 2398744"/>
                  <a:gd name="connsiteY2-6" fmla="*/ 1153652 h 2307304"/>
                  <a:gd name="connsiteX3-7" fmla="*/ 1153652 w 2398744"/>
                  <a:gd name="connsiteY3-8" fmla="*/ 0 h 2307304"/>
                  <a:gd name="connsiteX4-9" fmla="*/ 2398744 w 2398744"/>
                  <a:gd name="connsiteY4-10" fmla="*/ 1245092 h 2307304"/>
                  <a:gd name="connsiteX0-11" fmla="*/ 2307304 w 2307304"/>
                  <a:gd name="connsiteY0-12" fmla="*/ 1153652 h 2307304"/>
                  <a:gd name="connsiteX1-13" fmla="*/ 1153652 w 2307304"/>
                  <a:gd name="connsiteY1-14" fmla="*/ 2307304 h 2307304"/>
                  <a:gd name="connsiteX2-15" fmla="*/ 0 w 2307304"/>
                  <a:gd name="connsiteY2-16" fmla="*/ 1153652 h 2307304"/>
                  <a:gd name="connsiteX3-17" fmla="*/ 1153652 w 2307304"/>
                  <a:gd name="connsiteY3-18" fmla="*/ 0 h 2307304"/>
                  <a:gd name="connsiteX0-19" fmla="*/ 2307304 w 2307304"/>
                  <a:gd name="connsiteY0-20" fmla="*/ 0 h 1153652"/>
                  <a:gd name="connsiteX1-21" fmla="*/ 1153652 w 2307304"/>
                  <a:gd name="connsiteY1-22" fmla="*/ 1153652 h 1153652"/>
                  <a:gd name="connsiteX2-23" fmla="*/ 0 w 2307304"/>
                  <a:gd name="connsiteY2-24" fmla="*/ 0 h 1153652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</a:cxnLst>
                <a:rect l="l" t="t" r="r" b="b"/>
                <a:pathLst>
                  <a:path w="2307304" h="1153652">
                    <a:moveTo>
                      <a:pt x="2307304" y="0"/>
                    </a:moveTo>
                    <a:cubicBezTo>
                      <a:pt x="2307304" y="637144"/>
                      <a:pt x="1790796" y="1153652"/>
                      <a:pt x="1153652" y="1153652"/>
                    </a:cubicBezTo>
                    <a:cubicBezTo>
                      <a:pt x="516508" y="1153652"/>
                      <a:pt x="0" y="637144"/>
                      <a:pt x="0" y="0"/>
                    </a:cubicBezTo>
                  </a:path>
                </a:pathLst>
              </a:custGeom>
              <a:noFill/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800" dirty="0">
                  <a:solidFill>
                    <a:srgbClr val="84AEF7"/>
                  </a:solidFill>
                </a:endParaRPr>
              </a:p>
            </p:txBody>
          </p:sp>
          <p:sp>
            <p:nvSpPr>
              <p:cNvPr id="30" name="椭圆 28"/>
              <p:cNvSpPr/>
              <p:nvPr/>
            </p:nvSpPr>
            <p:spPr>
              <a:xfrm flipV="1">
                <a:off x="4191159" y="2752056"/>
                <a:ext cx="1785894" cy="892510"/>
              </a:xfrm>
              <a:custGeom>
                <a:avLst/>
                <a:gdLst>
                  <a:gd name="connsiteX0" fmla="*/ 0 w 2307304"/>
                  <a:gd name="connsiteY0" fmla="*/ 1153652 h 2307304"/>
                  <a:gd name="connsiteX1" fmla="*/ 1153652 w 2307304"/>
                  <a:gd name="connsiteY1" fmla="*/ 0 h 2307304"/>
                  <a:gd name="connsiteX2" fmla="*/ 2307304 w 2307304"/>
                  <a:gd name="connsiteY2" fmla="*/ 1153652 h 2307304"/>
                  <a:gd name="connsiteX3" fmla="*/ 1153652 w 2307304"/>
                  <a:gd name="connsiteY3" fmla="*/ 2307304 h 2307304"/>
                  <a:gd name="connsiteX4" fmla="*/ 0 w 2307304"/>
                  <a:gd name="connsiteY4" fmla="*/ 1153652 h 2307304"/>
                  <a:gd name="connsiteX0-1" fmla="*/ 2307304 w 2398744"/>
                  <a:gd name="connsiteY0-2" fmla="*/ 1153652 h 2307304"/>
                  <a:gd name="connsiteX1-3" fmla="*/ 1153652 w 2398744"/>
                  <a:gd name="connsiteY1-4" fmla="*/ 2307304 h 2307304"/>
                  <a:gd name="connsiteX2-5" fmla="*/ 0 w 2398744"/>
                  <a:gd name="connsiteY2-6" fmla="*/ 1153652 h 2307304"/>
                  <a:gd name="connsiteX3-7" fmla="*/ 1153652 w 2398744"/>
                  <a:gd name="connsiteY3-8" fmla="*/ 0 h 2307304"/>
                  <a:gd name="connsiteX4-9" fmla="*/ 2398744 w 2398744"/>
                  <a:gd name="connsiteY4-10" fmla="*/ 1245092 h 2307304"/>
                  <a:gd name="connsiteX0-11" fmla="*/ 2307304 w 2307304"/>
                  <a:gd name="connsiteY0-12" fmla="*/ 1153652 h 2307304"/>
                  <a:gd name="connsiteX1-13" fmla="*/ 1153652 w 2307304"/>
                  <a:gd name="connsiteY1-14" fmla="*/ 2307304 h 2307304"/>
                  <a:gd name="connsiteX2-15" fmla="*/ 0 w 2307304"/>
                  <a:gd name="connsiteY2-16" fmla="*/ 1153652 h 2307304"/>
                  <a:gd name="connsiteX3-17" fmla="*/ 1153652 w 2307304"/>
                  <a:gd name="connsiteY3-18" fmla="*/ 0 h 2307304"/>
                  <a:gd name="connsiteX0-19" fmla="*/ 2307304 w 2307304"/>
                  <a:gd name="connsiteY0-20" fmla="*/ 0 h 1153652"/>
                  <a:gd name="connsiteX1-21" fmla="*/ 1153652 w 2307304"/>
                  <a:gd name="connsiteY1-22" fmla="*/ 1153652 h 1153652"/>
                  <a:gd name="connsiteX2-23" fmla="*/ 0 w 2307304"/>
                  <a:gd name="connsiteY2-24" fmla="*/ 0 h 1153652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</a:cxnLst>
                <a:rect l="l" t="t" r="r" b="b"/>
                <a:pathLst>
                  <a:path w="2307304" h="1153652">
                    <a:moveTo>
                      <a:pt x="2307304" y="0"/>
                    </a:moveTo>
                    <a:cubicBezTo>
                      <a:pt x="2307304" y="637144"/>
                      <a:pt x="1790796" y="1153652"/>
                      <a:pt x="1153652" y="1153652"/>
                    </a:cubicBezTo>
                    <a:cubicBezTo>
                      <a:pt x="516508" y="1153652"/>
                      <a:pt x="0" y="637144"/>
                      <a:pt x="0" y="0"/>
                    </a:cubicBezTo>
                  </a:path>
                </a:pathLst>
              </a:custGeom>
              <a:noFill/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800" dirty="0">
                  <a:solidFill>
                    <a:srgbClr val="84AEF7"/>
                  </a:solidFill>
                </a:endParaRPr>
              </a:p>
            </p:txBody>
          </p:sp>
          <p:sp>
            <p:nvSpPr>
              <p:cNvPr id="31" name="椭圆 28"/>
              <p:cNvSpPr/>
              <p:nvPr/>
            </p:nvSpPr>
            <p:spPr>
              <a:xfrm>
                <a:off x="5978640" y="3641390"/>
                <a:ext cx="1785894" cy="892510"/>
              </a:xfrm>
              <a:custGeom>
                <a:avLst/>
                <a:gdLst>
                  <a:gd name="connsiteX0" fmla="*/ 0 w 2307304"/>
                  <a:gd name="connsiteY0" fmla="*/ 1153652 h 2307304"/>
                  <a:gd name="connsiteX1" fmla="*/ 1153652 w 2307304"/>
                  <a:gd name="connsiteY1" fmla="*/ 0 h 2307304"/>
                  <a:gd name="connsiteX2" fmla="*/ 2307304 w 2307304"/>
                  <a:gd name="connsiteY2" fmla="*/ 1153652 h 2307304"/>
                  <a:gd name="connsiteX3" fmla="*/ 1153652 w 2307304"/>
                  <a:gd name="connsiteY3" fmla="*/ 2307304 h 2307304"/>
                  <a:gd name="connsiteX4" fmla="*/ 0 w 2307304"/>
                  <a:gd name="connsiteY4" fmla="*/ 1153652 h 2307304"/>
                  <a:gd name="connsiteX0-1" fmla="*/ 2307304 w 2398744"/>
                  <a:gd name="connsiteY0-2" fmla="*/ 1153652 h 2307304"/>
                  <a:gd name="connsiteX1-3" fmla="*/ 1153652 w 2398744"/>
                  <a:gd name="connsiteY1-4" fmla="*/ 2307304 h 2307304"/>
                  <a:gd name="connsiteX2-5" fmla="*/ 0 w 2398744"/>
                  <a:gd name="connsiteY2-6" fmla="*/ 1153652 h 2307304"/>
                  <a:gd name="connsiteX3-7" fmla="*/ 1153652 w 2398744"/>
                  <a:gd name="connsiteY3-8" fmla="*/ 0 h 2307304"/>
                  <a:gd name="connsiteX4-9" fmla="*/ 2398744 w 2398744"/>
                  <a:gd name="connsiteY4-10" fmla="*/ 1245092 h 2307304"/>
                  <a:gd name="connsiteX0-11" fmla="*/ 2307304 w 2307304"/>
                  <a:gd name="connsiteY0-12" fmla="*/ 1153652 h 2307304"/>
                  <a:gd name="connsiteX1-13" fmla="*/ 1153652 w 2307304"/>
                  <a:gd name="connsiteY1-14" fmla="*/ 2307304 h 2307304"/>
                  <a:gd name="connsiteX2-15" fmla="*/ 0 w 2307304"/>
                  <a:gd name="connsiteY2-16" fmla="*/ 1153652 h 2307304"/>
                  <a:gd name="connsiteX3-17" fmla="*/ 1153652 w 2307304"/>
                  <a:gd name="connsiteY3-18" fmla="*/ 0 h 2307304"/>
                  <a:gd name="connsiteX0-19" fmla="*/ 2307304 w 2307304"/>
                  <a:gd name="connsiteY0-20" fmla="*/ 0 h 1153652"/>
                  <a:gd name="connsiteX1-21" fmla="*/ 1153652 w 2307304"/>
                  <a:gd name="connsiteY1-22" fmla="*/ 1153652 h 1153652"/>
                  <a:gd name="connsiteX2-23" fmla="*/ 0 w 2307304"/>
                  <a:gd name="connsiteY2-24" fmla="*/ 0 h 1153652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</a:cxnLst>
                <a:rect l="l" t="t" r="r" b="b"/>
                <a:pathLst>
                  <a:path w="2307304" h="1153652">
                    <a:moveTo>
                      <a:pt x="2307304" y="0"/>
                    </a:moveTo>
                    <a:cubicBezTo>
                      <a:pt x="2307304" y="637144"/>
                      <a:pt x="1790796" y="1153652"/>
                      <a:pt x="1153652" y="1153652"/>
                    </a:cubicBezTo>
                    <a:cubicBezTo>
                      <a:pt x="516508" y="1153652"/>
                      <a:pt x="0" y="637144"/>
                      <a:pt x="0" y="0"/>
                    </a:cubicBezTo>
                  </a:path>
                </a:pathLst>
              </a:custGeom>
              <a:noFill/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800" dirty="0">
                  <a:solidFill>
                    <a:srgbClr val="84AEF7"/>
                  </a:solidFill>
                </a:endParaRPr>
              </a:p>
            </p:txBody>
          </p:sp>
          <p:sp>
            <p:nvSpPr>
              <p:cNvPr id="32" name="椭圆 28"/>
              <p:cNvSpPr/>
              <p:nvPr/>
            </p:nvSpPr>
            <p:spPr>
              <a:xfrm flipV="1">
                <a:off x="7764534" y="2752056"/>
                <a:ext cx="1785893" cy="892510"/>
              </a:xfrm>
              <a:custGeom>
                <a:avLst/>
                <a:gdLst>
                  <a:gd name="connsiteX0" fmla="*/ 0 w 2307304"/>
                  <a:gd name="connsiteY0" fmla="*/ 1153652 h 2307304"/>
                  <a:gd name="connsiteX1" fmla="*/ 1153652 w 2307304"/>
                  <a:gd name="connsiteY1" fmla="*/ 0 h 2307304"/>
                  <a:gd name="connsiteX2" fmla="*/ 2307304 w 2307304"/>
                  <a:gd name="connsiteY2" fmla="*/ 1153652 h 2307304"/>
                  <a:gd name="connsiteX3" fmla="*/ 1153652 w 2307304"/>
                  <a:gd name="connsiteY3" fmla="*/ 2307304 h 2307304"/>
                  <a:gd name="connsiteX4" fmla="*/ 0 w 2307304"/>
                  <a:gd name="connsiteY4" fmla="*/ 1153652 h 2307304"/>
                  <a:gd name="connsiteX0-1" fmla="*/ 2307304 w 2398744"/>
                  <a:gd name="connsiteY0-2" fmla="*/ 1153652 h 2307304"/>
                  <a:gd name="connsiteX1-3" fmla="*/ 1153652 w 2398744"/>
                  <a:gd name="connsiteY1-4" fmla="*/ 2307304 h 2307304"/>
                  <a:gd name="connsiteX2-5" fmla="*/ 0 w 2398744"/>
                  <a:gd name="connsiteY2-6" fmla="*/ 1153652 h 2307304"/>
                  <a:gd name="connsiteX3-7" fmla="*/ 1153652 w 2398744"/>
                  <a:gd name="connsiteY3-8" fmla="*/ 0 h 2307304"/>
                  <a:gd name="connsiteX4-9" fmla="*/ 2398744 w 2398744"/>
                  <a:gd name="connsiteY4-10" fmla="*/ 1245092 h 2307304"/>
                  <a:gd name="connsiteX0-11" fmla="*/ 2307304 w 2307304"/>
                  <a:gd name="connsiteY0-12" fmla="*/ 1153652 h 2307304"/>
                  <a:gd name="connsiteX1-13" fmla="*/ 1153652 w 2307304"/>
                  <a:gd name="connsiteY1-14" fmla="*/ 2307304 h 2307304"/>
                  <a:gd name="connsiteX2-15" fmla="*/ 0 w 2307304"/>
                  <a:gd name="connsiteY2-16" fmla="*/ 1153652 h 2307304"/>
                  <a:gd name="connsiteX3-17" fmla="*/ 1153652 w 2307304"/>
                  <a:gd name="connsiteY3-18" fmla="*/ 0 h 2307304"/>
                  <a:gd name="connsiteX0-19" fmla="*/ 2307304 w 2307304"/>
                  <a:gd name="connsiteY0-20" fmla="*/ 0 h 1153652"/>
                  <a:gd name="connsiteX1-21" fmla="*/ 1153652 w 2307304"/>
                  <a:gd name="connsiteY1-22" fmla="*/ 1153652 h 1153652"/>
                  <a:gd name="connsiteX2-23" fmla="*/ 0 w 2307304"/>
                  <a:gd name="connsiteY2-24" fmla="*/ 0 h 1153652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</a:cxnLst>
                <a:rect l="l" t="t" r="r" b="b"/>
                <a:pathLst>
                  <a:path w="2307304" h="1153652">
                    <a:moveTo>
                      <a:pt x="2307304" y="0"/>
                    </a:moveTo>
                    <a:cubicBezTo>
                      <a:pt x="2307304" y="637144"/>
                      <a:pt x="1790796" y="1153652"/>
                      <a:pt x="1153652" y="1153652"/>
                    </a:cubicBezTo>
                    <a:cubicBezTo>
                      <a:pt x="516508" y="1153652"/>
                      <a:pt x="0" y="637144"/>
                      <a:pt x="0" y="0"/>
                    </a:cubicBezTo>
                  </a:path>
                </a:pathLst>
              </a:custGeom>
              <a:noFill/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800" dirty="0">
                  <a:solidFill>
                    <a:srgbClr val="84AEF7"/>
                  </a:solidFill>
                </a:endParaRPr>
              </a:p>
            </p:txBody>
          </p:sp>
          <p:cxnSp>
            <p:nvCxnSpPr>
              <p:cNvPr id="33" name="直接连接符 32"/>
              <p:cNvCxnSpPr/>
              <p:nvPr/>
            </p:nvCxnSpPr>
            <p:spPr>
              <a:xfrm>
                <a:off x="9552016" y="3641390"/>
                <a:ext cx="1128684" cy="0"/>
              </a:xfrm>
              <a:prstGeom prst="line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  <a:headEnd type="none"/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/>
              <p:cNvCxnSpPr/>
              <p:nvPr/>
            </p:nvCxnSpPr>
            <p:spPr>
              <a:xfrm>
                <a:off x="1278168" y="3642979"/>
                <a:ext cx="1128684" cy="0"/>
              </a:xfrm>
              <a:prstGeom prst="line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  <a:head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5" name="矩形 24"/>
            <p:cNvSpPr/>
            <p:nvPr/>
          </p:nvSpPr>
          <p:spPr>
            <a:xfrm rot="16200000">
              <a:off x="1999648" y="3520930"/>
              <a:ext cx="1997011" cy="199701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2800">
                <a:solidFill>
                  <a:srgbClr val="84AEF7"/>
                </a:solidFill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 rot="16200000">
              <a:off x="3984040" y="3509754"/>
              <a:ext cx="1997012" cy="199701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2800">
                <a:solidFill>
                  <a:srgbClr val="84AEF7"/>
                </a:solidFill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 rot="14400000">
              <a:off x="5973765" y="3518135"/>
              <a:ext cx="1997012" cy="199701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2800">
                <a:solidFill>
                  <a:srgbClr val="84AEF7"/>
                </a:solidFill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 rot="10800000">
              <a:off x="7930612" y="3516740"/>
              <a:ext cx="1997013" cy="19970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2800">
                <a:solidFill>
                  <a:srgbClr val="84AEF7"/>
                </a:solidFill>
              </a:endParaRPr>
            </a:p>
          </p:txBody>
        </p:sp>
      </p:grpSp>
      <p:sp>
        <p:nvSpPr>
          <p:cNvPr id="8" name="椭圆 7"/>
          <p:cNvSpPr/>
          <p:nvPr/>
        </p:nvSpPr>
        <p:spPr>
          <a:xfrm>
            <a:off x="4123211" y="3134956"/>
            <a:ext cx="1710878" cy="1710879"/>
          </a:xfrm>
          <a:prstGeom prst="ellipse">
            <a:avLst/>
          </a:prstGeom>
          <a:solidFill>
            <a:srgbClr val="C0000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800">
              <a:solidFill>
                <a:srgbClr val="84AEF7"/>
              </a:solidFill>
            </a:endParaRPr>
          </a:p>
        </p:txBody>
      </p:sp>
      <p:sp>
        <p:nvSpPr>
          <p:cNvPr id="9" name="椭圆 8"/>
          <p:cNvSpPr/>
          <p:nvPr/>
        </p:nvSpPr>
        <p:spPr>
          <a:xfrm>
            <a:off x="1876564" y="3126990"/>
            <a:ext cx="1710878" cy="1710879"/>
          </a:xfrm>
          <a:prstGeom prst="ellipse">
            <a:avLst/>
          </a:prstGeom>
          <a:solidFill>
            <a:srgbClr val="C0000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6600" dirty="0">
              <a:solidFill>
                <a:srgbClr val="84AEF7"/>
              </a:solidFill>
              <a:latin typeface="Chelsea" panose="02000500000000000000" pitchFamily="2" charset="0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6357910" y="3126990"/>
            <a:ext cx="1710878" cy="1710879"/>
          </a:xfrm>
          <a:prstGeom prst="ellipse">
            <a:avLst/>
          </a:prstGeom>
          <a:solidFill>
            <a:srgbClr val="C0000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800">
              <a:solidFill>
                <a:srgbClr val="84AEF7"/>
              </a:solidFill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8606548" y="3134956"/>
            <a:ext cx="1710878" cy="1710879"/>
          </a:xfrm>
          <a:prstGeom prst="ellipse">
            <a:avLst/>
          </a:prstGeom>
          <a:solidFill>
            <a:srgbClr val="C0000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800">
              <a:solidFill>
                <a:srgbClr val="84AEF7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107133" y="4009318"/>
            <a:ext cx="12645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rgbClr val="FFFFFF"/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gate</a:t>
            </a:r>
            <a:endParaRPr lang="zh-CN" altLang="en-US" b="1" dirty="0">
              <a:solidFill>
                <a:srgbClr val="FFFFFF"/>
              </a:solidFill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4344103" y="4009318"/>
            <a:ext cx="12645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rgbClr val="FFFFFF"/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deploy</a:t>
            </a:r>
            <a:endParaRPr lang="zh-CN" altLang="en-US" b="1" dirty="0">
              <a:solidFill>
                <a:srgbClr val="FFFFFF"/>
              </a:solidFill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6608449" y="4009318"/>
            <a:ext cx="12645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rgbClr val="FFFFFF"/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accept</a:t>
            </a:r>
            <a:endParaRPr lang="zh-CN" altLang="en-US" b="1" dirty="0">
              <a:solidFill>
                <a:srgbClr val="FFFFFF"/>
              </a:solidFill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8832044" y="4009318"/>
            <a:ext cx="12645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rgbClr val="FFFFFF"/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--run</a:t>
            </a:r>
            <a:endParaRPr lang="zh-CN" altLang="en-US" b="1" dirty="0">
              <a:solidFill>
                <a:srgbClr val="FFFFFF"/>
              </a:solidFill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1389590" y="1802918"/>
            <a:ext cx="2733621" cy="10237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构建·单测·静态检查</a:t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3684254" y="5152958"/>
            <a:ext cx="2733621" cy="10237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三节点部署·服务健康·日志无异常</a:t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6101326" y="1802918"/>
            <a:ext cx="2733621" cy="10237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业务验收·API断言·端到端流程</a:t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8395990" y="5152958"/>
            <a:ext cx="2733621" cy="10237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写入质量门禁.md·时间戳可追溯·证据可核验</a:t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Freeform 34"/>
          <p:cNvSpPr>
            <a:spLocks noEditPoints="1"/>
          </p:cNvSpPr>
          <p:nvPr/>
        </p:nvSpPr>
        <p:spPr bwMode="auto">
          <a:xfrm>
            <a:off x="2543437" y="3404226"/>
            <a:ext cx="345230" cy="469753"/>
          </a:xfrm>
          <a:custGeom>
            <a:avLst/>
            <a:gdLst>
              <a:gd name="T0" fmla="*/ 128715 w 709"/>
              <a:gd name="T1" fmla="*/ 322149 h 965"/>
              <a:gd name="T2" fmla="*/ 196223 w 709"/>
              <a:gd name="T3" fmla="*/ 480524 h 965"/>
              <a:gd name="T4" fmla="*/ 251130 w 709"/>
              <a:gd name="T5" fmla="*/ 607403 h 965"/>
              <a:gd name="T6" fmla="*/ 374444 w 709"/>
              <a:gd name="T7" fmla="*/ 611003 h 965"/>
              <a:gd name="T8" fmla="*/ 401447 w 709"/>
              <a:gd name="T9" fmla="*/ 560611 h 965"/>
              <a:gd name="T10" fmla="*/ 469855 w 709"/>
              <a:gd name="T11" fmla="*/ 432831 h 965"/>
              <a:gd name="T12" fmla="*/ 319538 w 709"/>
              <a:gd name="T13" fmla="*/ 132279 h 965"/>
              <a:gd name="T14" fmla="*/ 264631 w 709"/>
              <a:gd name="T15" fmla="*/ 650597 h 965"/>
              <a:gd name="T16" fmla="*/ 201624 w 709"/>
              <a:gd name="T17" fmla="*/ 578608 h 965"/>
              <a:gd name="T18" fmla="*/ 135916 w 709"/>
              <a:gd name="T19" fmla="*/ 455328 h 965"/>
              <a:gd name="T20" fmla="*/ 319538 w 709"/>
              <a:gd name="T21" fmla="*/ 91785 h 965"/>
              <a:gd name="T22" fmla="*/ 503159 w 709"/>
              <a:gd name="T23" fmla="*/ 455328 h 965"/>
              <a:gd name="T24" fmla="*/ 436551 w 709"/>
              <a:gd name="T25" fmla="*/ 578608 h 965"/>
              <a:gd name="T26" fmla="*/ 374444 w 709"/>
              <a:gd name="T27" fmla="*/ 650597 h 965"/>
              <a:gd name="T28" fmla="*/ 228627 w 709"/>
              <a:gd name="T29" fmla="*/ 778376 h 965"/>
              <a:gd name="T30" fmla="*/ 383445 w 709"/>
              <a:gd name="T31" fmla="*/ 807172 h 965"/>
              <a:gd name="T32" fmla="*/ 383445 w 709"/>
              <a:gd name="T33" fmla="*/ 748681 h 965"/>
              <a:gd name="T34" fmla="*/ 246629 w 709"/>
              <a:gd name="T35" fmla="*/ 796373 h 965"/>
              <a:gd name="T36" fmla="*/ 395146 w 709"/>
              <a:gd name="T37" fmla="*/ 796373 h 965"/>
              <a:gd name="T38" fmla="*/ 413149 w 709"/>
              <a:gd name="T39" fmla="*/ 778376 h 965"/>
              <a:gd name="T40" fmla="*/ 228627 w 709"/>
              <a:gd name="T41" fmla="*/ 685691 h 965"/>
              <a:gd name="T42" fmla="*/ 413149 w 709"/>
              <a:gd name="T43" fmla="*/ 778376 h 965"/>
              <a:gd name="T44" fmla="*/ 411348 w 709"/>
              <a:gd name="T45" fmla="*/ 362642 h 965"/>
              <a:gd name="T46" fmla="*/ 349241 w 709"/>
              <a:gd name="T47" fmla="*/ 424733 h 965"/>
              <a:gd name="T48" fmla="*/ 288934 w 709"/>
              <a:gd name="T49" fmla="*/ 424733 h 965"/>
              <a:gd name="T50" fmla="*/ 226827 w 709"/>
              <a:gd name="T51" fmla="*/ 362642 h 965"/>
              <a:gd name="T52" fmla="*/ 226827 w 709"/>
              <a:gd name="T53" fmla="*/ 302352 h 965"/>
              <a:gd name="T54" fmla="*/ 288934 w 709"/>
              <a:gd name="T55" fmla="*/ 239362 h 965"/>
              <a:gd name="T56" fmla="*/ 349241 w 709"/>
              <a:gd name="T57" fmla="*/ 239362 h 965"/>
              <a:gd name="T58" fmla="*/ 411348 w 709"/>
              <a:gd name="T59" fmla="*/ 302352 h 965"/>
              <a:gd name="T60" fmla="*/ 612972 w 709"/>
              <a:gd name="T61" fmla="*/ 293353 h 965"/>
              <a:gd name="T62" fmla="*/ 580568 w 709"/>
              <a:gd name="T63" fmla="*/ 322149 h 965"/>
              <a:gd name="T64" fmla="*/ 612972 w 709"/>
              <a:gd name="T65" fmla="*/ 341046 h 965"/>
              <a:gd name="T66" fmla="*/ 612972 w 709"/>
              <a:gd name="T67" fmla="*/ 293353 h 965"/>
              <a:gd name="T68" fmla="*/ 542764 w 709"/>
              <a:gd name="T69" fmla="*/ 127780 h 965"/>
              <a:gd name="T70" fmla="*/ 509460 w 709"/>
              <a:gd name="T71" fmla="*/ 94485 h 965"/>
              <a:gd name="T72" fmla="*/ 518461 w 709"/>
              <a:gd name="T73" fmla="*/ 152976 h 965"/>
              <a:gd name="T74" fmla="*/ 342040 w 709"/>
              <a:gd name="T75" fmla="*/ 61190 h 965"/>
              <a:gd name="T76" fmla="*/ 318637 w 709"/>
              <a:gd name="T77" fmla="*/ 0 h 965"/>
              <a:gd name="T78" fmla="*/ 294335 w 709"/>
              <a:gd name="T79" fmla="*/ 61190 h 965"/>
              <a:gd name="T80" fmla="*/ 117014 w 709"/>
              <a:gd name="T81" fmla="*/ 155675 h 965"/>
              <a:gd name="T82" fmla="*/ 127815 w 709"/>
              <a:gd name="T83" fmla="*/ 98084 h 965"/>
              <a:gd name="T84" fmla="*/ 93611 w 709"/>
              <a:gd name="T85" fmla="*/ 132279 h 965"/>
              <a:gd name="T86" fmla="*/ 57607 w 709"/>
              <a:gd name="T87" fmla="*/ 322149 h 965"/>
              <a:gd name="T88" fmla="*/ 25203 w 709"/>
              <a:gd name="T89" fmla="*/ 293353 h 965"/>
              <a:gd name="T90" fmla="*/ 25203 w 709"/>
              <a:gd name="T91" fmla="*/ 341046 h 965"/>
              <a:gd name="T92" fmla="*/ 57607 w 709"/>
              <a:gd name="T93" fmla="*/ 322149 h 965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</a:gdLst>
            <a:ahLst/>
            <a:cxnLst>
              <a:cxn ang="T94">
                <a:pos x="T0" y="T1"/>
              </a:cxn>
              <a:cxn ang="T95">
                <a:pos x="T2" y="T3"/>
              </a:cxn>
              <a:cxn ang="T96">
                <a:pos x="T4" y="T5"/>
              </a:cxn>
              <a:cxn ang="T97">
                <a:pos x="T6" y="T7"/>
              </a:cxn>
              <a:cxn ang="T98">
                <a:pos x="T8" y="T9"/>
              </a:cxn>
              <a:cxn ang="T99">
                <a:pos x="T10" y="T11"/>
              </a:cxn>
              <a:cxn ang="T100">
                <a:pos x="T12" y="T13"/>
              </a:cxn>
              <a:cxn ang="T101">
                <a:pos x="T14" y="T15"/>
              </a:cxn>
              <a:cxn ang="T102">
                <a:pos x="T16" y="T17"/>
              </a:cxn>
              <a:cxn ang="T103">
                <a:pos x="T18" y="T19"/>
              </a:cxn>
              <a:cxn ang="T104">
                <a:pos x="T20" y="T21"/>
              </a:cxn>
              <a:cxn ang="T105">
                <a:pos x="T22" y="T23"/>
              </a:cxn>
              <a:cxn ang="T106">
                <a:pos x="T24" y="T25"/>
              </a:cxn>
              <a:cxn ang="T107">
                <a:pos x="T26" y="T27"/>
              </a:cxn>
              <a:cxn ang="T108">
                <a:pos x="T28" y="T29"/>
              </a:cxn>
              <a:cxn ang="T109">
                <a:pos x="T30" y="T31"/>
              </a:cxn>
              <a:cxn ang="T110">
                <a:pos x="T32" y="T33"/>
              </a:cxn>
              <a:cxn ang="T111">
                <a:pos x="T34" y="T35"/>
              </a:cxn>
              <a:cxn ang="T112">
                <a:pos x="T36" y="T37"/>
              </a:cxn>
              <a:cxn ang="T113">
                <a:pos x="T38" y="T39"/>
              </a:cxn>
              <a:cxn ang="T114">
                <a:pos x="T40" y="T41"/>
              </a:cxn>
              <a:cxn ang="T115">
                <a:pos x="T42" y="T43"/>
              </a:cxn>
              <a:cxn ang="T116">
                <a:pos x="T44" y="T45"/>
              </a:cxn>
              <a:cxn ang="T117">
                <a:pos x="T46" y="T47"/>
              </a:cxn>
              <a:cxn ang="T118">
                <a:pos x="T48" y="T49"/>
              </a:cxn>
              <a:cxn ang="T119">
                <a:pos x="T50" y="T51"/>
              </a:cxn>
              <a:cxn ang="T120">
                <a:pos x="T52" y="T53"/>
              </a:cxn>
              <a:cxn ang="T121">
                <a:pos x="T54" y="T55"/>
              </a:cxn>
              <a:cxn ang="T122">
                <a:pos x="T56" y="T57"/>
              </a:cxn>
              <a:cxn ang="T123">
                <a:pos x="T58" y="T59"/>
              </a:cxn>
              <a:cxn ang="T124">
                <a:pos x="T60" y="T61"/>
              </a:cxn>
              <a:cxn ang="T125">
                <a:pos x="T62" y="T63"/>
              </a:cxn>
              <a:cxn ang="T126">
                <a:pos x="T64" y="T65"/>
              </a:cxn>
              <a:cxn ang="T127">
                <a:pos x="T66" y="T67"/>
              </a:cxn>
              <a:cxn ang="T128">
                <a:pos x="T68" y="T69"/>
              </a:cxn>
              <a:cxn ang="T129">
                <a:pos x="T70" y="T71"/>
              </a:cxn>
              <a:cxn ang="T130">
                <a:pos x="T72" y="T73"/>
              </a:cxn>
              <a:cxn ang="T131">
                <a:pos x="T74" y="T75"/>
              </a:cxn>
              <a:cxn ang="T132">
                <a:pos x="T76" y="T77"/>
              </a:cxn>
              <a:cxn ang="T133">
                <a:pos x="T78" y="T79"/>
              </a:cxn>
              <a:cxn ang="T134">
                <a:pos x="T80" y="T81"/>
              </a:cxn>
              <a:cxn ang="T135">
                <a:pos x="T82" y="T83"/>
              </a:cxn>
              <a:cxn ang="T136">
                <a:pos x="T84" y="T85"/>
              </a:cxn>
              <a:cxn ang="T137">
                <a:pos x="T86" y="T87"/>
              </a:cxn>
              <a:cxn ang="T138">
                <a:pos x="T88" y="T89"/>
              </a:cxn>
              <a:cxn ang="T139">
                <a:pos x="T90" y="T91"/>
              </a:cxn>
              <a:cxn ang="T140">
                <a:pos x="T92" y="T93"/>
              </a:cxn>
            </a:cxnLst>
            <a:rect l="0" t="0" r="r" b="b"/>
            <a:pathLst>
              <a:path w="709" h="965">
                <a:moveTo>
                  <a:pt x="355" y="147"/>
                </a:moveTo>
                <a:cubicBezTo>
                  <a:pt x="238" y="147"/>
                  <a:pt x="143" y="241"/>
                  <a:pt x="143" y="358"/>
                </a:cubicBezTo>
                <a:cubicBezTo>
                  <a:pt x="143" y="414"/>
                  <a:pt x="187" y="481"/>
                  <a:pt x="188" y="481"/>
                </a:cubicBezTo>
                <a:cubicBezTo>
                  <a:pt x="197" y="496"/>
                  <a:pt x="210" y="519"/>
                  <a:pt x="218" y="534"/>
                </a:cubicBezTo>
                <a:lnTo>
                  <a:pt x="264" y="623"/>
                </a:lnTo>
                <a:cubicBezTo>
                  <a:pt x="272" y="639"/>
                  <a:pt x="279" y="662"/>
                  <a:pt x="279" y="675"/>
                </a:cubicBezTo>
                <a:cubicBezTo>
                  <a:pt x="279" y="675"/>
                  <a:pt x="284" y="679"/>
                  <a:pt x="294" y="679"/>
                </a:cubicBezTo>
                <a:lnTo>
                  <a:pt x="416" y="679"/>
                </a:lnTo>
                <a:cubicBezTo>
                  <a:pt x="425" y="679"/>
                  <a:pt x="430" y="675"/>
                  <a:pt x="431" y="674"/>
                </a:cubicBezTo>
                <a:cubicBezTo>
                  <a:pt x="430" y="662"/>
                  <a:pt x="437" y="639"/>
                  <a:pt x="446" y="623"/>
                </a:cubicBezTo>
                <a:lnTo>
                  <a:pt x="491" y="534"/>
                </a:lnTo>
                <a:cubicBezTo>
                  <a:pt x="499" y="519"/>
                  <a:pt x="513" y="495"/>
                  <a:pt x="522" y="481"/>
                </a:cubicBezTo>
                <a:cubicBezTo>
                  <a:pt x="537" y="458"/>
                  <a:pt x="566" y="402"/>
                  <a:pt x="566" y="358"/>
                </a:cubicBezTo>
                <a:cubicBezTo>
                  <a:pt x="566" y="241"/>
                  <a:pt x="471" y="147"/>
                  <a:pt x="355" y="147"/>
                </a:cubicBezTo>
                <a:close/>
                <a:moveTo>
                  <a:pt x="416" y="723"/>
                </a:moveTo>
                <a:lnTo>
                  <a:pt x="294" y="723"/>
                </a:lnTo>
                <a:cubicBezTo>
                  <a:pt x="261" y="723"/>
                  <a:pt x="235" y="702"/>
                  <a:pt x="235" y="675"/>
                </a:cubicBezTo>
                <a:cubicBezTo>
                  <a:pt x="235" y="671"/>
                  <a:pt x="231" y="656"/>
                  <a:pt x="224" y="643"/>
                </a:cubicBezTo>
                <a:lnTo>
                  <a:pt x="179" y="554"/>
                </a:lnTo>
                <a:cubicBezTo>
                  <a:pt x="172" y="540"/>
                  <a:pt x="159" y="519"/>
                  <a:pt x="151" y="506"/>
                </a:cubicBezTo>
                <a:cubicBezTo>
                  <a:pt x="145" y="498"/>
                  <a:pt x="99" y="425"/>
                  <a:pt x="99" y="358"/>
                </a:cubicBezTo>
                <a:cubicBezTo>
                  <a:pt x="99" y="217"/>
                  <a:pt x="214" y="102"/>
                  <a:pt x="355" y="102"/>
                </a:cubicBezTo>
                <a:cubicBezTo>
                  <a:pt x="495" y="102"/>
                  <a:pt x="610" y="217"/>
                  <a:pt x="610" y="358"/>
                </a:cubicBezTo>
                <a:cubicBezTo>
                  <a:pt x="610" y="425"/>
                  <a:pt x="564" y="498"/>
                  <a:pt x="559" y="506"/>
                </a:cubicBezTo>
                <a:cubicBezTo>
                  <a:pt x="550" y="518"/>
                  <a:pt x="537" y="541"/>
                  <a:pt x="530" y="554"/>
                </a:cubicBezTo>
                <a:lnTo>
                  <a:pt x="485" y="643"/>
                </a:lnTo>
                <a:cubicBezTo>
                  <a:pt x="478" y="656"/>
                  <a:pt x="475" y="671"/>
                  <a:pt x="475" y="675"/>
                </a:cubicBezTo>
                <a:cubicBezTo>
                  <a:pt x="475" y="702"/>
                  <a:pt x="449" y="723"/>
                  <a:pt x="416" y="723"/>
                </a:cubicBezTo>
                <a:close/>
                <a:moveTo>
                  <a:pt x="287" y="832"/>
                </a:moveTo>
                <a:cubicBezTo>
                  <a:pt x="269" y="832"/>
                  <a:pt x="254" y="846"/>
                  <a:pt x="254" y="865"/>
                </a:cubicBezTo>
                <a:cubicBezTo>
                  <a:pt x="254" y="883"/>
                  <a:pt x="269" y="897"/>
                  <a:pt x="287" y="897"/>
                </a:cubicBezTo>
                <a:lnTo>
                  <a:pt x="426" y="897"/>
                </a:lnTo>
                <a:cubicBezTo>
                  <a:pt x="444" y="897"/>
                  <a:pt x="459" y="883"/>
                  <a:pt x="459" y="865"/>
                </a:cubicBezTo>
                <a:cubicBezTo>
                  <a:pt x="459" y="846"/>
                  <a:pt x="444" y="832"/>
                  <a:pt x="426" y="832"/>
                </a:cubicBezTo>
                <a:lnTo>
                  <a:pt x="287" y="832"/>
                </a:lnTo>
                <a:close/>
                <a:moveTo>
                  <a:pt x="274" y="885"/>
                </a:moveTo>
                <a:cubicBezTo>
                  <a:pt x="276" y="929"/>
                  <a:pt x="312" y="965"/>
                  <a:pt x="356" y="965"/>
                </a:cubicBezTo>
                <a:cubicBezTo>
                  <a:pt x="401" y="965"/>
                  <a:pt x="437" y="929"/>
                  <a:pt x="439" y="885"/>
                </a:cubicBezTo>
                <a:lnTo>
                  <a:pt x="274" y="885"/>
                </a:lnTo>
                <a:close/>
                <a:moveTo>
                  <a:pt x="459" y="865"/>
                </a:moveTo>
                <a:lnTo>
                  <a:pt x="254" y="865"/>
                </a:lnTo>
                <a:lnTo>
                  <a:pt x="254" y="762"/>
                </a:lnTo>
                <a:lnTo>
                  <a:pt x="459" y="762"/>
                </a:lnTo>
                <a:lnTo>
                  <a:pt x="459" y="865"/>
                </a:lnTo>
                <a:close/>
                <a:moveTo>
                  <a:pt x="491" y="369"/>
                </a:moveTo>
                <a:cubicBezTo>
                  <a:pt x="491" y="388"/>
                  <a:pt x="476" y="403"/>
                  <a:pt x="457" y="403"/>
                </a:cubicBezTo>
                <a:lnTo>
                  <a:pt x="388" y="403"/>
                </a:lnTo>
                <a:lnTo>
                  <a:pt x="388" y="472"/>
                </a:lnTo>
                <a:cubicBezTo>
                  <a:pt x="388" y="491"/>
                  <a:pt x="373" y="506"/>
                  <a:pt x="355" y="506"/>
                </a:cubicBezTo>
                <a:cubicBezTo>
                  <a:pt x="336" y="506"/>
                  <a:pt x="321" y="491"/>
                  <a:pt x="321" y="472"/>
                </a:cubicBezTo>
                <a:lnTo>
                  <a:pt x="321" y="403"/>
                </a:lnTo>
                <a:lnTo>
                  <a:pt x="252" y="403"/>
                </a:lnTo>
                <a:cubicBezTo>
                  <a:pt x="233" y="403"/>
                  <a:pt x="218" y="388"/>
                  <a:pt x="218" y="369"/>
                </a:cubicBezTo>
                <a:cubicBezTo>
                  <a:pt x="218" y="351"/>
                  <a:pt x="233" y="336"/>
                  <a:pt x="252" y="336"/>
                </a:cubicBezTo>
                <a:lnTo>
                  <a:pt x="321" y="336"/>
                </a:lnTo>
                <a:lnTo>
                  <a:pt x="321" y="266"/>
                </a:lnTo>
                <a:cubicBezTo>
                  <a:pt x="321" y="248"/>
                  <a:pt x="336" y="233"/>
                  <a:pt x="355" y="233"/>
                </a:cubicBezTo>
                <a:cubicBezTo>
                  <a:pt x="373" y="233"/>
                  <a:pt x="388" y="248"/>
                  <a:pt x="388" y="266"/>
                </a:cubicBezTo>
                <a:lnTo>
                  <a:pt x="388" y="336"/>
                </a:lnTo>
                <a:lnTo>
                  <a:pt x="457" y="336"/>
                </a:lnTo>
                <a:cubicBezTo>
                  <a:pt x="476" y="336"/>
                  <a:pt x="491" y="351"/>
                  <a:pt x="491" y="369"/>
                </a:cubicBezTo>
                <a:close/>
                <a:moveTo>
                  <a:pt x="681" y="326"/>
                </a:moveTo>
                <a:lnTo>
                  <a:pt x="643" y="326"/>
                </a:lnTo>
                <a:cubicBezTo>
                  <a:pt x="644" y="336"/>
                  <a:pt x="645" y="347"/>
                  <a:pt x="645" y="358"/>
                </a:cubicBezTo>
                <a:cubicBezTo>
                  <a:pt x="645" y="365"/>
                  <a:pt x="644" y="372"/>
                  <a:pt x="643" y="379"/>
                </a:cubicBezTo>
                <a:lnTo>
                  <a:pt x="681" y="379"/>
                </a:lnTo>
                <a:cubicBezTo>
                  <a:pt x="696" y="379"/>
                  <a:pt x="709" y="367"/>
                  <a:pt x="709" y="352"/>
                </a:cubicBezTo>
                <a:cubicBezTo>
                  <a:pt x="709" y="338"/>
                  <a:pt x="696" y="326"/>
                  <a:pt x="681" y="326"/>
                </a:cubicBezTo>
                <a:close/>
                <a:moveTo>
                  <a:pt x="576" y="170"/>
                </a:moveTo>
                <a:lnTo>
                  <a:pt x="603" y="142"/>
                </a:lnTo>
                <a:cubicBezTo>
                  <a:pt x="614" y="131"/>
                  <a:pt x="614" y="114"/>
                  <a:pt x="604" y="104"/>
                </a:cubicBezTo>
                <a:cubicBezTo>
                  <a:pt x="594" y="94"/>
                  <a:pt x="577" y="94"/>
                  <a:pt x="566" y="105"/>
                </a:cubicBezTo>
                <a:lnTo>
                  <a:pt x="538" y="132"/>
                </a:lnTo>
                <a:cubicBezTo>
                  <a:pt x="552" y="144"/>
                  <a:pt x="564" y="156"/>
                  <a:pt x="576" y="170"/>
                </a:cubicBezTo>
                <a:close/>
                <a:moveTo>
                  <a:pt x="354" y="67"/>
                </a:moveTo>
                <a:cubicBezTo>
                  <a:pt x="363" y="67"/>
                  <a:pt x="372" y="68"/>
                  <a:pt x="380" y="68"/>
                </a:cubicBezTo>
                <a:lnTo>
                  <a:pt x="380" y="27"/>
                </a:lnTo>
                <a:cubicBezTo>
                  <a:pt x="380" y="12"/>
                  <a:pt x="368" y="0"/>
                  <a:pt x="354" y="0"/>
                </a:cubicBezTo>
                <a:cubicBezTo>
                  <a:pt x="339" y="0"/>
                  <a:pt x="327" y="12"/>
                  <a:pt x="327" y="27"/>
                </a:cubicBezTo>
                <a:lnTo>
                  <a:pt x="327" y="68"/>
                </a:lnTo>
                <a:cubicBezTo>
                  <a:pt x="336" y="68"/>
                  <a:pt x="345" y="67"/>
                  <a:pt x="354" y="67"/>
                </a:cubicBezTo>
                <a:close/>
                <a:moveTo>
                  <a:pt x="130" y="173"/>
                </a:moveTo>
                <a:cubicBezTo>
                  <a:pt x="142" y="159"/>
                  <a:pt x="154" y="147"/>
                  <a:pt x="168" y="135"/>
                </a:cubicBezTo>
                <a:lnTo>
                  <a:pt x="142" y="109"/>
                </a:lnTo>
                <a:cubicBezTo>
                  <a:pt x="131" y="99"/>
                  <a:pt x="114" y="98"/>
                  <a:pt x="104" y="109"/>
                </a:cubicBezTo>
                <a:cubicBezTo>
                  <a:pt x="93" y="119"/>
                  <a:pt x="94" y="136"/>
                  <a:pt x="104" y="147"/>
                </a:cubicBezTo>
                <a:lnTo>
                  <a:pt x="130" y="173"/>
                </a:lnTo>
                <a:close/>
                <a:moveTo>
                  <a:pt x="64" y="358"/>
                </a:moveTo>
                <a:cubicBezTo>
                  <a:pt x="64" y="347"/>
                  <a:pt x="64" y="336"/>
                  <a:pt x="66" y="326"/>
                </a:cubicBezTo>
                <a:lnTo>
                  <a:pt x="28" y="326"/>
                </a:lnTo>
                <a:cubicBezTo>
                  <a:pt x="13" y="326"/>
                  <a:pt x="0" y="338"/>
                  <a:pt x="0" y="352"/>
                </a:cubicBezTo>
                <a:cubicBezTo>
                  <a:pt x="0" y="367"/>
                  <a:pt x="13" y="379"/>
                  <a:pt x="28" y="379"/>
                </a:cubicBezTo>
                <a:lnTo>
                  <a:pt x="65" y="379"/>
                </a:lnTo>
                <a:cubicBezTo>
                  <a:pt x="64" y="372"/>
                  <a:pt x="64" y="365"/>
                  <a:pt x="64" y="35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Freeform 35"/>
          <p:cNvSpPr>
            <a:spLocks noEditPoints="1"/>
          </p:cNvSpPr>
          <p:nvPr/>
        </p:nvSpPr>
        <p:spPr bwMode="auto">
          <a:xfrm>
            <a:off x="4850043" y="3478939"/>
            <a:ext cx="304867" cy="414791"/>
          </a:xfrm>
          <a:custGeom>
            <a:avLst/>
            <a:gdLst>
              <a:gd name="T0" fmla="*/ 73939 w 625"/>
              <a:gd name="T1" fmla="*/ 124194 h 852"/>
              <a:gd name="T2" fmla="*/ 62217 w 625"/>
              <a:gd name="T3" fmla="*/ 766762 h 852"/>
              <a:gd name="T4" fmla="*/ 563563 w 625"/>
              <a:gd name="T5" fmla="*/ 188091 h 852"/>
              <a:gd name="T6" fmla="*/ 520281 w 625"/>
              <a:gd name="T7" fmla="*/ 201590 h 852"/>
              <a:gd name="T8" fmla="*/ 64021 w 625"/>
              <a:gd name="T9" fmla="*/ 722664 h 852"/>
              <a:gd name="T10" fmla="*/ 243459 w 625"/>
              <a:gd name="T11" fmla="*/ 81896 h 852"/>
              <a:gd name="T12" fmla="*/ 320104 w 625"/>
              <a:gd name="T13" fmla="*/ 81896 h 852"/>
              <a:gd name="T14" fmla="*/ 280429 w 625"/>
              <a:gd name="T15" fmla="*/ 122394 h 852"/>
              <a:gd name="T16" fmla="*/ 196571 w 625"/>
              <a:gd name="T17" fmla="*/ 83696 h 852"/>
              <a:gd name="T18" fmla="*/ 103696 w 625"/>
              <a:gd name="T19" fmla="*/ 194390 h 852"/>
              <a:gd name="T20" fmla="*/ 459867 w 625"/>
              <a:gd name="T21" fmla="*/ 194390 h 852"/>
              <a:gd name="T22" fmla="*/ 366992 w 625"/>
              <a:gd name="T23" fmla="*/ 83696 h 852"/>
              <a:gd name="T24" fmla="*/ 196571 w 625"/>
              <a:gd name="T25" fmla="*/ 83696 h 852"/>
              <a:gd name="T26" fmla="*/ 199276 w 625"/>
              <a:gd name="T27" fmla="*/ 582271 h 852"/>
              <a:gd name="T28" fmla="*/ 136157 w 625"/>
              <a:gd name="T29" fmla="*/ 600270 h 852"/>
              <a:gd name="T30" fmla="*/ 122631 w 625"/>
              <a:gd name="T31" fmla="*/ 613770 h 852"/>
              <a:gd name="T32" fmla="*/ 199276 w 625"/>
              <a:gd name="T33" fmla="*/ 619169 h 852"/>
              <a:gd name="T34" fmla="*/ 119025 w 625"/>
              <a:gd name="T35" fmla="*/ 658767 h 852"/>
              <a:gd name="T36" fmla="*/ 218212 w 625"/>
              <a:gd name="T37" fmla="*/ 610170 h 852"/>
              <a:gd name="T38" fmla="*/ 218212 w 625"/>
              <a:gd name="T39" fmla="*/ 578671 h 852"/>
              <a:gd name="T40" fmla="*/ 99187 w 625"/>
              <a:gd name="T41" fmla="*/ 584971 h 852"/>
              <a:gd name="T42" fmla="*/ 192964 w 625"/>
              <a:gd name="T43" fmla="*/ 683966 h 852"/>
              <a:gd name="T44" fmla="*/ 192964 w 625"/>
              <a:gd name="T45" fmla="*/ 301485 h 852"/>
              <a:gd name="T46" fmla="*/ 136157 w 625"/>
              <a:gd name="T47" fmla="*/ 318584 h 852"/>
              <a:gd name="T48" fmla="*/ 155994 w 625"/>
              <a:gd name="T49" fmla="*/ 368982 h 852"/>
              <a:gd name="T50" fmla="*/ 119025 w 625"/>
              <a:gd name="T51" fmla="*/ 382481 h 852"/>
              <a:gd name="T52" fmla="*/ 192964 w 625"/>
              <a:gd name="T53" fmla="*/ 281686 h 852"/>
              <a:gd name="T54" fmla="*/ 99187 w 625"/>
              <a:gd name="T55" fmla="*/ 380681 h 852"/>
              <a:gd name="T56" fmla="*/ 217310 w 625"/>
              <a:gd name="T57" fmla="*/ 323084 h 852"/>
              <a:gd name="T58" fmla="*/ 216408 w 625"/>
              <a:gd name="T59" fmla="*/ 296985 h 852"/>
              <a:gd name="T60" fmla="*/ 199276 w 625"/>
              <a:gd name="T61" fmla="*/ 452678 h 852"/>
              <a:gd name="T62" fmla="*/ 122631 w 625"/>
              <a:gd name="T63" fmla="*/ 471577 h 852"/>
              <a:gd name="T64" fmla="*/ 199276 w 625"/>
              <a:gd name="T65" fmla="*/ 522874 h 852"/>
              <a:gd name="T66" fmla="*/ 218212 w 625"/>
              <a:gd name="T67" fmla="*/ 438278 h 852"/>
              <a:gd name="T68" fmla="*/ 99187 w 625"/>
              <a:gd name="T69" fmla="*/ 442778 h 852"/>
              <a:gd name="T70" fmla="*/ 199276 w 625"/>
              <a:gd name="T71" fmla="*/ 541773 h 852"/>
              <a:gd name="T72" fmla="*/ 260592 w 625"/>
              <a:gd name="T73" fmla="*/ 418479 h 852"/>
              <a:gd name="T74" fmla="*/ 294856 w 625"/>
              <a:gd name="T75" fmla="*/ 650668 h 852"/>
              <a:gd name="T76" fmla="*/ 452654 w 625"/>
              <a:gd name="T77" fmla="*/ 602070 h 852"/>
              <a:gd name="T78" fmla="*/ 288544 w 625"/>
              <a:gd name="T79" fmla="*/ 644368 h 852"/>
              <a:gd name="T80" fmla="*/ 452654 w 625"/>
              <a:gd name="T81" fmla="*/ 456277 h 852"/>
              <a:gd name="T82" fmla="*/ 288544 w 625"/>
              <a:gd name="T83" fmla="*/ 368982 h 852"/>
              <a:gd name="T84" fmla="*/ 288544 w 625"/>
              <a:gd name="T85" fmla="*/ 316784 h 852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0" t="0" r="r" b="b"/>
            <a:pathLst>
              <a:path w="625" h="852">
                <a:moveTo>
                  <a:pt x="48" y="224"/>
                </a:moveTo>
                <a:cubicBezTo>
                  <a:pt x="48" y="200"/>
                  <a:pt x="59" y="188"/>
                  <a:pt x="82" y="188"/>
                </a:cubicBezTo>
                <a:lnTo>
                  <a:pt x="82" y="138"/>
                </a:lnTo>
                <a:cubicBezTo>
                  <a:pt x="39" y="139"/>
                  <a:pt x="0" y="167"/>
                  <a:pt x="0" y="209"/>
                </a:cubicBezTo>
                <a:lnTo>
                  <a:pt x="0" y="783"/>
                </a:lnTo>
                <a:cubicBezTo>
                  <a:pt x="0" y="818"/>
                  <a:pt x="34" y="852"/>
                  <a:pt x="69" y="852"/>
                </a:cubicBezTo>
                <a:lnTo>
                  <a:pt x="556" y="852"/>
                </a:lnTo>
                <a:cubicBezTo>
                  <a:pt x="591" y="852"/>
                  <a:pt x="625" y="818"/>
                  <a:pt x="625" y="783"/>
                </a:cubicBezTo>
                <a:lnTo>
                  <a:pt x="625" y="209"/>
                </a:lnTo>
                <a:cubicBezTo>
                  <a:pt x="625" y="167"/>
                  <a:pt x="586" y="139"/>
                  <a:pt x="543" y="138"/>
                </a:cubicBezTo>
                <a:lnTo>
                  <a:pt x="543" y="188"/>
                </a:lnTo>
                <a:cubicBezTo>
                  <a:pt x="566" y="188"/>
                  <a:pt x="577" y="200"/>
                  <a:pt x="577" y="224"/>
                </a:cubicBezTo>
                <a:lnTo>
                  <a:pt x="577" y="768"/>
                </a:lnTo>
                <a:cubicBezTo>
                  <a:pt x="577" y="785"/>
                  <a:pt x="570" y="803"/>
                  <a:pt x="554" y="803"/>
                </a:cubicBezTo>
                <a:lnTo>
                  <a:pt x="71" y="803"/>
                </a:lnTo>
                <a:cubicBezTo>
                  <a:pt x="53" y="803"/>
                  <a:pt x="48" y="783"/>
                  <a:pt x="48" y="764"/>
                </a:cubicBezTo>
                <a:lnTo>
                  <a:pt x="48" y="224"/>
                </a:lnTo>
                <a:close/>
                <a:moveTo>
                  <a:pt x="270" y="91"/>
                </a:moveTo>
                <a:cubicBezTo>
                  <a:pt x="270" y="71"/>
                  <a:pt x="289" y="52"/>
                  <a:pt x="309" y="52"/>
                </a:cubicBezTo>
                <a:lnTo>
                  <a:pt x="316" y="52"/>
                </a:lnTo>
                <a:cubicBezTo>
                  <a:pt x="336" y="52"/>
                  <a:pt x="355" y="71"/>
                  <a:pt x="355" y="91"/>
                </a:cubicBezTo>
                <a:lnTo>
                  <a:pt x="355" y="95"/>
                </a:lnTo>
                <a:cubicBezTo>
                  <a:pt x="355" y="117"/>
                  <a:pt x="336" y="136"/>
                  <a:pt x="314" y="136"/>
                </a:cubicBezTo>
                <a:lnTo>
                  <a:pt x="311" y="136"/>
                </a:lnTo>
                <a:cubicBezTo>
                  <a:pt x="289" y="136"/>
                  <a:pt x="270" y="117"/>
                  <a:pt x="270" y="95"/>
                </a:cubicBezTo>
                <a:lnTo>
                  <a:pt x="270" y="91"/>
                </a:lnTo>
                <a:close/>
                <a:moveTo>
                  <a:pt x="218" y="93"/>
                </a:moveTo>
                <a:lnTo>
                  <a:pt x="149" y="93"/>
                </a:lnTo>
                <a:cubicBezTo>
                  <a:pt x="126" y="93"/>
                  <a:pt x="115" y="104"/>
                  <a:pt x="115" y="127"/>
                </a:cubicBezTo>
                <a:lnTo>
                  <a:pt x="115" y="216"/>
                </a:lnTo>
                <a:cubicBezTo>
                  <a:pt x="115" y="231"/>
                  <a:pt x="124" y="246"/>
                  <a:pt x="138" y="246"/>
                </a:cubicBezTo>
                <a:lnTo>
                  <a:pt x="487" y="246"/>
                </a:lnTo>
                <a:cubicBezTo>
                  <a:pt x="501" y="246"/>
                  <a:pt x="510" y="231"/>
                  <a:pt x="510" y="216"/>
                </a:cubicBezTo>
                <a:lnTo>
                  <a:pt x="510" y="127"/>
                </a:lnTo>
                <a:cubicBezTo>
                  <a:pt x="510" y="104"/>
                  <a:pt x="499" y="93"/>
                  <a:pt x="476" y="93"/>
                </a:cubicBezTo>
                <a:lnTo>
                  <a:pt x="407" y="93"/>
                </a:lnTo>
                <a:cubicBezTo>
                  <a:pt x="407" y="45"/>
                  <a:pt x="366" y="0"/>
                  <a:pt x="320" y="0"/>
                </a:cubicBezTo>
                <a:lnTo>
                  <a:pt x="305" y="0"/>
                </a:lnTo>
                <a:cubicBezTo>
                  <a:pt x="259" y="0"/>
                  <a:pt x="218" y="45"/>
                  <a:pt x="218" y="93"/>
                </a:cubicBezTo>
                <a:close/>
                <a:moveTo>
                  <a:pt x="132" y="654"/>
                </a:moveTo>
                <a:cubicBezTo>
                  <a:pt x="132" y="649"/>
                  <a:pt x="133" y="647"/>
                  <a:pt x="138" y="647"/>
                </a:cubicBezTo>
                <a:lnTo>
                  <a:pt x="221" y="647"/>
                </a:lnTo>
                <a:lnTo>
                  <a:pt x="221" y="654"/>
                </a:lnTo>
                <a:cubicBezTo>
                  <a:pt x="221" y="661"/>
                  <a:pt x="186" y="680"/>
                  <a:pt x="180" y="684"/>
                </a:cubicBezTo>
                <a:cubicBezTo>
                  <a:pt x="174" y="679"/>
                  <a:pt x="161" y="667"/>
                  <a:pt x="151" y="667"/>
                </a:cubicBezTo>
                <a:lnTo>
                  <a:pt x="149" y="667"/>
                </a:lnTo>
                <a:cubicBezTo>
                  <a:pt x="144" y="667"/>
                  <a:pt x="136" y="675"/>
                  <a:pt x="136" y="680"/>
                </a:cubicBezTo>
                <a:lnTo>
                  <a:pt x="136" y="682"/>
                </a:lnTo>
                <a:cubicBezTo>
                  <a:pt x="136" y="688"/>
                  <a:pt x="167" y="721"/>
                  <a:pt x="173" y="721"/>
                </a:cubicBezTo>
                <a:lnTo>
                  <a:pt x="175" y="721"/>
                </a:lnTo>
                <a:cubicBezTo>
                  <a:pt x="180" y="721"/>
                  <a:pt x="214" y="693"/>
                  <a:pt x="221" y="688"/>
                </a:cubicBezTo>
                <a:cubicBezTo>
                  <a:pt x="221" y="700"/>
                  <a:pt x="225" y="738"/>
                  <a:pt x="214" y="738"/>
                </a:cubicBezTo>
                <a:lnTo>
                  <a:pt x="138" y="738"/>
                </a:lnTo>
                <a:cubicBezTo>
                  <a:pt x="133" y="738"/>
                  <a:pt x="132" y="737"/>
                  <a:pt x="132" y="732"/>
                </a:cubicBezTo>
                <a:lnTo>
                  <a:pt x="132" y="654"/>
                </a:lnTo>
                <a:close/>
                <a:moveTo>
                  <a:pt x="214" y="760"/>
                </a:moveTo>
                <a:cubicBezTo>
                  <a:pt x="255" y="760"/>
                  <a:pt x="240" y="715"/>
                  <a:pt x="242" y="678"/>
                </a:cubicBezTo>
                <a:cubicBezTo>
                  <a:pt x="243" y="658"/>
                  <a:pt x="292" y="642"/>
                  <a:pt x="296" y="624"/>
                </a:cubicBezTo>
                <a:lnTo>
                  <a:pt x="290" y="624"/>
                </a:lnTo>
                <a:cubicBezTo>
                  <a:pt x="275" y="624"/>
                  <a:pt x="253" y="637"/>
                  <a:pt x="242" y="643"/>
                </a:cubicBezTo>
                <a:cubicBezTo>
                  <a:pt x="237" y="635"/>
                  <a:pt x="232" y="626"/>
                  <a:pt x="218" y="626"/>
                </a:cubicBezTo>
                <a:lnTo>
                  <a:pt x="134" y="626"/>
                </a:lnTo>
                <a:cubicBezTo>
                  <a:pt x="122" y="626"/>
                  <a:pt x="110" y="637"/>
                  <a:pt x="110" y="650"/>
                </a:cubicBezTo>
                <a:lnTo>
                  <a:pt x="110" y="736"/>
                </a:lnTo>
                <a:cubicBezTo>
                  <a:pt x="110" y="750"/>
                  <a:pt x="123" y="760"/>
                  <a:pt x="138" y="760"/>
                </a:cubicBezTo>
                <a:lnTo>
                  <a:pt x="214" y="760"/>
                </a:lnTo>
                <a:close/>
                <a:moveTo>
                  <a:pt x="132" y="341"/>
                </a:moveTo>
                <a:cubicBezTo>
                  <a:pt x="132" y="336"/>
                  <a:pt x="133" y="335"/>
                  <a:pt x="138" y="335"/>
                </a:cubicBezTo>
                <a:lnTo>
                  <a:pt x="214" y="335"/>
                </a:lnTo>
                <a:cubicBezTo>
                  <a:pt x="219" y="335"/>
                  <a:pt x="221" y="336"/>
                  <a:pt x="221" y="341"/>
                </a:cubicBezTo>
                <a:cubicBezTo>
                  <a:pt x="221" y="346"/>
                  <a:pt x="184" y="371"/>
                  <a:pt x="180" y="371"/>
                </a:cubicBezTo>
                <a:cubicBezTo>
                  <a:pt x="175" y="371"/>
                  <a:pt x="164" y="354"/>
                  <a:pt x="151" y="354"/>
                </a:cubicBezTo>
                <a:cubicBezTo>
                  <a:pt x="145" y="354"/>
                  <a:pt x="136" y="361"/>
                  <a:pt x="136" y="367"/>
                </a:cubicBezTo>
                <a:lnTo>
                  <a:pt x="136" y="369"/>
                </a:lnTo>
                <a:cubicBezTo>
                  <a:pt x="136" y="378"/>
                  <a:pt x="166" y="406"/>
                  <a:pt x="173" y="410"/>
                </a:cubicBezTo>
                <a:lnTo>
                  <a:pt x="221" y="376"/>
                </a:lnTo>
                <a:lnTo>
                  <a:pt x="221" y="425"/>
                </a:lnTo>
                <a:lnTo>
                  <a:pt x="132" y="425"/>
                </a:lnTo>
                <a:lnTo>
                  <a:pt x="132" y="341"/>
                </a:lnTo>
                <a:close/>
                <a:moveTo>
                  <a:pt x="240" y="330"/>
                </a:moveTo>
                <a:cubicBezTo>
                  <a:pt x="237" y="319"/>
                  <a:pt x="228" y="313"/>
                  <a:pt x="214" y="313"/>
                </a:cubicBezTo>
                <a:lnTo>
                  <a:pt x="138" y="313"/>
                </a:lnTo>
                <a:cubicBezTo>
                  <a:pt x="123" y="313"/>
                  <a:pt x="110" y="322"/>
                  <a:pt x="110" y="337"/>
                </a:cubicBezTo>
                <a:lnTo>
                  <a:pt x="110" y="423"/>
                </a:lnTo>
                <a:cubicBezTo>
                  <a:pt x="110" y="436"/>
                  <a:pt x="122" y="447"/>
                  <a:pt x="134" y="447"/>
                </a:cubicBezTo>
                <a:lnTo>
                  <a:pt x="218" y="447"/>
                </a:lnTo>
                <a:cubicBezTo>
                  <a:pt x="252" y="447"/>
                  <a:pt x="242" y="393"/>
                  <a:pt x="241" y="359"/>
                </a:cubicBezTo>
                <a:lnTo>
                  <a:pt x="296" y="313"/>
                </a:lnTo>
                <a:cubicBezTo>
                  <a:pt x="296" y="313"/>
                  <a:pt x="292" y="311"/>
                  <a:pt x="292" y="311"/>
                </a:cubicBezTo>
                <a:cubicBezTo>
                  <a:pt x="271" y="311"/>
                  <a:pt x="253" y="329"/>
                  <a:pt x="240" y="330"/>
                </a:cubicBezTo>
                <a:close/>
                <a:moveTo>
                  <a:pt x="132" y="492"/>
                </a:moveTo>
                <a:lnTo>
                  <a:pt x="221" y="492"/>
                </a:lnTo>
                <a:lnTo>
                  <a:pt x="221" y="503"/>
                </a:lnTo>
                <a:lnTo>
                  <a:pt x="180" y="529"/>
                </a:lnTo>
                <a:lnTo>
                  <a:pt x="152" y="508"/>
                </a:lnTo>
                <a:cubicBezTo>
                  <a:pt x="145" y="513"/>
                  <a:pt x="136" y="515"/>
                  <a:pt x="136" y="524"/>
                </a:cubicBezTo>
                <a:cubicBezTo>
                  <a:pt x="136" y="531"/>
                  <a:pt x="167" y="565"/>
                  <a:pt x="173" y="565"/>
                </a:cubicBezTo>
                <a:cubicBezTo>
                  <a:pt x="183" y="565"/>
                  <a:pt x="209" y="536"/>
                  <a:pt x="221" y="533"/>
                </a:cubicBezTo>
                <a:lnTo>
                  <a:pt x="221" y="581"/>
                </a:lnTo>
                <a:lnTo>
                  <a:pt x="132" y="581"/>
                </a:lnTo>
                <a:lnTo>
                  <a:pt x="132" y="492"/>
                </a:lnTo>
                <a:close/>
                <a:moveTo>
                  <a:pt x="242" y="487"/>
                </a:moveTo>
                <a:cubicBezTo>
                  <a:pt x="238" y="480"/>
                  <a:pt x="233" y="470"/>
                  <a:pt x="221" y="470"/>
                </a:cubicBezTo>
                <a:lnTo>
                  <a:pt x="132" y="470"/>
                </a:lnTo>
                <a:cubicBezTo>
                  <a:pt x="121" y="470"/>
                  <a:pt x="110" y="481"/>
                  <a:pt x="110" y="492"/>
                </a:cubicBezTo>
                <a:lnTo>
                  <a:pt x="110" y="581"/>
                </a:lnTo>
                <a:cubicBezTo>
                  <a:pt x="110" y="591"/>
                  <a:pt x="121" y="602"/>
                  <a:pt x="132" y="602"/>
                </a:cubicBezTo>
                <a:lnTo>
                  <a:pt x="221" y="602"/>
                </a:lnTo>
                <a:cubicBezTo>
                  <a:pt x="252" y="602"/>
                  <a:pt x="242" y="547"/>
                  <a:pt x="242" y="515"/>
                </a:cubicBezTo>
                <a:lnTo>
                  <a:pt x="296" y="469"/>
                </a:lnTo>
                <a:lnTo>
                  <a:pt x="289" y="465"/>
                </a:lnTo>
                <a:lnTo>
                  <a:pt x="242" y="487"/>
                </a:lnTo>
                <a:close/>
                <a:moveTo>
                  <a:pt x="320" y="716"/>
                </a:moveTo>
                <a:cubicBezTo>
                  <a:pt x="320" y="721"/>
                  <a:pt x="322" y="723"/>
                  <a:pt x="327" y="723"/>
                </a:cubicBezTo>
                <a:lnTo>
                  <a:pt x="495" y="723"/>
                </a:lnTo>
                <a:cubicBezTo>
                  <a:pt x="500" y="723"/>
                  <a:pt x="502" y="721"/>
                  <a:pt x="502" y="716"/>
                </a:cubicBezTo>
                <a:lnTo>
                  <a:pt x="502" y="669"/>
                </a:lnTo>
                <a:cubicBezTo>
                  <a:pt x="502" y="664"/>
                  <a:pt x="500" y="663"/>
                  <a:pt x="495" y="663"/>
                </a:cubicBezTo>
                <a:lnTo>
                  <a:pt x="320" y="663"/>
                </a:lnTo>
                <a:lnTo>
                  <a:pt x="320" y="716"/>
                </a:lnTo>
                <a:close/>
                <a:moveTo>
                  <a:pt x="320" y="565"/>
                </a:moveTo>
                <a:lnTo>
                  <a:pt x="502" y="565"/>
                </a:lnTo>
                <a:lnTo>
                  <a:pt x="502" y="507"/>
                </a:lnTo>
                <a:lnTo>
                  <a:pt x="320" y="507"/>
                </a:lnTo>
                <a:lnTo>
                  <a:pt x="320" y="565"/>
                </a:lnTo>
                <a:close/>
                <a:moveTo>
                  <a:pt x="320" y="410"/>
                </a:moveTo>
                <a:lnTo>
                  <a:pt x="452" y="410"/>
                </a:lnTo>
                <a:lnTo>
                  <a:pt x="452" y="352"/>
                </a:lnTo>
                <a:lnTo>
                  <a:pt x="320" y="352"/>
                </a:lnTo>
                <a:lnTo>
                  <a:pt x="320" y="41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Freeform 36"/>
          <p:cNvSpPr>
            <a:spLocks noEditPoints="1"/>
          </p:cNvSpPr>
          <p:nvPr/>
        </p:nvSpPr>
        <p:spPr bwMode="auto">
          <a:xfrm>
            <a:off x="6993593" y="3514207"/>
            <a:ext cx="385592" cy="379581"/>
          </a:xfrm>
          <a:custGeom>
            <a:avLst/>
            <a:gdLst>
              <a:gd name="T0" fmla="*/ 188097 w 792"/>
              <a:gd name="T1" fmla="*/ 307152 h 779"/>
              <a:gd name="T2" fmla="*/ 249296 w 792"/>
              <a:gd name="T3" fmla="*/ 200865 h 779"/>
              <a:gd name="T4" fmla="*/ 350994 w 792"/>
              <a:gd name="T5" fmla="*/ 290938 h 779"/>
              <a:gd name="T6" fmla="*/ 264596 w 792"/>
              <a:gd name="T7" fmla="*/ 182850 h 779"/>
              <a:gd name="T8" fmla="*/ 350994 w 792"/>
              <a:gd name="T9" fmla="*/ 290938 h 779"/>
              <a:gd name="T10" fmla="*/ 350994 w 792"/>
              <a:gd name="T11" fmla="*/ 290938 h 779"/>
              <a:gd name="T12" fmla="*/ 420293 w 792"/>
              <a:gd name="T13" fmla="*/ 174743 h 779"/>
              <a:gd name="T14" fmla="*/ 442793 w 792"/>
              <a:gd name="T15" fmla="*/ 163034 h 779"/>
              <a:gd name="T16" fmla="*/ 445493 w 792"/>
              <a:gd name="T17" fmla="*/ 182850 h 779"/>
              <a:gd name="T18" fmla="*/ 439193 w 792"/>
              <a:gd name="T19" fmla="*/ 215276 h 779"/>
              <a:gd name="T20" fmla="*/ 418493 w 792"/>
              <a:gd name="T21" fmla="*/ 207170 h 779"/>
              <a:gd name="T22" fmla="*/ 393293 w 792"/>
              <a:gd name="T23" fmla="*/ 185552 h 779"/>
              <a:gd name="T24" fmla="*/ 410393 w 792"/>
              <a:gd name="T25" fmla="*/ 172942 h 779"/>
              <a:gd name="T26" fmla="*/ 442793 w 792"/>
              <a:gd name="T27" fmla="*/ 163034 h 779"/>
              <a:gd name="T28" fmla="*/ 337494 w 792"/>
              <a:gd name="T29" fmla="*/ 308953 h 779"/>
              <a:gd name="T30" fmla="*/ 325795 w 792"/>
              <a:gd name="T31" fmla="*/ 440461 h 779"/>
              <a:gd name="T32" fmla="*/ 371694 w 792"/>
              <a:gd name="T33" fmla="*/ 320663 h 779"/>
              <a:gd name="T34" fmla="*/ 280795 w 792"/>
              <a:gd name="T35" fmla="*/ 268420 h 779"/>
              <a:gd name="T36" fmla="*/ 246596 w 792"/>
              <a:gd name="T37" fmla="*/ 280130 h 779"/>
              <a:gd name="T38" fmla="*/ 292495 w 792"/>
              <a:gd name="T39" fmla="*/ 440461 h 779"/>
              <a:gd name="T40" fmla="*/ 280795 w 792"/>
              <a:gd name="T41" fmla="*/ 268420 h 779"/>
              <a:gd name="T42" fmla="*/ 416693 w 792"/>
              <a:gd name="T43" fmla="*/ 240497 h 779"/>
              <a:gd name="T44" fmla="*/ 404993 w 792"/>
              <a:gd name="T45" fmla="*/ 440461 h 779"/>
              <a:gd name="T46" fmla="*/ 450892 w 792"/>
              <a:gd name="T47" fmla="*/ 253107 h 779"/>
              <a:gd name="T48" fmla="*/ 201597 w 792"/>
              <a:gd name="T49" fmla="*/ 351288 h 779"/>
              <a:gd name="T50" fmla="*/ 167397 w 792"/>
              <a:gd name="T51" fmla="*/ 362997 h 779"/>
              <a:gd name="T52" fmla="*/ 213296 w 792"/>
              <a:gd name="T53" fmla="*/ 440461 h 779"/>
              <a:gd name="T54" fmla="*/ 201597 w 792"/>
              <a:gd name="T55" fmla="*/ 351288 h 779"/>
              <a:gd name="T56" fmla="*/ 122398 w 792"/>
              <a:gd name="T57" fmla="*/ 440461 h 779"/>
              <a:gd name="T58" fmla="*/ 110698 w 792"/>
              <a:gd name="T59" fmla="*/ 170240 h 779"/>
              <a:gd name="T60" fmla="*/ 134098 w 792"/>
              <a:gd name="T61" fmla="*/ 170240 h 779"/>
              <a:gd name="T62" fmla="*/ 477892 w 792"/>
              <a:gd name="T63" fmla="*/ 417042 h 779"/>
              <a:gd name="T64" fmla="*/ 477892 w 792"/>
              <a:gd name="T65" fmla="*/ 440461 h 779"/>
              <a:gd name="T66" fmla="*/ 110698 w 792"/>
              <a:gd name="T67" fmla="*/ 428751 h 779"/>
              <a:gd name="T68" fmla="*/ 477892 w 792"/>
              <a:gd name="T69" fmla="*/ 417042 h 779"/>
              <a:gd name="T70" fmla="*/ 611990 w 792"/>
              <a:gd name="T71" fmla="*/ 701675 h 779"/>
              <a:gd name="T72" fmla="*/ 436493 w 792"/>
              <a:gd name="T73" fmla="*/ 566564 h 779"/>
              <a:gd name="T74" fmla="*/ 0 w 792"/>
              <a:gd name="T75" fmla="*/ 299045 h 779"/>
              <a:gd name="T76" fmla="*/ 599390 w 792"/>
              <a:gd name="T77" fmla="*/ 299045 h 779"/>
              <a:gd name="T78" fmla="*/ 677689 w 792"/>
              <a:gd name="T79" fmla="*/ 544947 h 779"/>
              <a:gd name="T80" fmla="*/ 300595 w 792"/>
              <a:gd name="T81" fmla="*/ 561160 h 779"/>
              <a:gd name="T82" fmla="*/ 561591 w 792"/>
              <a:gd name="T83" fmla="*/ 299045 h 779"/>
              <a:gd name="T84" fmla="*/ 38699 w 792"/>
              <a:gd name="T85" fmla="*/ 299045 h 779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0" t="0" r="r" b="b"/>
            <a:pathLst>
              <a:path w="792" h="779">
                <a:moveTo>
                  <a:pt x="297" y="240"/>
                </a:moveTo>
                <a:lnTo>
                  <a:pt x="209" y="341"/>
                </a:lnTo>
                <a:lnTo>
                  <a:pt x="188" y="323"/>
                </a:lnTo>
                <a:lnTo>
                  <a:pt x="277" y="223"/>
                </a:lnTo>
                <a:lnTo>
                  <a:pt x="297" y="240"/>
                </a:lnTo>
                <a:close/>
                <a:moveTo>
                  <a:pt x="390" y="323"/>
                </a:moveTo>
                <a:lnTo>
                  <a:pt x="276" y="224"/>
                </a:lnTo>
                <a:lnTo>
                  <a:pt x="294" y="203"/>
                </a:lnTo>
                <a:lnTo>
                  <a:pt x="408" y="303"/>
                </a:lnTo>
                <a:lnTo>
                  <a:pt x="390" y="323"/>
                </a:lnTo>
                <a:close/>
                <a:moveTo>
                  <a:pt x="487" y="212"/>
                </a:moveTo>
                <a:lnTo>
                  <a:pt x="390" y="323"/>
                </a:lnTo>
                <a:lnTo>
                  <a:pt x="369" y="305"/>
                </a:lnTo>
                <a:lnTo>
                  <a:pt x="467" y="194"/>
                </a:lnTo>
                <a:lnTo>
                  <a:pt x="487" y="212"/>
                </a:lnTo>
                <a:close/>
                <a:moveTo>
                  <a:pt x="492" y="181"/>
                </a:moveTo>
                <a:cubicBezTo>
                  <a:pt x="497" y="179"/>
                  <a:pt x="500" y="182"/>
                  <a:pt x="499" y="187"/>
                </a:cubicBezTo>
                <a:lnTo>
                  <a:pt x="495" y="203"/>
                </a:lnTo>
                <a:cubicBezTo>
                  <a:pt x="494" y="209"/>
                  <a:pt x="492" y="217"/>
                  <a:pt x="491" y="222"/>
                </a:cubicBezTo>
                <a:lnTo>
                  <a:pt x="488" y="239"/>
                </a:lnTo>
                <a:cubicBezTo>
                  <a:pt x="487" y="244"/>
                  <a:pt x="483" y="245"/>
                  <a:pt x="479" y="242"/>
                </a:cubicBezTo>
                <a:lnTo>
                  <a:pt x="465" y="230"/>
                </a:lnTo>
                <a:cubicBezTo>
                  <a:pt x="461" y="227"/>
                  <a:pt x="455" y="221"/>
                  <a:pt x="451" y="217"/>
                </a:cubicBezTo>
                <a:lnTo>
                  <a:pt x="437" y="206"/>
                </a:lnTo>
                <a:cubicBezTo>
                  <a:pt x="433" y="202"/>
                  <a:pt x="434" y="198"/>
                  <a:pt x="439" y="197"/>
                </a:cubicBezTo>
                <a:lnTo>
                  <a:pt x="456" y="192"/>
                </a:lnTo>
                <a:cubicBezTo>
                  <a:pt x="461" y="190"/>
                  <a:pt x="470" y="187"/>
                  <a:pt x="475" y="186"/>
                </a:cubicBezTo>
                <a:lnTo>
                  <a:pt x="492" y="181"/>
                </a:lnTo>
                <a:close/>
                <a:moveTo>
                  <a:pt x="400" y="343"/>
                </a:moveTo>
                <a:lnTo>
                  <a:pt x="375" y="343"/>
                </a:lnTo>
                <a:cubicBezTo>
                  <a:pt x="368" y="343"/>
                  <a:pt x="362" y="349"/>
                  <a:pt x="362" y="356"/>
                </a:cubicBezTo>
                <a:lnTo>
                  <a:pt x="362" y="489"/>
                </a:lnTo>
                <a:lnTo>
                  <a:pt x="413" y="489"/>
                </a:lnTo>
                <a:lnTo>
                  <a:pt x="413" y="356"/>
                </a:lnTo>
                <a:cubicBezTo>
                  <a:pt x="413" y="349"/>
                  <a:pt x="407" y="343"/>
                  <a:pt x="400" y="343"/>
                </a:cubicBezTo>
                <a:close/>
                <a:moveTo>
                  <a:pt x="312" y="298"/>
                </a:moveTo>
                <a:lnTo>
                  <a:pt x="287" y="298"/>
                </a:lnTo>
                <a:cubicBezTo>
                  <a:pt x="280" y="298"/>
                  <a:pt x="274" y="304"/>
                  <a:pt x="274" y="311"/>
                </a:cubicBezTo>
                <a:lnTo>
                  <a:pt x="274" y="489"/>
                </a:lnTo>
                <a:lnTo>
                  <a:pt x="325" y="489"/>
                </a:lnTo>
                <a:lnTo>
                  <a:pt x="325" y="311"/>
                </a:lnTo>
                <a:cubicBezTo>
                  <a:pt x="325" y="304"/>
                  <a:pt x="319" y="298"/>
                  <a:pt x="312" y="298"/>
                </a:cubicBezTo>
                <a:close/>
                <a:moveTo>
                  <a:pt x="488" y="267"/>
                </a:moveTo>
                <a:lnTo>
                  <a:pt x="463" y="267"/>
                </a:lnTo>
                <a:cubicBezTo>
                  <a:pt x="456" y="267"/>
                  <a:pt x="450" y="273"/>
                  <a:pt x="450" y="281"/>
                </a:cubicBezTo>
                <a:lnTo>
                  <a:pt x="450" y="489"/>
                </a:lnTo>
                <a:lnTo>
                  <a:pt x="501" y="489"/>
                </a:lnTo>
                <a:lnTo>
                  <a:pt x="501" y="281"/>
                </a:lnTo>
                <a:cubicBezTo>
                  <a:pt x="501" y="273"/>
                  <a:pt x="495" y="267"/>
                  <a:pt x="488" y="267"/>
                </a:cubicBezTo>
                <a:close/>
                <a:moveTo>
                  <a:pt x="224" y="390"/>
                </a:moveTo>
                <a:lnTo>
                  <a:pt x="200" y="390"/>
                </a:lnTo>
                <a:cubicBezTo>
                  <a:pt x="192" y="390"/>
                  <a:pt x="186" y="396"/>
                  <a:pt x="186" y="403"/>
                </a:cubicBezTo>
                <a:lnTo>
                  <a:pt x="186" y="489"/>
                </a:lnTo>
                <a:lnTo>
                  <a:pt x="237" y="489"/>
                </a:lnTo>
                <a:lnTo>
                  <a:pt x="237" y="403"/>
                </a:lnTo>
                <a:cubicBezTo>
                  <a:pt x="237" y="396"/>
                  <a:pt x="231" y="390"/>
                  <a:pt x="224" y="390"/>
                </a:cubicBezTo>
                <a:close/>
                <a:moveTo>
                  <a:pt x="149" y="476"/>
                </a:moveTo>
                <a:cubicBezTo>
                  <a:pt x="149" y="483"/>
                  <a:pt x="144" y="489"/>
                  <a:pt x="136" y="489"/>
                </a:cubicBezTo>
                <a:cubicBezTo>
                  <a:pt x="129" y="489"/>
                  <a:pt x="123" y="483"/>
                  <a:pt x="123" y="476"/>
                </a:cubicBezTo>
                <a:lnTo>
                  <a:pt x="123" y="189"/>
                </a:lnTo>
                <a:cubicBezTo>
                  <a:pt x="123" y="182"/>
                  <a:pt x="129" y="176"/>
                  <a:pt x="136" y="176"/>
                </a:cubicBezTo>
                <a:cubicBezTo>
                  <a:pt x="143" y="176"/>
                  <a:pt x="149" y="182"/>
                  <a:pt x="149" y="189"/>
                </a:cubicBezTo>
                <a:lnTo>
                  <a:pt x="149" y="476"/>
                </a:lnTo>
                <a:close/>
                <a:moveTo>
                  <a:pt x="531" y="463"/>
                </a:moveTo>
                <a:cubicBezTo>
                  <a:pt x="538" y="463"/>
                  <a:pt x="544" y="469"/>
                  <a:pt x="544" y="476"/>
                </a:cubicBezTo>
                <a:cubicBezTo>
                  <a:pt x="544" y="483"/>
                  <a:pt x="538" y="489"/>
                  <a:pt x="531" y="489"/>
                </a:cubicBezTo>
                <a:lnTo>
                  <a:pt x="136" y="489"/>
                </a:lnTo>
                <a:cubicBezTo>
                  <a:pt x="129" y="489"/>
                  <a:pt x="123" y="483"/>
                  <a:pt x="123" y="476"/>
                </a:cubicBezTo>
                <a:cubicBezTo>
                  <a:pt x="123" y="469"/>
                  <a:pt x="129" y="463"/>
                  <a:pt x="136" y="463"/>
                </a:cubicBezTo>
                <a:lnTo>
                  <a:pt x="531" y="463"/>
                </a:lnTo>
                <a:close/>
                <a:moveTo>
                  <a:pt x="753" y="750"/>
                </a:moveTo>
                <a:cubicBezTo>
                  <a:pt x="732" y="770"/>
                  <a:pt x="706" y="779"/>
                  <a:pt x="680" y="779"/>
                </a:cubicBezTo>
                <a:cubicBezTo>
                  <a:pt x="654" y="779"/>
                  <a:pt x="628" y="770"/>
                  <a:pt x="608" y="750"/>
                </a:cubicBezTo>
                <a:lnTo>
                  <a:pt x="485" y="629"/>
                </a:lnTo>
                <a:cubicBezTo>
                  <a:pt x="440" y="653"/>
                  <a:pt x="388" y="666"/>
                  <a:pt x="334" y="666"/>
                </a:cubicBezTo>
                <a:cubicBezTo>
                  <a:pt x="149" y="666"/>
                  <a:pt x="0" y="517"/>
                  <a:pt x="0" y="332"/>
                </a:cubicBezTo>
                <a:cubicBezTo>
                  <a:pt x="0" y="149"/>
                  <a:pt x="149" y="0"/>
                  <a:pt x="334" y="0"/>
                </a:cubicBezTo>
                <a:cubicBezTo>
                  <a:pt x="517" y="0"/>
                  <a:pt x="666" y="149"/>
                  <a:pt x="666" y="332"/>
                </a:cubicBezTo>
                <a:cubicBezTo>
                  <a:pt x="666" y="387"/>
                  <a:pt x="653" y="439"/>
                  <a:pt x="630" y="484"/>
                </a:cubicBezTo>
                <a:lnTo>
                  <a:pt x="753" y="605"/>
                </a:lnTo>
                <a:cubicBezTo>
                  <a:pt x="792" y="645"/>
                  <a:pt x="792" y="709"/>
                  <a:pt x="753" y="750"/>
                </a:cubicBezTo>
                <a:close/>
                <a:moveTo>
                  <a:pt x="334" y="623"/>
                </a:moveTo>
                <a:lnTo>
                  <a:pt x="334" y="623"/>
                </a:lnTo>
                <a:cubicBezTo>
                  <a:pt x="494" y="623"/>
                  <a:pt x="624" y="493"/>
                  <a:pt x="624" y="332"/>
                </a:cubicBezTo>
                <a:cubicBezTo>
                  <a:pt x="624" y="172"/>
                  <a:pt x="494" y="42"/>
                  <a:pt x="334" y="42"/>
                </a:cubicBezTo>
                <a:cubicBezTo>
                  <a:pt x="173" y="42"/>
                  <a:pt x="43" y="172"/>
                  <a:pt x="43" y="332"/>
                </a:cubicBezTo>
                <a:cubicBezTo>
                  <a:pt x="43" y="493"/>
                  <a:pt x="173" y="623"/>
                  <a:pt x="334" y="62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Freeform 37"/>
          <p:cNvSpPr>
            <a:spLocks noEditPoints="1"/>
          </p:cNvSpPr>
          <p:nvPr/>
        </p:nvSpPr>
        <p:spPr bwMode="auto">
          <a:xfrm>
            <a:off x="9315829" y="3478939"/>
            <a:ext cx="356394" cy="352959"/>
          </a:xfrm>
          <a:custGeom>
            <a:avLst/>
            <a:gdLst>
              <a:gd name="T0" fmla="*/ 594912 w 732"/>
              <a:gd name="T1" fmla="*/ 562343 h 724"/>
              <a:gd name="T2" fmla="*/ 526510 w 732"/>
              <a:gd name="T3" fmla="*/ 562343 h 724"/>
              <a:gd name="T4" fmla="*/ 431109 w 732"/>
              <a:gd name="T5" fmla="*/ 379401 h 724"/>
              <a:gd name="T6" fmla="*/ 421208 w 732"/>
              <a:gd name="T7" fmla="*/ 415449 h 724"/>
              <a:gd name="T8" fmla="*/ 369007 w 732"/>
              <a:gd name="T9" fmla="*/ 455101 h 724"/>
              <a:gd name="T10" fmla="*/ 540011 w 732"/>
              <a:gd name="T11" fmla="*/ 644351 h 724"/>
              <a:gd name="T12" fmla="*/ 649813 w 732"/>
              <a:gd name="T13" fmla="*/ 570454 h 724"/>
              <a:gd name="T14" fmla="*/ 568811 w 732"/>
              <a:gd name="T15" fmla="*/ 486643 h 724"/>
              <a:gd name="T16" fmla="*/ 449109 w 732"/>
              <a:gd name="T17" fmla="*/ 388413 h 724"/>
              <a:gd name="T18" fmla="*/ 237605 w 732"/>
              <a:gd name="T19" fmla="*/ 231606 h 724"/>
              <a:gd name="T20" fmla="*/ 273605 w 732"/>
              <a:gd name="T21" fmla="*/ 221693 h 724"/>
              <a:gd name="T22" fmla="*/ 283506 w 732"/>
              <a:gd name="T23" fmla="*/ 186546 h 724"/>
              <a:gd name="T24" fmla="*/ 292506 w 732"/>
              <a:gd name="T25" fmla="*/ 153202 h 724"/>
              <a:gd name="T26" fmla="*/ 126903 w 732"/>
              <a:gd name="T27" fmla="*/ 14419 h 724"/>
              <a:gd name="T28" fmla="*/ 104402 w 732"/>
              <a:gd name="T29" fmla="*/ 184744 h 724"/>
              <a:gd name="T30" fmla="*/ 900 w 732"/>
              <a:gd name="T31" fmla="*/ 141487 h 724"/>
              <a:gd name="T32" fmla="*/ 196204 w 732"/>
              <a:gd name="T33" fmla="*/ 281171 h 724"/>
              <a:gd name="T34" fmla="*/ 221404 w 732"/>
              <a:gd name="T35" fmla="*/ 248729 h 724"/>
              <a:gd name="T36" fmla="*/ 634513 w 732"/>
              <a:gd name="T37" fmla="*/ 63985 h 724"/>
              <a:gd name="T38" fmla="*/ 546311 w 732"/>
              <a:gd name="T39" fmla="*/ 0 h 724"/>
              <a:gd name="T40" fmla="*/ 309606 w 732"/>
              <a:gd name="T41" fmla="*/ 211780 h 724"/>
              <a:gd name="T42" fmla="*/ 275405 w 732"/>
              <a:gd name="T43" fmla="*/ 260444 h 724"/>
              <a:gd name="T44" fmla="*/ 246605 w 732"/>
              <a:gd name="T45" fmla="*/ 274863 h 724"/>
              <a:gd name="T46" fmla="*/ 250205 w 732"/>
              <a:gd name="T47" fmla="*/ 364982 h 724"/>
              <a:gd name="T48" fmla="*/ 58501 w 732"/>
              <a:gd name="T49" fmla="*/ 530801 h 724"/>
              <a:gd name="T50" fmla="*/ 37801 w 732"/>
              <a:gd name="T51" fmla="*/ 652462 h 724"/>
              <a:gd name="T52" fmla="*/ 136803 w 732"/>
              <a:gd name="T53" fmla="*/ 553331 h 724"/>
              <a:gd name="T54" fmla="*/ 291606 w 732"/>
              <a:gd name="T55" fmla="*/ 406437 h 724"/>
              <a:gd name="T56" fmla="*/ 378907 w 732"/>
              <a:gd name="T57" fmla="*/ 406437 h 724"/>
              <a:gd name="T58" fmla="*/ 404108 w 732"/>
              <a:gd name="T59" fmla="*/ 352366 h 724"/>
              <a:gd name="T60" fmla="*/ 441009 w 732"/>
              <a:gd name="T61" fmla="*/ 344255 h 724"/>
              <a:gd name="T62" fmla="*/ 634513 w 732"/>
              <a:gd name="T63" fmla="*/ 63985 h 724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</a:gdLst>
            <a:ahLst/>
            <a:cxnLst>
              <a:cxn ang="T64">
                <a:pos x="T0" y="T1"/>
              </a:cxn>
              <a:cxn ang="T65">
                <a:pos x="T2" y="T3"/>
              </a:cxn>
              <a:cxn ang="T66">
                <a:pos x="T4" y="T5"/>
              </a:cxn>
              <a:cxn ang="T67">
                <a:pos x="T6" y="T7"/>
              </a:cxn>
              <a:cxn ang="T68">
                <a:pos x="T8" y="T9"/>
              </a:cxn>
              <a:cxn ang="T69">
                <a:pos x="T10" y="T11"/>
              </a:cxn>
              <a:cxn ang="T70">
                <a:pos x="T12" y="T13"/>
              </a:cxn>
              <a:cxn ang="T71">
                <a:pos x="T14" y="T15"/>
              </a:cxn>
              <a:cxn ang="T72">
                <a:pos x="T16" y="T17"/>
              </a:cxn>
              <a:cxn ang="T73">
                <a:pos x="T18" y="T19"/>
              </a:cxn>
              <a:cxn ang="T74">
                <a:pos x="T20" y="T21"/>
              </a:cxn>
              <a:cxn ang="T75">
                <a:pos x="T22" y="T23"/>
              </a:cxn>
              <a:cxn ang="T76">
                <a:pos x="T24" y="T25"/>
              </a:cxn>
              <a:cxn ang="T77">
                <a:pos x="T26" y="T27"/>
              </a:cxn>
              <a:cxn ang="T78">
                <a:pos x="T28" y="T29"/>
              </a:cxn>
              <a:cxn ang="T79">
                <a:pos x="T30" y="T31"/>
              </a:cxn>
              <a:cxn ang="T80">
                <a:pos x="T32" y="T33"/>
              </a:cxn>
              <a:cxn ang="T81">
                <a:pos x="T34" y="T35"/>
              </a:cxn>
              <a:cxn ang="T82">
                <a:pos x="T36" y="T37"/>
              </a:cxn>
              <a:cxn ang="T83">
                <a:pos x="T38" y="T39"/>
              </a:cxn>
              <a:cxn ang="T84">
                <a:pos x="T40" y="T41"/>
              </a:cxn>
              <a:cxn ang="T85">
                <a:pos x="T42" y="T43"/>
              </a:cxn>
              <a:cxn ang="T86">
                <a:pos x="T44" y="T45"/>
              </a:cxn>
              <a:cxn ang="T87">
                <a:pos x="T46" y="T47"/>
              </a:cxn>
              <a:cxn ang="T88">
                <a:pos x="T48" y="T49"/>
              </a:cxn>
              <a:cxn ang="T89">
                <a:pos x="T50" y="T51"/>
              </a:cxn>
              <a:cxn ang="T90">
                <a:pos x="T52" y="T53"/>
              </a:cxn>
              <a:cxn ang="T91">
                <a:pos x="T54" y="T55"/>
              </a:cxn>
              <a:cxn ang="T92">
                <a:pos x="T56" y="T57"/>
              </a:cxn>
              <a:cxn ang="T93">
                <a:pos x="T58" y="T59"/>
              </a:cxn>
              <a:cxn ang="T94">
                <a:pos x="T60" y="T61"/>
              </a:cxn>
              <a:cxn ang="T95">
                <a:pos x="T62" y="T63"/>
              </a:cxn>
            </a:cxnLst>
            <a:rect l="0" t="0" r="r" b="b"/>
            <a:pathLst>
              <a:path w="732" h="724">
                <a:moveTo>
                  <a:pt x="623" y="586"/>
                </a:moveTo>
                <a:cubicBezTo>
                  <a:pt x="644" y="586"/>
                  <a:pt x="661" y="603"/>
                  <a:pt x="661" y="624"/>
                </a:cubicBezTo>
                <a:cubicBezTo>
                  <a:pt x="661" y="645"/>
                  <a:pt x="644" y="662"/>
                  <a:pt x="623" y="662"/>
                </a:cubicBezTo>
                <a:cubicBezTo>
                  <a:pt x="602" y="662"/>
                  <a:pt x="585" y="645"/>
                  <a:pt x="585" y="624"/>
                </a:cubicBezTo>
                <a:cubicBezTo>
                  <a:pt x="585" y="603"/>
                  <a:pt x="602" y="586"/>
                  <a:pt x="623" y="586"/>
                </a:cubicBezTo>
                <a:close/>
                <a:moveTo>
                  <a:pt x="479" y="421"/>
                </a:moveTo>
                <a:lnTo>
                  <a:pt x="489" y="441"/>
                </a:lnTo>
                <a:lnTo>
                  <a:pt x="468" y="461"/>
                </a:lnTo>
                <a:lnTo>
                  <a:pt x="449" y="480"/>
                </a:lnTo>
                <a:cubicBezTo>
                  <a:pt x="438" y="491"/>
                  <a:pt x="425" y="500"/>
                  <a:pt x="410" y="505"/>
                </a:cubicBezTo>
                <a:lnTo>
                  <a:pt x="539" y="633"/>
                </a:lnTo>
                <a:lnTo>
                  <a:pt x="600" y="715"/>
                </a:lnTo>
                <a:lnTo>
                  <a:pt x="632" y="724"/>
                </a:lnTo>
                <a:lnTo>
                  <a:pt x="722" y="633"/>
                </a:lnTo>
                <a:lnTo>
                  <a:pt x="713" y="600"/>
                </a:lnTo>
                <a:lnTo>
                  <a:pt x="632" y="540"/>
                </a:lnTo>
                <a:lnTo>
                  <a:pt x="511" y="419"/>
                </a:lnTo>
                <a:lnTo>
                  <a:pt x="499" y="431"/>
                </a:lnTo>
                <a:lnTo>
                  <a:pt x="479" y="421"/>
                </a:lnTo>
                <a:close/>
                <a:moveTo>
                  <a:pt x="264" y="257"/>
                </a:moveTo>
                <a:lnTo>
                  <a:pt x="285" y="237"/>
                </a:lnTo>
                <a:lnTo>
                  <a:pt x="304" y="246"/>
                </a:lnTo>
                <a:lnTo>
                  <a:pt x="294" y="227"/>
                </a:lnTo>
                <a:lnTo>
                  <a:pt x="315" y="207"/>
                </a:lnTo>
                <a:lnTo>
                  <a:pt x="317" y="205"/>
                </a:lnTo>
                <a:cubicBezTo>
                  <a:pt x="322" y="193"/>
                  <a:pt x="325" y="181"/>
                  <a:pt x="325" y="170"/>
                </a:cubicBezTo>
                <a:cubicBezTo>
                  <a:pt x="325" y="84"/>
                  <a:pt x="242" y="0"/>
                  <a:pt x="156" y="1"/>
                </a:cubicBezTo>
                <a:cubicBezTo>
                  <a:pt x="156" y="1"/>
                  <a:pt x="146" y="11"/>
                  <a:pt x="141" y="16"/>
                </a:cubicBezTo>
                <a:cubicBezTo>
                  <a:pt x="210" y="85"/>
                  <a:pt x="204" y="74"/>
                  <a:pt x="204" y="116"/>
                </a:cubicBezTo>
                <a:cubicBezTo>
                  <a:pt x="204" y="151"/>
                  <a:pt x="149" y="205"/>
                  <a:pt x="116" y="205"/>
                </a:cubicBezTo>
                <a:cubicBezTo>
                  <a:pt x="72" y="205"/>
                  <a:pt x="86" y="212"/>
                  <a:pt x="16" y="142"/>
                </a:cubicBezTo>
                <a:cubicBezTo>
                  <a:pt x="10" y="147"/>
                  <a:pt x="1" y="157"/>
                  <a:pt x="1" y="157"/>
                </a:cubicBezTo>
                <a:cubicBezTo>
                  <a:pt x="2" y="243"/>
                  <a:pt x="83" y="325"/>
                  <a:pt x="169" y="325"/>
                </a:cubicBezTo>
                <a:cubicBezTo>
                  <a:pt x="185" y="325"/>
                  <a:pt x="201" y="320"/>
                  <a:pt x="218" y="312"/>
                </a:cubicBezTo>
                <a:lnTo>
                  <a:pt x="221" y="315"/>
                </a:lnTo>
                <a:cubicBezTo>
                  <a:pt x="226" y="301"/>
                  <a:pt x="234" y="288"/>
                  <a:pt x="246" y="276"/>
                </a:cubicBezTo>
                <a:lnTo>
                  <a:pt x="264" y="257"/>
                </a:lnTo>
                <a:close/>
                <a:moveTo>
                  <a:pt x="705" y="71"/>
                </a:moveTo>
                <a:lnTo>
                  <a:pt x="655" y="20"/>
                </a:lnTo>
                <a:cubicBezTo>
                  <a:pt x="642" y="7"/>
                  <a:pt x="624" y="0"/>
                  <a:pt x="607" y="0"/>
                </a:cubicBezTo>
                <a:cubicBezTo>
                  <a:pt x="589" y="0"/>
                  <a:pt x="572" y="7"/>
                  <a:pt x="558" y="20"/>
                </a:cubicBezTo>
                <a:lnTo>
                  <a:pt x="344" y="235"/>
                </a:lnTo>
                <a:cubicBezTo>
                  <a:pt x="350" y="248"/>
                  <a:pt x="345" y="267"/>
                  <a:pt x="335" y="277"/>
                </a:cubicBezTo>
                <a:cubicBezTo>
                  <a:pt x="328" y="284"/>
                  <a:pt x="317" y="289"/>
                  <a:pt x="306" y="289"/>
                </a:cubicBezTo>
                <a:cubicBezTo>
                  <a:pt x="302" y="289"/>
                  <a:pt x="297" y="288"/>
                  <a:pt x="293" y="286"/>
                </a:cubicBezTo>
                <a:lnTo>
                  <a:pt x="274" y="305"/>
                </a:lnTo>
                <a:cubicBezTo>
                  <a:pt x="247" y="331"/>
                  <a:pt x="247" y="375"/>
                  <a:pt x="274" y="401"/>
                </a:cubicBezTo>
                <a:lnTo>
                  <a:pt x="278" y="405"/>
                </a:lnTo>
                <a:lnTo>
                  <a:pt x="110" y="572"/>
                </a:lnTo>
                <a:lnTo>
                  <a:pt x="65" y="589"/>
                </a:lnTo>
                <a:lnTo>
                  <a:pt x="0" y="682"/>
                </a:lnTo>
                <a:lnTo>
                  <a:pt x="42" y="724"/>
                </a:lnTo>
                <a:lnTo>
                  <a:pt x="135" y="659"/>
                </a:lnTo>
                <a:lnTo>
                  <a:pt x="152" y="614"/>
                </a:lnTo>
                <a:lnTo>
                  <a:pt x="319" y="447"/>
                </a:lnTo>
                <a:lnTo>
                  <a:pt x="324" y="451"/>
                </a:lnTo>
                <a:cubicBezTo>
                  <a:pt x="338" y="465"/>
                  <a:pt x="355" y="471"/>
                  <a:pt x="373" y="471"/>
                </a:cubicBezTo>
                <a:cubicBezTo>
                  <a:pt x="390" y="471"/>
                  <a:pt x="408" y="465"/>
                  <a:pt x="421" y="451"/>
                </a:cubicBezTo>
                <a:lnTo>
                  <a:pt x="440" y="433"/>
                </a:lnTo>
                <a:cubicBezTo>
                  <a:pt x="434" y="420"/>
                  <a:pt x="438" y="401"/>
                  <a:pt x="449" y="391"/>
                </a:cubicBezTo>
                <a:cubicBezTo>
                  <a:pt x="456" y="384"/>
                  <a:pt x="467" y="379"/>
                  <a:pt x="477" y="379"/>
                </a:cubicBezTo>
                <a:cubicBezTo>
                  <a:pt x="482" y="379"/>
                  <a:pt x="487" y="380"/>
                  <a:pt x="490" y="382"/>
                </a:cubicBezTo>
                <a:lnTo>
                  <a:pt x="705" y="167"/>
                </a:lnTo>
                <a:cubicBezTo>
                  <a:pt x="732" y="140"/>
                  <a:pt x="732" y="97"/>
                  <a:pt x="705" y="7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4574382" y="449878"/>
            <a:ext cx="30432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质量门禁三命令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标题 1"/>
          <p:cNvSpPr txBox="1"/>
          <p:nvPr/>
        </p:nvSpPr>
        <p:spPr>
          <a:xfrm>
            <a:off x="4024751" y="890576"/>
            <a:ext cx="4142498" cy="33520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GATE-DEPLOY-ACCEPT</a:t>
            </a:r>
            <a:endParaRPr lang="zh-CN" altLang="en-US" sz="105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988" b="111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169091" y="0"/>
            <a:ext cx="1538883" cy="694966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CN" sz="8800" spc="600" dirty="0">
                <a:solidFill>
                  <a:schemeClr val="bg1">
                    <a:alpha val="19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sz="8800" spc="600" dirty="0">
              <a:solidFill>
                <a:schemeClr val="bg1">
                  <a:alpha val="19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6"/>
          <p:cNvSpPr/>
          <p:nvPr/>
        </p:nvSpPr>
        <p:spPr>
          <a:xfrm>
            <a:off x="3242260" y="2087880"/>
            <a:ext cx="5707480" cy="1880324"/>
          </a:xfrm>
          <a:custGeom>
            <a:avLst/>
            <a:gdLst>
              <a:gd name="connsiteX0" fmla="*/ 0 w 5138768"/>
              <a:gd name="connsiteY0" fmla="*/ 0 h 1211357"/>
              <a:gd name="connsiteX1" fmla="*/ 5138768 w 5138768"/>
              <a:gd name="connsiteY1" fmla="*/ 0 h 1211357"/>
              <a:gd name="connsiteX2" fmla="*/ 5138768 w 5138768"/>
              <a:gd name="connsiteY2" fmla="*/ 1211357 h 1211357"/>
              <a:gd name="connsiteX3" fmla="*/ 0 w 5138768"/>
              <a:gd name="connsiteY3" fmla="*/ 1211357 h 1211357"/>
              <a:gd name="connsiteX4" fmla="*/ 0 w 5138768"/>
              <a:gd name="connsiteY4" fmla="*/ 0 h 1211357"/>
              <a:gd name="connsiteX0-1" fmla="*/ 0 w 5350641"/>
              <a:gd name="connsiteY0-2" fmla="*/ 345688 h 1557045"/>
              <a:gd name="connsiteX1-3" fmla="*/ 5350641 w 5350641"/>
              <a:gd name="connsiteY1-4" fmla="*/ 0 h 1557045"/>
              <a:gd name="connsiteX2-5" fmla="*/ 5138768 w 5350641"/>
              <a:gd name="connsiteY2-6" fmla="*/ 1557045 h 1557045"/>
              <a:gd name="connsiteX3-7" fmla="*/ 0 w 5350641"/>
              <a:gd name="connsiteY3-8" fmla="*/ 1557045 h 1557045"/>
              <a:gd name="connsiteX4-9" fmla="*/ 0 w 5350641"/>
              <a:gd name="connsiteY4-10" fmla="*/ 345688 h 1557045"/>
              <a:gd name="connsiteX0-11" fmla="*/ 0 w 5707480"/>
              <a:gd name="connsiteY0-12" fmla="*/ 345688 h 1579347"/>
              <a:gd name="connsiteX1-13" fmla="*/ 5350641 w 5707480"/>
              <a:gd name="connsiteY1-14" fmla="*/ 0 h 1579347"/>
              <a:gd name="connsiteX2-15" fmla="*/ 5707480 w 5707480"/>
              <a:gd name="connsiteY2-16" fmla="*/ 1579347 h 1579347"/>
              <a:gd name="connsiteX3-17" fmla="*/ 0 w 5707480"/>
              <a:gd name="connsiteY3-18" fmla="*/ 1557045 h 1579347"/>
              <a:gd name="connsiteX4-19" fmla="*/ 0 w 5707480"/>
              <a:gd name="connsiteY4-20" fmla="*/ 345688 h 157934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5707480" h="1579347">
                <a:moveTo>
                  <a:pt x="0" y="345688"/>
                </a:moveTo>
                <a:lnTo>
                  <a:pt x="5350641" y="0"/>
                </a:lnTo>
                <a:lnTo>
                  <a:pt x="5707480" y="1579347"/>
                </a:lnTo>
                <a:lnTo>
                  <a:pt x="0" y="1557045"/>
                </a:lnTo>
                <a:lnTo>
                  <a:pt x="0" y="345688"/>
                </a:ln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8" name="标题 1"/>
          <p:cNvSpPr txBox="1"/>
          <p:nvPr/>
        </p:nvSpPr>
        <p:spPr>
          <a:xfrm>
            <a:off x="3389134" y="2702157"/>
            <a:ext cx="5413732" cy="65420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 多项目验证</a:t>
            </a:r>
            <a:endParaRPr lang="zh-CN" altLang="en-US" sz="4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标题 1"/>
          <p:cNvSpPr txBox="1"/>
          <p:nvPr/>
        </p:nvSpPr>
        <p:spPr>
          <a:xfrm>
            <a:off x="3525064" y="3448029"/>
            <a:ext cx="5141872" cy="49202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VERIFIED METHODOLOGY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4250055" y="4186555"/>
            <a:ext cx="1845945" cy="1753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4个系统验证
部门已推广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6234430" y="4191000"/>
            <a:ext cx="1737995" cy="1753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证据可核验
时间戳真实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PA_库_矩形 5"/>
          <p:cNvSpPr/>
          <p:nvPr>
            <p:custDataLst>
              <p:tags r:id="rId2"/>
            </p:custDataLst>
          </p:nvPr>
        </p:nvSpPr>
        <p:spPr>
          <a:xfrm>
            <a:off x="207485" y="218308"/>
            <a:ext cx="11777030" cy="6421384"/>
          </a:xfrm>
          <a:prstGeom prst="rect">
            <a:avLst/>
          </a:prstGeom>
          <a:noFill/>
          <a:ln>
            <a:gradFill flip="none" rotWithShape="1">
              <a:gsLst>
                <a:gs pos="0">
                  <a:srgbClr val="AB442C"/>
                </a:gs>
                <a:gs pos="39000">
                  <a:srgbClr val="E5BE8B"/>
                </a:gs>
                <a:gs pos="69000">
                  <a:srgbClr val="90316F"/>
                </a:gs>
                <a:gs pos="100000">
                  <a:srgbClr val="2B8F94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971615" y="2745042"/>
            <a:ext cx="4232675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8700" dirty="0" smtClean="0">
                <a:solidFill>
                  <a:schemeClr val="bg1">
                    <a:alpha val="2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04</a:t>
            </a:r>
            <a:endParaRPr lang="zh-CN" altLang="en-US" sz="28700" dirty="0">
              <a:solidFill>
                <a:schemeClr val="bg1">
                  <a:alpha val="2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íṣľïdê"/>
          <p:cNvSpPr/>
          <p:nvPr/>
        </p:nvSpPr>
        <p:spPr bwMode="auto">
          <a:xfrm>
            <a:off x="-1587" y="3709283"/>
            <a:ext cx="12193588" cy="2434342"/>
          </a:xfrm>
          <a:prstGeom prst="rect">
            <a:avLst/>
          </a:prstGeom>
          <a:solidFill>
            <a:schemeClr val="bg1">
              <a:lumMod val="85000"/>
              <a:alpha val="50000"/>
            </a:schemeClr>
          </a:solidFill>
          <a:ln w="381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dk1"/>
              </a:solidFill>
            </a:endParaRPr>
          </a:p>
        </p:txBody>
      </p:sp>
      <p:grpSp>
        <p:nvGrpSpPr>
          <p:cNvPr id="7" name="iSḷiḓê"/>
          <p:cNvGrpSpPr/>
          <p:nvPr>
            <p:custDataLst>
              <p:tags r:id="rId1"/>
            </p:custDataLst>
          </p:nvPr>
        </p:nvGrpSpPr>
        <p:grpSpPr>
          <a:xfrm>
            <a:off x="4697175" y="2698891"/>
            <a:ext cx="2772617" cy="2137740"/>
            <a:chOff x="3016250" y="2076450"/>
            <a:chExt cx="4578350" cy="3022598"/>
          </a:xfrm>
        </p:grpSpPr>
        <p:sp>
          <p:nvSpPr>
            <p:cNvPr id="26" name="iṩḷïḑê"/>
            <p:cNvSpPr/>
            <p:nvPr>
              <p:custDataLst>
                <p:tags r:id="rId2"/>
              </p:custDataLst>
            </p:nvPr>
          </p:nvSpPr>
          <p:spPr>
            <a:xfrm flipV="1">
              <a:off x="3016250" y="4803773"/>
              <a:ext cx="4578350" cy="29527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bg1">
                <a:lumMod val="75000"/>
              </a:schemeClr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27" name="íṣlîḓé"/>
            <p:cNvSpPr/>
            <p:nvPr>
              <p:custDataLst>
                <p:tags r:id="rId3"/>
              </p:custDataLst>
            </p:nvPr>
          </p:nvSpPr>
          <p:spPr>
            <a:xfrm>
              <a:off x="3152775" y="2076450"/>
              <a:ext cx="4305300" cy="2505075"/>
            </a:xfrm>
            <a:prstGeom prst="roundRect">
              <a:avLst>
                <a:gd name="adj" fmla="val 11344"/>
              </a:avLst>
            </a:prstGeom>
            <a:solidFill>
              <a:schemeClr val="bg1">
                <a:lumMod val="75000"/>
              </a:schemeClr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28" name="ïŝ1íḍê"/>
            <p:cNvSpPr/>
            <p:nvPr>
              <p:custDataLst>
                <p:tags r:id="rId4"/>
              </p:custDataLst>
            </p:nvPr>
          </p:nvSpPr>
          <p:spPr>
            <a:xfrm>
              <a:off x="3282950" y="2182812"/>
              <a:ext cx="4044950" cy="2292350"/>
            </a:xfrm>
            <a:prstGeom prst="roundRect">
              <a:avLst>
                <a:gd name="adj" fmla="val 11344"/>
              </a:avLst>
            </a:prstGeom>
            <a:solidFill>
              <a:schemeClr val="bg1">
                <a:lumMod val="95000"/>
              </a:schemeClr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</p:grpSp>
      <p:sp>
        <p:nvSpPr>
          <p:cNvPr id="8" name="íšľîḍé"/>
          <p:cNvSpPr/>
          <p:nvPr>
            <p:custDataLst>
              <p:tags r:id="rId5"/>
            </p:custDataLst>
          </p:nvPr>
        </p:nvSpPr>
        <p:spPr>
          <a:xfrm>
            <a:off x="3626216" y="3339000"/>
            <a:ext cx="862861" cy="862861"/>
          </a:xfrm>
          <a:prstGeom prst="ellipse">
            <a:avLst/>
          </a:prstGeom>
          <a:solidFill>
            <a:srgbClr val="C00000"/>
          </a:solidFill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9" name="ïšlíḓé"/>
          <p:cNvSpPr/>
          <p:nvPr>
            <p:custDataLst>
              <p:tags r:id="rId6"/>
            </p:custDataLst>
          </p:nvPr>
        </p:nvSpPr>
        <p:spPr>
          <a:xfrm>
            <a:off x="7702923" y="3339000"/>
            <a:ext cx="862861" cy="862861"/>
          </a:xfrm>
          <a:prstGeom prst="ellipse">
            <a:avLst/>
          </a:prstGeom>
          <a:solidFill>
            <a:srgbClr val="C00000"/>
          </a:solidFill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10" name="ïṥḷiḑé"/>
          <p:cNvSpPr/>
          <p:nvPr>
            <p:custDataLst>
              <p:tags r:id="rId7"/>
            </p:custDataLst>
          </p:nvPr>
        </p:nvSpPr>
        <p:spPr>
          <a:xfrm>
            <a:off x="4512633" y="2154688"/>
            <a:ext cx="863402" cy="863402"/>
          </a:xfrm>
          <a:prstGeom prst="ellipse">
            <a:avLst/>
          </a:prstGeom>
          <a:solidFill>
            <a:srgbClr val="C00000"/>
          </a:solidFill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11" name="îsliďê"/>
          <p:cNvSpPr/>
          <p:nvPr>
            <p:custDataLst>
              <p:tags r:id="rId8"/>
            </p:custDataLst>
          </p:nvPr>
        </p:nvSpPr>
        <p:spPr>
          <a:xfrm>
            <a:off x="6790932" y="2154688"/>
            <a:ext cx="863402" cy="863402"/>
          </a:xfrm>
          <a:prstGeom prst="ellipse">
            <a:avLst/>
          </a:prstGeom>
          <a:solidFill>
            <a:srgbClr val="C00000"/>
          </a:solidFill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12" name="îşļide"/>
          <p:cNvSpPr/>
          <p:nvPr>
            <p:custDataLst>
              <p:tags r:id="rId9"/>
            </p:custDataLst>
          </p:nvPr>
        </p:nvSpPr>
        <p:spPr bwMode="auto">
          <a:xfrm>
            <a:off x="7114582" y="2406738"/>
            <a:ext cx="199613" cy="359303"/>
          </a:xfrm>
          <a:custGeom>
            <a:avLst/>
            <a:gdLst>
              <a:gd name="T0" fmla="*/ 159 w 159"/>
              <a:gd name="T1" fmla="*/ 50 h 286"/>
              <a:gd name="T2" fmla="*/ 114 w 159"/>
              <a:gd name="T3" fmla="*/ 50 h 286"/>
              <a:gd name="T4" fmla="*/ 114 w 159"/>
              <a:gd name="T5" fmla="*/ 50 h 286"/>
              <a:gd name="T6" fmla="*/ 111 w 159"/>
              <a:gd name="T7" fmla="*/ 51 h 286"/>
              <a:gd name="T8" fmla="*/ 107 w 159"/>
              <a:gd name="T9" fmla="*/ 54 h 286"/>
              <a:gd name="T10" fmla="*/ 103 w 159"/>
              <a:gd name="T11" fmla="*/ 60 h 286"/>
              <a:gd name="T12" fmla="*/ 102 w 159"/>
              <a:gd name="T13" fmla="*/ 66 h 286"/>
              <a:gd name="T14" fmla="*/ 102 w 159"/>
              <a:gd name="T15" fmla="*/ 99 h 286"/>
              <a:gd name="T16" fmla="*/ 159 w 159"/>
              <a:gd name="T17" fmla="*/ 99 h 286"/>
              <a:gd name="T18" fmla="*/ 159 w 159"/>
              <a:gd name="T19" fmla="*/ 146 h 286"/>
              <a:gd name="T20" fmla="*/ 102 w 159"/>
              <a:gd name="T21" fmla="*/ 146 h 286"/>
              <a:gd name="T22" fmla="*/ 102 w 159"/>
              <a:gd name="T23" fmla="*/ 286 h 286"/>
              <a:gd name="T24" fmla="*/ 50 w 159"/>
              <a:gd name="T25" fmla="*/ 286 h 286"/>
              <a:gd name="T26" fmla="*/ 50 w 159"/>
              <a:gd name="T27" fmla="*/ 146 h 286"/>
              <a:gd name="T28" fmla="*/ 0 w 159"/>
              <a:gd name="T29" fmla="*/ 146 h 286"/>
              <a:gd name="T30" fmla="*/ 0 w 159"/>
              <a:gd name="T31" fmla="*/ 99 h 286"/>
              <a:gd name="T32" fmla="*/ 50 w 159"/>
              <a:gd name="T33" fmla="*/ 99 h 286"/>
              <a:gd name="T34" fmla="*/ 50 w 159"/>
              <a:gd name="T35" fmla="*/ 71 h 286"/>
              <a:gd name="T36" fmla="*/ 50 w 159"/>
              <a:gd name="T37" fmla="*/ 71 h 286"/>
              <a:gd name="T38" fmla="*/ 50 w 159"/>
              <a:gd name="T39" fmla="*/ 64 h 286"/>
              <a:gd name="T40" fmla="*/ 51 w 159"/>
              <a:gd name="T41" fmla="*/ 57 h 286"/>
              <a:gd name="T42" fmla="*/ 52 w 159"/>
              <a:gd name="T43" fmla="*/ 50 h 286"/>
              <a:gd name="T44" fmla="*/ 54 w 159"/>
              <a:gd name="T45" fmla="*/ 43 h 286"/>
              <a:gd name="T46" fmla="*/ 57 w 159"/>
              <a:gd name="T47" fmla="*/ 37 h 286"/>
              <a:gd name="T48" fmla="*/ 60 w 159"/>
              <a:gd name="T49" fmla="*/ 31 h 286"/>
              <a:gd name="T50" fmla="*/ 63 w 159"/>
              <a:gd name="T51" fmla="*/ 26 h 286"/>
              <a:gd name="T52" fmla="*/ 67 w 159"/>
              <a:gd name="T53" fmla="*/ 21 h 286"/>
              <a:gd name="T54" fmla="*/ 72 w 159"/>
              <a:gd name="T55" fmla="*/ 16 h 286"/>
              <a:gd name="T56" fmla="*/ 78 w 159"/>
              <a:gd name="T57" fmla="*/ 12 h 286"/>
              <a:gd name="T58" fmla="*/ 83 w 159"/>
              <a:gd name="T59" fmla="*/ 8 h 286"/>
              <a:gd name="T60" fmla="*/ 88 w 159"/>
              <a:gd name="T61" fmla="*/ 5 h 286"/>
              <a:gd name="T62" fmla="*/ 94 w 159"/>
              <a:gd name="T63" fmla="*/ 3 h 286"/>
              <a:gd name="T64" fmla="*/ 100 w 159"/>
              <a:gd name="T65" fmla="*/ 1 h 286"/>
              <a:gd name="T66" fmla="*/ 108 w 159"/>
              <a:gd name="T67" fmla="*/ 0 h 286"/>
              <a:gd name="T68" fmla="*/ 114 w 159"/>
              <a:gd name="T69" fmla="*/ 0 h 286"/>
              <a:gd name="T70" fmla="*/ 159 w 159"/>
              <a:gd name="T71" fmla="*/ 0 h 286"/>
              <a:gd name="T72" fmla="*/ 159 w 159"/>
              <a:gd name="T73" fmla="*/ 50 h 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59" h="286">
                <a:moveTo>
                  <a:pt x="159" y="50"/>
                </a:moveTo>
                <a:lnTo>
                  <a:pt x="114" y="50"/>
                </a:lnTo>
                <a:lnTo>
                  <a:pt x="114" y="50"/>
                </a:lnTo>
                <a:lnTo>
                  <a:pt x="111" y="51"/>
                </a:lnTo>
                <a:lnTo>
                  <a:pt x="107" y="54"/>
                </a:lnTo>
                <a:lnTo>
                  <a:pt x="103" y="60"/>
                </a:lnTo>
                <a:lnTo>
                  <a:pt x="102" y="66"/>
                </a:lnTo>
                <a:lnTo>
                  <a:pt x="102" y="99"/>
                </a:lnTo>
                <a:lnTo>
                  <a:pt x="159" y="99"/>
                </a:lnTo>
                <a:lnTo>
                  <a:pt x="159" y="146"/>
                </a:lnTo>
                <a:lnTo>
                  <a:pt x="102" y="146"/>
                </a:lnTo>
                <a:lnTo>
                  <a:pt x="102" y="286"/>
                </a:lnTo>
                <a:lnTo>
                  <a:pt x="50" y="286"/>
                </a:lnTo>
                <a:lnTo>
                  <a:pt x="50" y="146"/>
                </a:lnTo>
                <a:lnTo>
                  <a:pt x="0" y="146"/>
                </a:lnTo>
                <a:lnTo>
                  <a:pt x="0" y="99"/>
                </a:lnTo>
                <a:lnTo>
                  <a:pt x="50" y="99"/>
                </a:lnTo>
                <a:lnTo>
                  <a:pt x="50" y="71"/>
                </a:lnTo>
                <a:lnTo>
                  <a:pt x="50" y="71"/>
                </a:lnTo>
                <a:lnTo>
                  <a:pt x="50" y="64"/>
                </a:lnTo>
                <a:lnTo>
                  <a:pt x="51" y="57"/>
                </a:lnTo>
                <a:lnTo>
                  <a:pt x="52" y="50"/>
                </a:lnTo>
                <a:lnTo>
                  <a:pt x="54" y="43"/>
                </a:lnTo>
                <a:lnTo>
                  <a:pt x="57" y="37"/>
                </a:lnTo>
                <a:lnTo>
                  <a:pt x="60" y="31"/>
                </a:lnTo>
                <a:lnTo>
                  <a:pt x="63" y="26"/>
                </a:lnTo>
                <a:lnTo>
                  <a:pt x="67" y="21"/>
                </a:lnTo>
                <a:lnTo>
                  <a:pt x="72" y="16"/>
                </a:lnTo>
                <a:lnTo>
                  <a:pt x="78" y="12"/>
                </a:lnTo>
                <a:lnTo>
                  <a:pt x="83" y="8"/>
                </a:lnTo>
                <a:lnTo>
                  <a:pt x="88" y="5"/>
                </a:lnTo>
                <a:lnTo>
                  <a:pt x="94" y="3"/>
                </a:lnTo>
                <a:lnTo>
                  <a:pt x="100" y="1"/>
                </a:lnTo>
                <a:lnTo>
                  <a:pt x="108" y="0"/>
                </a:lnTo>
                <a:lnTo>
                  <a:pt x="114" y="0"/>
                </a:lnTo>
                <a:lnTo>
                  <a:pt x="159" y="0"/>
                </a:lnTo>
                <a:lnTo>
                  <a:pt x="159" y="5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/>
          <a:lstStyle/>
          <a:p>
            <a:pPr algn="ctr"/>
          </a:p>
        </p:txBody>
      </p:sp>
      <p:sp>
        <p:nvSpPr>
          <p:cNvPr id="13" name="íSlîḑe"/>
          <p:cNvSpPr/>
          <p:nvPr>
            <p:custDataLst>
              <p:tags r:id="rId10"/>
            </p:custDataLst>
          </p:nvPr>
        </p:nvSpPr>
        <p:spPr bwMode="auto">
          <a:xfrm>
            <a:off x="3881412" y="3620721"/>
            <a:ext cx="364295" cy="299419"/>
          </a:xfrm>
          <a:custGeom>
            <a:avLst/>
            <a:gdLst>
              <a:gd name="T0" fmla="*/ 285 w 293"/>
              <a:gd name="T1" fmla="*/ 32 h 238"/>
              <a:gd name="T2" fmla="*/ 259 w 293"/>
              <a:gd name="T3" fmla="*/ 38 h 238"/>
              <a:gd name="T4" fmla="*/ 275 w 293"/>
              <a:gd name="T5" fmla="*/ 24 h 238"/>
              <a:gd name="T6" fmla="*/ 285 w 293"/>
              <a:gd name="T7" fmla="*/ 4 h 238"/>
              <a:gd name="T8" fmla="*/ 257 w 293"/>
              <a:gd name="T9" fmla="*/ 16 h 238"/>
              <a:gd name="T10" fmla="*/ 237 w 293"/>
              <a:gd name="T11" fmla="*/ 11 h 238"/>
              <a:gd name="T12" fmla="*/ 216 w 293"/>
              <a:gd name="T13" fmla="*/ 1 h 238"/>
              <a:gd name="T14" fmla="*/ 203 w 293"/>
              <a:gd name="T15" fmla="*/ 0 h 238"/>
              <a:gd name="T16" fmla="*/ 179 w 293"/>
              <a:gd name="T17" fmla="*/ 5 h 238"/>
              <a:gd name="T18" fmla="*/ 154 w 293"/>
              <a:gd name="T19" fmla="*/ 27 h 238"/>
              <a:gd name="T20" fmla="*/ 143 w 293"/>
              <a:gd name="T21" fmla="*/ 54 h 238"/>
              <a:gd name="T22" fmla="*/ 143 w 293"/>
              <a:gd name="T23" fmla="*/ 67 h 238"/>
              <a:gd name="T24" fmla="*/ 126 w 293"/>
              <a:gd name="T25" fmla="*/ 72 h 238"/>
              <a:gd name="T26" fmla="*/ 75 w 293"/>
              <a:gd name="T27" fmla="*/ 55 h 238"/>
              <a:gd name="T28" fmla="*/ 33 w 293"/>
              <a:gd name="T29" fmla="*/ 24 h 238"/>
              <a:gd name="T30" fmla="*/ 17 w 293"/>
              <a:gd name="T31" fmla="*/ 17 h 238"/>
              <a:gd name="T32" fmla="*/ 12 w 293"/>
              <a:gd name="T33" fmla="*/ 41 h 238"/>
              <a:gd name="T34" fmla="*/ 14 w 293"/>
              <a:gd name="T35" fmla="*/ 57 h 238"/>
              <a:gd name="T36" fmla="*/ 23 w 293"/>
              <a:gd name="T37" fmla="*/ 76 h 238"/>
              <a:gd name="T38" fmla="*/ 39 w 293"/>
              <a:gd name="T39" fmla="*/ 91 h 238"/>
              <a:gd name="T40" fmla="*/ 25 w 293"/>
              <a:gd name="T41" fmla="*/ 89 h 238"/>
              <a:gd name="T42" fmla="*/ 12 w 293"/>
              <a:gd name="T43" fmla="*/ 84 h 238"/>
              <a:gd name="T44" fmla="*/ 13 w 293"/>
              <a:gd name="T45" fmla="*/ 95 h 238"/>
              <a:gd name="T46" fmla="*/ 25 w 293"/>
              <a:gd name="T47" fmla="*/ 123 h 238"/>
              <a:gd name="T48" fmla="*/ 50 w 293"/>
              <a:gd name="T49" fmla="*/ 140 h 238"/>
              <a:gd name="T50" fmla="*/ 52 w 293"/>
              <a:gd name="T51" fmla="*/ 145 h 238"/>
              <a:gd name="T52" fmla="*/ 33 w 293"/>
              <a:gd name="T53" fmla="*/ 145 h 238"/>
              <a:gd name="T54" fmla="*/ 41 w 293"/>
              <a:gd name="T55" fmla="*/ 161 h 238"/>
              <a:gd name="T56" fmla="*/ 62 w 293"/>
              <a:gd name="T57" fmla="*/ 179 h 238"/>
              <a:gd name="T58" fmla="*/ 89 w 293"/>
              <a:gd name="T59" fmla="*/ 186 h 238"/>
              <a:gd name="T60" fmla="*/ 73 w 293"/>
              <a:gd name="T61" fmla="*/ 197 h 238"/>
              <a:gd name="T62" fmla="*/ 45 w 293"/>
              <a:gd name="T63" fmla="*/ 208 h 238"/>
              <a:gd name="T64" fmla="*/ 14 w 293"/>
              <a:gd name="T65" fmla="*/ 212 h 238"/>
              <a:gd name="T66" fmla="*/ 0 w 293"/>
              <a:gd name="T67" fmla="*/ 211 h 238"/>
              <a:gd name="T68" fmla="*/ 32 w 293"/>
              <a:gd name="T69" fmla="*/ 227 h 238"/>
              <a:gd name="T70" fmla="*/ 68 w 293"/>
              <a:gd name="T71" fmla="*/ 237 h 238"/>
              <a:gd name="T72" fmla="*/ 93 w 293"/>
              <a:gd name="T73" fmla="*/ 238 h 238"/>
              <a:gd name="T74" fmla="*/ 149 w 293"/>
              <a:gd name="T75" fmla="*/ 229 h 238"/>
              <a:gd name="T76" fmla="*/ 195 w 293"/>
              <a:gd name="T77" fmla="*/ 205 h 238"/>
              <a:gd name="T78" fmla="*/ 229 w 293"/>
              <a:gd name="T79" fmla="*/ 169 h 238"/>
              <a:gd name="T80" fmla="*/ 252 w 293"/>
              <a:gd name="T81" fmla="*/ 127 h 238"/>
              <a:gd name="T82" fmla="*/ 262 w 293"/>
              <a:gd name="T83" fmla="*/ 82 h 238"/>
              <a:gd name="T84" fmla="*/ 263 w 293"/>
              <a:gd name="T85" fmla="*/ 59 h 238"/>
              <a:gd name="T86" fmla="*/ 280 w 293"/>
              <a:gd name="T87" fmla="*/ 45 h 238"/>
              <a:gd name="T88" fmla="*/ 293 w 293"/>
              <a:gd name="T89" fmla="*/ 28 h 2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293" h="238">
                <a:moveTo>
                  <a:pt x="293" y="28"/>
                </a:moveTo>
                <a:lnTo>
                  <a:pt x="293" y="28"/>
                </a:lnTo>
                <a:lnTo>
                  <a:pt x="285" y="32"/>
                </a:lnTo>
                <a:lnTo>
                  <a:pt x="277" y="34"/>
                </a:lnTo>
                <a:lnTo>
                  <a:pt x="267" y="36"/>
                </a:lnTo>
                <a:lnTo>
                  <a:pt x="259" y="38"/>
                </a:lnTo>
                <a:lnTo>
                  <a:pt x="259" y="38"/>
                </a:lnTo>
                <a:lnTo>
                  <a:pt x="267" y="31"/>
                </a:lnTo>
                <a:lnTo>
                  <a:pt x="275" y="24"/>
                </a:lnTo>
                <a:lnTo>
                  <a:pt x="281" y="14"/>
                </a:lnTo>
                <a:lnTo>
                  <a:pt x="285" y="4"/>
                </a:lnTo>
                <a:lnTo>
                  <a:pt x="285" y="4"/>
                </a:lnTo>
                <a:lnTo>
                  <a:pt x="277" y="9"/>
                </a:lnTo>
                <a:lnTo>
                  <a:pt x="266" y="13"/>
                </a:lnTo>
                <a:lnTo>
                  <a:pt x="257" y="16"/>
                </a:lnTo>
                <a:lnTo>
                  <a:pt x="247" y="18"/>
                </a:lnTo>
                <a:lnTo>
                  <a:pt x="247" y="18"/>
                </a:lnTo>
                <a:lnTo>
                  <a:pt x="237" y="11"/>
                </a:lnTo>
                <a:lnTo>
                  <a:pt x="227" y="5"/>
                </a:lnTo>
                <a:lnTo>
                  <a:pt x="222" y="3"/>
                </a:lnTo>
                <a:lnTo>
                  <a:pt x="216" y="1"/>
                </a:lnTo>
                <a:lnTo>
                  <a:pt x="209" y="0"/>
                </a:lnTo>
                <a:lnTo>
                  <a:pt x="203" y="0"/>
                </a:lnTo>
                <a:lnTo>
                  <a:pt x="203" y="0"/>
                </a:lnTo>
                <a:lnTo>
                  <a:pt x="197" y="0"/>
                </a:lnTo>
                <a:lnTo>
                  <a:pt x="191" y="1"/>
                </a:lnTo>
                <a:lnTo>
                  <a:pt x="179" y="5"/>
                </a:lnTo>
                <a:lnTo>
                  <a:pt x="169" y="10"/>
                </a:lnTo>
                <a:lnTo>
                  <a:pt x="161" y="17"/>
                </a:lnTo>
                <a:lnTo>
                  <a:pt x="154" y="27"/>
                </a:lnTo>
                <a:lnTo>
                  <a:pt x="147" y="37"/>
                </a:lnTo>
                <a:lnTo>
                  <a:pt x="144" y="48"/>
                </a:lnTo>
                <a:lnTo>
                  <a:pt x="143" y="54"/>
                </a:lnTo>
                <a:lnTo>
                  <a:pt x="143" y="60"/>
                </a:lnTo>
                <a:lnTo>
                  <a:pt x="143" y="60"/>
                </a:lnTo>
                <a:lnTo>
                  <a:pt x="143" y="67"/>
                </a:lnTo>
                <a:lnTo>
                  <a:pt x="144" y="74"/>
                </a:lnTo>
                <a:lnTo>
                  <a:pt x="144" y="74"/>
                </a:lnTo>
                <a:lnTo>
                  <a:pt x="126" y="72"/>
                </a:lnTo>
                <a:lnTo>
                  <a:pt x="108" y="68"/>
                </a:lnTo>
                <a:lnTo>
                  <a:pt x="92" y="63"/>
                </a:lnTo>
                <a:lnTo>
                  <a:pt x="75" y="55"/>
                </a:lnTo>
                <a:lnTo>
                  <a:pt x="59" y="46"/>
                </a:lnTo>
                <a:lnTo>
                  <a:pt x="45" y="36"/>
                </a:lnTo>
                <a:lnTo>
                  <a:pt x="33" y="24"/>
                </a:lnTo>
                <a:lnTo>
                  <a:pt x="20" y="11"/>
                </a:lnTo>
                <a:lnTo>
                  <a:pt x="20" y="11"/>
                </a:lnTo>
                <a:lnTo>
                  <a:pt x="17" y="17"/>
                </a:lnTo>
                <a:lnTo>
                  <a:pt x="15" y="26"/>
                </a:lnTo>
                <a:lnTo>
                  <a:pt x="13" y="33"/>
                </a:lnTo>
                <a:lnTo>
                  <a:pt x="12" y="41"/>
                </a:lnTo>
                <a:lnTo>
                  <a:pt x="12" y="41"/>
                </a:lnTo>
                <a:lnTo>
                  <a:pt x="13" y="48"/>
                </a:lnTo>
                <a:lnTo>
                  <a:pt x="14" y="57"/>
                </a:lnTo>
                <a:lnTo>
                  <a:pt x="17" y="63"/>
                </a:lnTo>
                <a:lnTo>
                  <a:pt x="20" y="70"/>
                </a:lnTo>
                <a:lnTo>
                  <a:pt x="23" y="76"/>
                </a:lnTo>
                <a:lnTo>
                  <a:pt x="28" y="81"/>
                </a:lnTo>
                <a:lnTo>
                  <a:pt x="34" y="87"/>
                </a:lnTo>
                <a:lnTo>
                  <a:pt x="39" y="91"/>
                </a:lnTo>
                <a:lnTo>
                  <a:pt x="39" y="91"/>
                </a:lnTo>
                <a:lnTo>
                  <a:pt x="32" y="91"/>
                </a:lnTo>
                <a:lnTo>
                  <a:pt x="25" y="89"/>
                </a:lnTo>
                <a:lnTo>
                  <a:pt x="18" y="87"/>
                </a:lnTo>
                <a:lnTo>
                  <a:pt x="12" y="84"/>
                </a:lnTo>
                <a:lnTo>
                  <a:pt x="12" y="84"/>
                </a:lnTo>
                <a:lnTo>
                  <a:pt x="12" y="85"/>
                </a:lnTo>
                <a:lnTo>
                  <a:pt x="12" y="85"/>
                </a:lnTo>
                <a:lnTo>
                  <a:pt x="13" y="95"/>
                </a:lnTo>
                <a:lnTo>
                  <a:pt x="16" y="105"/>
                </a:lnTo>
                <a:lnTo>
                  <a:pt x="20" y="115"/>
                </a:lnTo>
                <a:lnTo>
                  <a:pt x="25" y="123"/>
                </a:lnTo>
                <a:lnTo>
                  <a:pt x="33" y="130"/>
                </a:lnTo>
                <a:lnTo>
                  <a:pt x="41" y="136"/>
                </a:lnTo>
                <a:lnTo>
                  <a:pt x="50" y="140"/>
                </a:lnTo>
                <a:lnTo>
                  <a:pt x="60" y="143"/>
                </a:lnTo>
                <a:lnTo>
                  <a:pt x="60" y="143"/>
                </a:lnTo>
                <a:lnTo>
                  <a:pt x="52" y="145"/>
                </a:lnTo>
                <a:lnTo>
                  <a:pt x="44" y="146"/>
                </a:lnTo>
                <a:lnTo>
                  <a:pt x="44" y="146"/>
                </a:lnTo>
                <a:lnTo>
                  <a:pt x="33" y="145"/>
                </a:lnTo>
                <a:lnTo>
                  <a:pt x="33" y="145"/>
                </a:lnTo>
                <a:lnTo>
                  <a:pt x="37" y="153"/>
                </a:lnTo>
                <a:lnTo>
                  <a:pt x="41" y="161"/>
                </a:lnTo>
                <a:lnTo>
                  <a:pt x="47" y="168"/>
                </a:lnTo>
                <a:lnTo>
                  <a:pt x="54" y="175"/>
                </a:lnTo>
                <a:lnTo>
                  <a:pt x="62" y="179"/>
                </a:lnTo>
                <a:lnTo>
                  <a:pt x="71" y="183"/>
                </a:lnTo>
                <a:lnTo>
                  <a:pt x="79" y="185"/>
                </a:lnTo>
                <a:lnTo>
                  <a:pt x="89" y="186"/>
                </a:lnTo>
                <a:lnTo>
                  <a:pt x="89" y="186"/>
                </a:lnTo>
                <a:lnTo>
                  <a:pt x="81" y="192"/>
                </a:lnTo>
                <a:lnTo>
                  <a:pt x="73" y="197"/>
                </a:lnTo>
                <a:lnTo>
                  <a:pt x="64" y="201"/>
                </a:lnTo>
                <a:lnTo>
                  <a:pt x="54" y="206"/>
                </a:lnTo>
                <a:lnTo>
                  <a:pt x="45" y="208"/>
                </a:lnTo>
                <a:lnTo>
                  <a:pt x="35" y="210"/>
                </a:lnTo>
                <a:lnTo>
                  <a:pt x="25" y="212"/>
                </a:lnTo>
                <a:lnTo>
                  <a:pt x="14" y="212"/>
                </a:lnTo>
                <a:lnTo>
                  <a:pt x="14" y="212"/>
                </a:lnTo>
                <a:lnTo>
                  <a:pt x="0" y="211"/>
                </a:lnTo>
                <a:lnTo>
                  <a:pt x="0" y="211"/>
                </a:lnTo>
                <a:lnTo>
                  <a:pt x="10" y="217"/>
                </a:lnTo>
                <a:lnTo>
                  <a:pt x="21" y="222"/>
                </a:lnTo>
                <a:lnTo>
                  <a:pt x="32" y="227"/>
                </a:lnTo>
                <a:lnTo>
                  <a:pt x="44" y="231"/>
                </a:lnTo>
                <a:lnTo>
                  <a:pt x="55" y="235"/>
                </a:lnTo>
                <a:lnTo>
                  <a:pt x="68" y="237"/>
                </a:lnTo>
                <a:lnTo>
                  <a:pt x="80" y="238"/>
                </a:lnTo>
                <a:lnTo>
                  <a:pt x="93" y="238"/>
                </a:lnTo>
                <a:lnTo>
                  <a:pt x="93" y="238"/>
                </a:lnTo>
                <a:lnTo>
                  <a:pt x="112" y="237"/>
                </a:lnTo>
                <a:lnTo>
                  <a:pt x="132" y="233"/>
                </a:lnTo>
                <a:lnTo>
                  <a:pt x="149" y="229"/>
                </a:lnTo>
                <a:lnTo>
                  <a:pt x="166" y="222"/>
                </a:lnTo>
                <a:lnTo>
                  <a:pt x="180" y="215"/>
                </a:lnTo>
                <a:lnTo>
                  <a:pt x="195" y="205"/>
                </a:lnTo>
                <a:lnTo>
                  <a:pt x="207" y="194"/>
                </a:lnTo>
                <a:lnTo>
                  <a:pt x="220" y="183"/>
                </a:lnTo>
                <a:lnTo>
                  <a:pt x="229" y="169"/>
                </a:lnTo>
                <a:lnTo>
                  <a:pt x="238" y="156"/>
                </a:lnTo>
                <a:lnTo>
                  <a:pt x="246" y="141"/>
                </a:lnTo>
                <a:lnTo>
                  <a:pt x="252" y="127"/>
                </a:lnTo>
                <a:lnTo>
                  <a:pt x="257" y="112"/>
                </a:lnTo>
                <a:lnTo>
                  <a:pt x="260" y="97"/>
                </a:lnTo>
                <a:lnTo>
                  <a:pt x="262" y="82"/>
                </a:lnTo>
                <a:lnTo>
                  <a:pt x="263" y="67"/>
                </a:lnTo>
                <a:lnTo>
                  <a:pt x="263" y="67"/>
                </a:lnTo>
                <a:lnTo>
                  <a:pt x="263" y="59"/>
                </a:lnTo>
                <a:lnTo>
                  <a:pt x="263" y="59"/>
                </a:lnTo>
                <a:lnTo>
                  <a:pt x="271" y="52"/>
                </a:lnTo>
                <a:lnTo>
                  <a:pt x="280" y="45"/>
                </a:lnTo>
                <a:lnTo>
                  <a:pt x="287" y="37"/>
                </a:lnTo>
                <a:lnTo>
                  <a:pt x="293" y="28"/>
                </a:lnTo>
                <a:lnTo>
                  <a:pt x="293" y="2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/>
          <a:lstStyle/>
          <a:p>
            <a:pPr algn="ctr"/>
          </a:p>
        </p:txBody>
      </p:sp>
      <p:sp>
        <p:nvSpPr>
          <p:cNvPr id="14" name="íṣ1idé"/>
          <p:cNvSpPr/>
          <p:nvPr>
            <p:custDataLst>
              <p:tags r:id="rId11"/>
            </p:custDataLst>
          </p:nvPr>
        </p:nvSpPr>
        <p:spPr bwMode="auto">
          <a:xfrm>
            <a:off x="7979783" y="3606925"/>
            <a:ext cx="327619" cy="327010"/>
          </a:xfrm>
          <a:custGeom>
            <a:avLst/>
            <a:gdLst>
              <a:gd name="T0" fmla="*/ 164 w 204"/>
              <a:gd name="T1" fmla="*/ 0 h 204"/>
              <a:gd name="T2" fmla="*/ 39 w 204"/>
              <a:gd name="T3" fmla="*/ 0 h 204"/>
              <a:gd name="T4" fmla="*/ 0 w 204"/>
              <a:gd name="T5" fmla="*/ 39 h 204"/>
              <a:gd name="T6" fmla="*/ 0 w 204"/>
              <a:gd name="T7" fmla="*/ 81 h 204"/>
              <a:gd name="T8" fmla="*/ 0 w 204"/>
              <a:gd name="T9" fmla="*/ 164 h 204"/>
              <a:gd name="T10" fmla="*/ 39 w 204"/>
              <a:gd name="T11" fmla="*/ 204 h 204"/>
              <a:gd name="T12" fmla="*/ 164 w 204"/>
              <a:gd name="T13" fmla="*/ 204 h 204"/>
              <a:gd name="T14" fmla="*/ 204 w 204"/>
              <a:gd name="T15" fmla="*/ 164 h 204"/>
              <a:gd name="T16" fmla="*/ 204 w 204"/>
              <a:gd name="T17" fmla="*/ 81 h 204"/>
              <a:gd name="T18" fmla="*/ 204 w 204"/>
              <a:gd name="T19" fmla="*/ 39 h 204"/>
              <a:gd name="T20" fmla="*/ 164 w 204"/>
              <a:gd name="T21" fmla="*/ 0 h 204"/>
              <a:gd name="T22" fmla="*/ 176 w 204"/>
              <a:gd name="T23" fmla="*/ 23 h 204"/>
              <a:gd name="T24" fmla="*/ 180 w 204"/>
              <a:gd name="T25" fmla="*/ 23 h 204"/>
              <a:gd name="T26" fmla="*/ 180 w 204"/>
              <a:gd name="T27" fmla="*/ 28 h 204"/>
              <a:gd name="T28" fmla="*/ 180 w 204"/>
              <a:gd name="T29" fmla="*/ 58 h 204"/>
              <a:gd name="T30" fmla="*/ 146 w 204"/>
              <a:gd name="T31" fmla="*/ 58 h 204"/>
              <a:gd name="T32" fmla="*/ 146 w 204"/>
              <a:gd name="T33" fmla="*/ 24 h 204"/>
              <a:gd name="T34" fmla="*/ 176 w 204"/>
              <a:gd name="T35" fmla="*/ 23 h 204"/>
              <a:gd name="T36" fmla="*/ 73 w 204"/>
              <a:gd name="T37" fmla="*/ 81 h 204"/>
              <a:gd name="T38" fmla="*/ 102 w 204"/>
              <a:gd name="T39" fmla="*/ 66 h 204"/>
              <a:gd name="T40" fmla="*/ 131 w 204"/>
              <a:gd name="T41" fmla="*/ 81 h 204"/>
              <a:gd name="T42" fmla="*/ 138 w 204"/>
              <a:gd name="T43" fmla="*/ 102 h 204"/>
              <a:gd name="T44" fmla="*/ 102 w 204"/>
              <a:gd name="T45" fmla="*/ 138 h 204"/>
              <a:gd name="T46" fmla="*/ 66 w 204"/>
              <a:gd name="T47" fmla="*/ 102 h 204"/>
              <a:gd name="T48" fmla="*/ 73 w 204"/>
              <a:gd name="T49" fmla="*/ 81 h 204"/>
              <a:gd name="T50" fmla="*/ 184 w 204"/>
              <a:gd name="T51" fmla="*/ 164 h 204"/>
              <a:gd name="T52" fmla="*/ 164 w 204"/>
              <a:gd name="T53" fmla="*/ 184 h 204"/>
              <a:gd name="T54" fmla="*/ 39 w 204"/>
              <a:gd name="T55" fmla="*/ 184 h 204"/>
              <a:gd name="T56" fmla="*/ 20 w 204"/>
              <a:gd name="T57" fmla="*/ 164 h 204"/>
              <a:gd name="T58" fmla="*/ 20 w 204"/>
              <a:gd name="T59" fmla="*/ 81 h 204"/>
              <a:gd name="T60" fmla="*/ 50 w 204"/>
              <a:gd name="T61" fmla="*/ 81 h 204"/>
              <a:gd name="T62" fmla="*/ 46 w 204"/>
              <a:gd name="T63" fmla="*/ 102 h 204"/>
              <a:gd name="T64" fmla="*/ 102 w 204"/>
              <a:gd name="T65" fmla="*/ 158 h 204"/>
              <a:gd name="T66" fmla="*/ 157 w 204"/>
              <a:gd name="T67" fmla="*/ 102 h 204"/>
              <a:gd name="T68" fmla="*/ 153 w 204"/>
              <a:gd name="T69" fmla="*/ 81 h 204"/>
              <a:gd name="T70" fmla="*/ 184 w 204"/>
              <a:gd name="T71" fmla="*/ 81 h 204"/>
              <a:gd name="T72" fmla="*/ 184 w 204"/>
              <a:gd name="T73" fmla="*/ 164 h 2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204" h="204">
                <a:moveTo>
                  <a:pt x="164" y="0"/>
                </a:moveTo>
                <a:cubicBezTo>
                  <a:pt x="39" y="0"/>
                  <a:pt x="39" y="0"/>
                  <a:pt x="39" y="0"/>
                </a:cubicBezTo>
                <a:cubicBezTo>
                  <a:pt x="17" y="0"/>
                  <a:pt x="0" y="18"/>
                  <a:pt x="0" y="39"/>
                </a:cubicBezTo>
                <a:cubicBezTo>
                  <a:pt x="0" y="81"/>
                  <a:pt x="0" y="81"/>
                  <a:pt x="0" y="81"/>
                </a:cubicBezTo>
                <a:cubicBezTo>
                  <a:pt x="0" y="164"/>
                  <a:pt x="0" y="164"/>
                  <a:pt x="0" y="164"/>
                </a:cubicBezTo>
                <a:cubicBezTo>
                  <a:pt x="0" y="186"/>
                  <a:pt x="17" y="204"/>
                  <a:pt x="39" y="204"/>
                </a:cubicBezTo>
                <a:cubicBezTo>
                  <a:pt x="164" y="204"/>
                  <a:pt x="164" y="204"/>
                  <a:pt x="164" y="204"/>
                </a:cubicBezTo>
                <a:cubicBezTo>
                  <a:pt x="186" y="204"/>
                  <a:pt x="204" y="186"/>
                  <a:pt x="204" y="164"/>
                </a:cubicBezTo>
                <a:cubicBezTo>
                  <a:pt x="204" y="81"/>
                  <a:pt x="204" y="81"/>
                  <a:pt x="204" y="81"/>
                </a:cubicBezTo>
                <a:cubicBezTo>
                  <a:pt x="204" y="39"/>
                  <a:pt x="204" y="39"/>
                  <a:pt x="204" y="39"/>
                </a:cubicBezTo>
                <a:cubicBezTo>
                  <a:pt x="204" y="18"/>
                  <a:pt x="186" y="0"/>
                  <a:pt x="164" y="0"/>
                </a:cubicBezTo>
                <a:close/>
                <a:moveTo>
                  <a:pt x="176" y="23"/>
                </a:moveTo>
                <a:cubicBezTo>
                  <a:pt x="180" y="23"/>
                  <a:pt x="180" y="23"/>
                  <a:pt x="180" y="23"/>
                </a:cubicBezTo>
                <a:cubicBezTo>
                  <a:pt x="180" y="28"/>
                  <a:pt x="180" y="28"/>
                  <a:pt x="180" y="28"/>
                </a:cubicBezTo>
                <a:cubicBezTo>
                  <a:pt x="180" y="58"/>
                  <a:pt x="180" y="58"/>
                  <a:pt x="180" y="58"/>
                </a:cubicBezTo>
                <a:cubicBezTo>
                  <a:pt x="146" y="58"/>
                  <a:pt x="146" y="58"/>
                  <a:pt x="146" y="58"/>
                </a:cubicBezTo>
                <a:cubicBezTo>
                  <a:pt x="146" y="24"/>
                  <a:pt x="146" y="24"/>
                  <a:pt x="146" y="24"/>
                </a:cubicBezTo>
                <a:lnTo>
                  <a:pt x="176" y="23"/>
                </a:lnTo>
                <a:close/>
                <a:moveTo>
                  <a:pt x="73" y="81"/>
                </a:moveTo>
                <a:cubicBezTo>
                  <a:pt x="79" y="72"/>
                  <a:pt x="90" y="66"/>
                  <a:pt x="102" y="66"/>
                </a:cubicBezTo>
                <a:cubicBezTo>
                  <a:pt x="114" y="66"/>
                  <a:pt x="124" y="72"/>
                  <a:pt x="131" y="81"/>
                </a:cubicBezTo>
                <a:cubicBezTo>
                  <a:pt x="135" y="87"/>
                  <a:pt x="138" y="94"/>
                  <a:pt x="138" y="102"/>
                </a:cubicBezTo>
                <a:cubicBezTo>
                  <a:pt x="138" y="122"/>
                  <a:pt x="121" y="138"/>
                  <a:pt x="102" y="138"/>
                </a:cubicBezTo>
                <a:cubicBezTo>
                  <a:pt x="82" y="138"/>
                  <a:pt x="66" y="122"/>
                  <a:pt x="66" y="102"/>
                </a:cubicBezTo>
                <a:cubicBezTo>
                  <a:pt x="66" y="94"/>
                  <a:pt x="68" y="87"/>
                  <a:pt x="73" y="81"/>
                </a:cubicBezTo>
                <a:close/>
                <a:moveTo>
                  <a:pt x="184" y="164"/>
                </a:moveTo>
                <a:cubicBezTo>
                  <a:pt x="184" y="175"/>
                  <a:pt x="175" y="184"/>
                  <a:pt x="164" y="184"/>
                </a:cubicBezTo>
                <a:cubicBezTo>
                  <a:pt x="39" y="184"/>
                  <a:pt x="39" y="184"/>
                  <a:pt x="39" y="184"/>
                </a:cubicBezTo>
                <a:cubicBezTo>
                  <a:pt x="28" y="184"/>
                  <a:pt x="20" y="175"/>
                  <a:pt x="20" y="164"/>
                </a:cubicBezTo>
                <a:cubicBezTo>
                  <a:pt x="20" y="81"/>
                  <a:pt x="20" y="81"/>
                  <a:pt x="20" y="81"/>
                </a:cubicBezTo>
                <a:cubicBezTo>
                  <a:pt x="50" y="81"/>
                  <a:pt x="50" y="81"/>
                  <a:pt x="50" y="81"/>
                </a:cubicBezTo>
                <a:cubicBezTo>
                  <a:pt x="47" y="87"/>
                  <a:pt x="46" y="95"/>
                  <a:pt x="46" y="102"/>
                </a:cubicBezTo>
                <a:cubicBezTo>
                  <a:pt x="46" y="133"/>
                  <a:pt x="71" y="158"/>
                  <a:pt x="102" y="158"/>
                </a:cubicBezTo>
                <a:cubicBezTo>
                  <a:pt x="132" y="158"/>
                  <a:pt x="157" y="133"/>
                  <a:pt x="157" y="102"/>
                </a:cubicBezTo>
                <a:cubicBezTo>
                  <a:pt x="157" y="95"/>
                  <a:pt x="156" y="87"/>
                  <a:pt x="153" y="81"/>
                </a:cubicBezTo>
                <a:cubicBezTo>
                  <a:pt x="184" y="81"/>
                  <a:pt x="184" y="81"/>
                  <a:pt x="184" y="81"/>
                </a:cubicBezTo>
                <a:lnTo>
                  <a:pt x="184" y="1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/>
          <a:lstStyle/>
          <a:p>
            <a:pPr algn="ctr"/>
          </a:p>
        </p:txBody>
      </p:sp>
      <p:sp>
        <p:nvSpPr>
          <p:cNvPr id="15" name="îSḷíďe"/>
          <p:cNvSpPr/>
          <p:nvPr>
            <p:custDataLst>
              <p:tags r:id="rId12"/>
            </p:custDataLst>
          </p:nvPr>
        </p:nvSpPr>
        <p:spPr bwMode="auto">
          <a:xfrm>
            <a:off x="4753807" y="2396063"/>
            <a:ext cx="381053" cy="380653"/>
          </a:xfrm>
          <a:custGeom>
            <a:avLst/>
            <a:gdLst>
              <a:gd name="T0" fmla="*/ 374 w 400"/>
              <a:gd name="T1" fmla="*/ 100 h 400"/>
              <a:gd name="T2" fmla="*/ 301 w 400"/>
              <a:gd name="T3" fmla="*/ 27 h 400"/>
              <a:gd name="T4" fmla="*/ 200 w 400"/>
              <a:gd name="T5" fmla="*/ 0 h 400"/>
              <a:gd name="T6" fmla="*/ 100 w 400"/>
              <a:gd name="T7" fmla="*/ 27 h 400"/>
              <a:gd name="T8" fmla="*/ 27 w 400"/>
              <a:gd name="T9" fmla="*/ 100 h 400"/>
              <a:gd name="T10" fmla="*/ 0 w 400"/>
              <a:gd name="T11" fmla="*/ 200 h 400"/>
              <a:gd name="T12" fmla="*/ 27 w 400"/>
              <a:gd name="T13" fmla="*/ 301 h 400"/>
              <a:gd name="T14" fmla="*/ 100 w 400"/>
              <a:gd name="T15" fmla="*/ 374 h 400"/>
              <a:gd name="T16" fmla="*/ 200 w 400"/>
              <a:gd name="T17" fmla="*/ 400 h 400"/>
              <a:gd name="T18" fmla="*/ 301 w 400"/>
              <a:gd name="T19" fmla="*/ 374 h 400"/>
              <a:gd name="T20" fmla="*/ 374 w 400"/>
              <a:gd name="T21" fmla="*/ 301 h 400"/>
              <a:gd name="T22" fmla="*/ 400 w 400"/>
              <a:gd name="T23" fmla="*/ 200 h 400"/>
              <a:gd name="T24" fmla="*/ 374 w 400"/>
              <a:gd name="T25" fmla="*/ 100 h 400"/>
              <a:gd name="T26" fmla="*/ 330 w 400"/>
              <a:gd name="T27" fmla="*/ 170 h 400"/>
              <a:gd name="T28" fmla="*/ 188 w 400"/>
              <a:gd name="T29" fmla="*/ 311 h 400"/>
              <a:gd name="T30" fmla="*/ 176 w 400"/>
              <a:gd name="T31" fmla="*/ 316 h 400"/>
              <a:gd name="T32" fmla="*/ 165 w 400"/>
              <a:gd name="T33" fmla="*/ 311 h 400"/>
              <a:gd name="T34" fmla="*/ 70 w 400"/>
              <a:gd name="T35" fmla="*/ 217 h 400"/>
              <a:gd name="T36" fmla="*/ 66 w 400"/>
              <a:gd name="T37" fmla="*/ 205 h 400"/>
              <a:gd name="T38" fmla="*/ 70 w 400"/>
              <a:gd name="T39" fmla="*/ 193 h 400"/>
              <a:gd name="T40" fmla="*/ 94 w 400"/>
              <a:gd name="T41" fmla="*/ 170 h 400"/>
              <a:gd name="T42" fmla="*/ 106 w 400"/>
              <a:gd name="T43" fmla="*/ 165 h 400"/>
              <a:gd name="T44" fmla="*/ 118 w 400"/>
              <a:gd name="T45" fmla="*/ 170 h 400"/>
              <a:gd name="T46" fmla="*/ 176 w 400"/>
              <a:gd name="T47" fmla="*/ 229 h 400"/>
              <a:gd name="T48" fmla="*/ 283 w 400"/>
              <a:gd name="T49" fmla="*/ 123 h 400"/>
              <a:gd name="T50" fmla="*/ 295 w 400"/>
              <a:gd name="T51" fmla="*/ 118 h 400"/>
              <a:gd name="T52" fmla="*/ 306 w 400"/>
              <a:gd name="T53" fmla="*/ 123 h 400"/>
              <a:gd name="T54" fmla="*/ 330 w 400"/>
              <a:gd name="T55" fmla="*/ 146 h 400"/>
              <a:gd name="T56" fmla="*/ 335 w 400"/>
              <a:gd name="T57" fmla="*/ 158 h 400"/>
              <a:gd name="T58" fmla="*/ 330 w 400"/>
              <a:gd name="T59" fmla="*/ 170 h 400"/>
              <a:gd name="T60" fmla="*/ 330 w 400"/>
              <a:gd name="T61" fmla="*/ 170 h 400"/>
              <a:gd name="T62" fmla="*/ 330 w 400"/>
              <a:gd name="T63" fmla="*/ 170 h 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400" h="400">
                <a:moveTo>
                  <a:pt x="374" y="100"/>
                </a:moveTo>
                <a:cubicBezTo>
                  <a:pt x="356" y="69"/>
                  <a:pt x="331" y="45"/>
                  <a:pt x="301" y="27"/>
                </a:cubicBezTo>
                <a:cubicBezTo>
                  <a:pt x="270" y="9"/>
                  <a:pt x="237" y="0"/>
                  <a:pt x="200" y="0"/>
                </a:cubicBezTo>
                <a:cubicBezTo>
                  <a:pt x="164" y="0"/>
                  <a:pt x="130" y="9"/>
                  <a:pt x="100" y="27"/>
                </a:cubicBezTo>
                <a:cubicBezTo>
                  <a:pt x="69" y="45"/>
                  <a:pt x="45" y="69"/>
                  <a:pt x="27" y="100"/>
                </a:cubicBezTo>
                <a:cubicBezTo>
                  <a:pt x="9" y="130"/>
                  <a:pt x="0" y="164"/>
                  <a:pt x="0" y="200"/>
                </a:cubicBezTo>
                <a:cubicBezTo>
                  <a:pt x="0" y="237"/>
                  <a:pt x="9" y="270"/>
                  <a:pt x="27" y="301"/>
                </a:cubicBezTo>
                <a:cubicBezTo>
                  <a:pt x="45" y="331"/>
                  <a:pt x="69" y="356"/>
                  <a:pt x="100" y="374"/>
                </a:cubicBezTo>
                <a:cubicBezTo>
                  <a:pt x="130" y="391"/>
                  <a:pt x="164" y="400"/>
                  <a:pt x="200" y="400"/>
                </a:cubicBezTo>
                <a:cubicBezTo>
                  <a:pt x="237" y="400"/>
                  <a:pt x="270" y="391"/>
                  <a:pt x="301" y="374"/>
                </a:cubicBezTo>
                <a:cubicBezTo>
                  <a:pt x="331" y="356"/>
                  <a:pt x="356" y="331"/>
                  <a:pt x="374" y="301"/>
                </a:cubicBezTo>
                <a:cubicBezTo>
                  <a:pt x="392" y="270"/>
                  <a:pt x="400" y="237"/>
                  <a:pt x="400" y="200"/>
                </a:cubicBezTo>
                <a:cubicBezTo>
                  <a:pt x="400" y="164"/>
                  <a:pt x="392" y="130"/>
                  <a:pt x="374" y="100"/>
                </a:cubicBezTo>
                <a:close/>
                <a:moveTo>
                  <a:pt x="330" y="170"/>
                </a:moveTo>
                <a:cubicBezTo>
                  <a:pt x="188" y="311"/>
                  <a:pt x="188" y="311"/>
                  <a:pt x="188" y="311"/>
                </a:cubicBezTo>
                <a:cubicBezTo>
                  <a:pt x="185" y="315"/>
                  <a:pt x="181" y="316"/>
                  <a:pt x="176" y="316"/>
                </a:cubicBezTo>
                <a:cubicBezTo>
                  <a:pt x="172" y="316"/>
                  <a:pt x="168" y="315"/>
                  <a:pt x="165" y="311"/>
                </a:cubicBezTo>
                <a:cubicBezTo>
                  <a:pt x="70" y="217"/>
                  <a:pt x="70" y="217"/>
                  <a:pt x="70" y="217"/>
                </a:cubicBezTo>
                <a:cubicBezTo>
                  <a:pt x="67" y="214"/>
                  <a:pt x="66" y="210"/>
                  <a:pt x="66" y="205"/>
                </a:cubicBezTo>
                <a:cubicBezTo>
                  <a:pt x="66" y="200"/>
                  <a:pt x="67" y="196"/>
                  <a:pt x="70" y="193"/>
                </a:cubicBezTo>
                <a:cubicBezTo>
                  <a:pt x="94" y="170"/>
                  <a:pt x="94" y="170"/>
                  <a:pt x="94" y="170"/>
                </a:cubicBezTo>
                <a:cubicBezTo>
                  <a:pt x="97" y="166"/>
                  <a:pt x="101" y="165"/>
                  <a:pt x="106" y="165"/>
                </a:cubicBezTo>
                <a:cubicBezTo>
                  <a:pt x="110" y="165"/>
                  <a:pt x="114" y="166"/>
                  <a:pt x="118" y="170"/>
                </a:cubicBezTo>
                <a:cubicBezTo>
                  <a:pt x="176" y="229"/>
                  <a:pt x="176" y="229"/>
                  <a:pt x="176" y="229"/>
                </a:cubicBezTo>
                <a:cubicBezTo>
                  <a:pt x="283" y="123"/>
                  <a:pt x="283" y="123"/>
                  <a:pt x="283" y="123"/>
                </a:cubicBezTo>
                <a:cubicBezTo>
                  <a:pt x="286" y="119"/>
                  <a:pt x="290" y="118"/>
                  <a:pt x="295" y="118"/>
                </a:cubicBezTo>
                <a:cubicBezTo>
                  <a:pt x="299" y="118"/>
                  <a:pt x="303" y="119"/>
                  <a:pt x="306" y="123"/>
                </a:cubicBezTo>
                <a:cubicBezTo>
                  <a:pt x="330" y="146"/>
                  <a:pt x="330" y="146"/>
                  <a:pt x="330" y="146"/>
                </a:cubicBezTo>
                <a:cubicBezTo>
                  <a:pt x="333" y="149"/>
                  <a:pt x="335" y="153"/>
                  <a:pt x="335" y="158"/>
                </a:cubicBezTo>
                <a:cubicBezTo>
                  <a:pt x="335" y="163"/>
                  <a:pt x="333" y="167"/>
                  <a:pt x="330" y="170"/>
                </a:cubicBezTo>
                <a:close/>
                <a:moveTo>
                  <a:pt x="330" y="170"/>
                </a:moveTo>
                <a:cubicBezTo>
                  <a:pt x="330" y="170"/>
                  <a:pt x="330" y="170"/>
                  <a:pt x="330" y="17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/>
          <a:lstStyle/>
          <a:p>
            <a:pPr algn="ctr"/>
          </a:p>
        </p:txBody>
      </p:sp>
      <p:sp>
        <p:nvSpPr>
          <p:cNvPr id="16" name="ïŝlîḓe"/>
          <p:cNvSpPr/>
          <p:nvPr>
            <p:custDataLst>
              <p:tags r:id="rId13"/>
            </p:custDataLst>
          </p:nvPr>
        </p:nvSpPr>
        <p:spPr bwMode="auto">
          <a:xfrm>
            <a:off x="5701691" y="3055702"/>
            <a:ext cx="714558" cy="714558"/>
          </a:xfrm>
          <a:custGeom>
            <a:avLst/>
            <a:gdLst>
              <a:gd name="connsiteX0" fmla="*/ 56258 w 331788"/>
              <a:gd name="connsiteY0" fmla="*/ 234950 h 331788"/>
              <a:gd name="connsiteX1" fmla="*/ 56258 w 331788"/>
              <a:gd name="connsiteY1" fmla="*/ 236252 h 331788"/>
              <a:gd name="connsiteX2" fmla="*/ 52388 w 331788"/>
              <a:gd name="connsiteY2" fmla="*/ 247968 h 331788"/>
              <a:gd name="connsiteX3" fmla="*/ 165895 w 331788"/>
              <a:gd name="connsiteY3" fmla="*/ 300038 h 331788"/>
              <a:gd name="connsiteX4" fmla="*/ 279401 w 331788"/>
              <a:gd name="connsiteY4" fmla="*/ 247968 h 331788"/>
              <a:gd name="connsiteX5" fmla="*/ 275531 w 331788"/>
              <a:gd name="connsiteY5" fmla="*/ 234950 h 331788"/>
              <a:gd name="connsiteX6" fmla="*/ 165895 w 331788"/>
              <a:gd name="connsiteY6" fmla="*/ 268796 h 331788"/>
              <a:gd name="connsiteX7" fmla="*/ 56258 w 331788"/>
              <a:gd name="connsiteY7" fmla="*/ 234950 h 331788"/>
              <a:gd name="connsiteX8" fmla="*/ 54964 w 331788"/>
              <a:gd name="connsiteY8" fmla="*/ 176212 h 331788"/>
              <a:gd name="connsiteX9" fmla="*/ 52388 w 331788"/>
              <a:gd name="connsiteY9" fmla="*/ 186531 h 331788"/>
              <a:gd name="connsiteX10" fmla="*/ 165711 w 331788"/>
              <a:gd name="connsiteY10" fmla="*/ 238125 h 331788"/>
              <a:gd name="connsiteX11" fmla="*/ 236538 w 331788"/>
              <a:gd name="connsiteY11" fmla="*/ 226516 h 331788"/>
              <a:gd name="connsiteX12" fmla="*/ 206919 w 331788"/>
              <a:gd name="connsiteY12" fmla="*/ 227806 h 331788"/>
              <a:gd name="connsiteX13" fmla="*/ 88445 w 331788"/>
              <a:gd name="connsiteY13" fmla="*/ 183951 h 331788"/>
              <a:gd name="connsiteX14" fmla="*/ 54964 w 331788"/>
              <a:gd name="connsiteY14" fmla="*/ 176212 h 331788"/>
              <a:gd name="connsiteX15" fmla="*/ 280538 w 331788"/>
              <a:gd name="connsiteY15" fmla="*/ 106362 h 331788"/>
              <a:gd name="connsiteX16" fmla="*/ 248169 w 331788"/>
              <a:gd name="connsiteY16" fmla="*/ 129630 h 331788"/>
              <a:gd name="connsiteX17" fmla="*/ 138113 w 331788"/>
              <a:gd name="connsiteY17" fmla="*/ 185216 h 331788"/>
              <a:gd name="connsiteX18" fmla="*/ 206736 w 331788"/>
              <a:gd name="connsiteY18" fmla="*/ 196850 h 331788"/>
              <a:gd name="connsiteX19" fmla="*/ 320676 w 331788"/>
              <a:gd name="connsiteY19" fmla="*/ 145143 h 331788"/>
              <a:gd name="connsiteX20" fmla="*/ 280538 w 331788"/>
              <a:gd name="connsiteY20" fmla="*/ 106362 h 331788"/>
              <a:gd name="connsiteX21" fmla="*/ 42019 w 331788"/>
              <a:gd name="connsiteY21" fmla="*/ 68262 h 331788"/>
              <a:gd name="connsiteX22" fmla="*/ 11113 w 331788"/>
              <a:gd name="connsiteY22" fmla="*/ 103448 h 331788"/>
              <a:gd name="connsiteX23" fmla="*/ 124436 w 331788"/>
              <a:gd name="connsiteY23" fmla="*/ 155575 h 331788"/>
              <a:gd name="connsiteX24" fmla="*/ 195263 w 331788"/>
              <a:gd name="connsiteY24" fmla="*/ 143847 h 331788"/>
              <a:gd name="connsiteX25" fmla="*/ 165644 w 331788"/>
              <a:gd name="connsiteY25" fmla="*/ 145150 h 331788"/>
              <a:gd name="connsiteX26" fmla="*/ 42019 w 331788"/>
              <a:gd name="connsiteY26" fmla="*/ 82597 h 331788"/>
              <a:gd name="connsiteX27" fmla="*/ 42019 w 331788"/>
              <a:gd name="connsiteY27" fmla="*/ 68262 h 331788"/>
              <a:gd name="connsiteX28" fmla="*/ 155468 w 331788"/>
              <a:gd name="connsiteY28" fmla="*/ 20637 h 331788"/>
              <a:gd name="connsiteX29" fmla="*/ 174732 w 331788"/>
              <a:gd name="connsiteY29" fmla="*/ 20637 h 331788"/>
              <a:gd name="connsiteX30" fmla="*/ 174732 w 331788"/>
              <a:gd name="connsiteY30" fmla="*/ 28404 h 331788"/>
              <a:gd name="connsiteX31" fmla="*/ 217113 w 331788"/>
              <a:gd name="connsiteY31" fmla="*/ 43937 h 331788"/>
              <a:gd name="connsiteX32" fmla="*/ 190143 w 331788"/>
              <a:gd name="connsiteY32" fmla="*/ 47820 h 331788"/>
              <a:gd name="connsiteX33" fmla="*/ 167026 w 331788"/>
              <a:gd name="connsiteY33" fmla="*/ 38759 h 331788"/>
              <a:gd name="connsiteX34" fmla="*/ 152899 w 331788"/>
              <a:gd name="connsiteY34" fmla="*/ 40054 h 331788"/>
              <a:gd name="connsiteX35" fmla="*/ 147762 w 331788"/>
              <a:gd name="connsiteY35" fmla="*/ 45231 h 331788"/>
              <a:gd name="connsiteX36" fmla="*/ 152899 w 331788"/>
              <a:gd name="connsiteY36" fmla="*/ 50409 h 331788"/>
              <a:gd name="connsiteX37" fmla="*/ 173448 w 331788"/>
              <a:gd name="connsiteY37" fmla="*/ 54292 h 331788"/>
              <a:gd name="connsiteX38" fmla="*/ 200417 w 331788"/>
              <a:gd name="connsiteY38" fmla="*/ 59470 h 331788"/>
              <a:gd name="connsiteX39" fmla="*/ 217113 w 331788"/>
              <a:gd name="connsiteY39" fmla="*/ 65942 h 331788"/>
              <a:gd name="connsiteX40" fmla="*/ 222250 w 331788"/>
              <a:gd name="connsiteY40" fmla="*/ 75003 h 331788"/>
              <a:gd name="connsiteX41" fmla="*/ 210692 w 331788"/>
              <a:gd name="connsiteY41" fmla="*/ 89242 h 331788"/>
              <a:gd name="connsiteX42" fmla="*/ 174732 w 331788"/>
              <a:gd name="connsiteY42" fmla="*/ 95714 h 331788"/>
              <a:gd name="connsiteX43" fmla="*/ 174732 w 331788"/>
              <a:gd name="connsiteY43" fmla="*/ 104775 h 331788"/>
              <a:gd name="connsiteX44" fmla="*/ 155468 w 331788"/>
              <a:gd name="connsiteY44" fmla="*/ 104775 h 331788"/>
              <a:gd name="connsiteX45" fmla="*/ 155468 w 331788"/>
              <a:gd name="connsiteY45" fmla="*/ 95714 h 331788"/>
              <a:gd name="connsiteX46" fmla="*/ 107950 w 331788"/>
              <a:gd name="connsiteY46" fmla="*/ 77592 h 331788"/>
              <a:gd name="connsiteX47" fmla="*/ 138772 w 331788"/>
              <a:gd name="connsiteY47" fmla="*/ 73709 h 331788"/>
              <a:gd name="connsiteX48" fmla="*/ 165742 w 331788"/>
              <a:gd name="connsiteY48" fmla="*/ 85359 h 331788"/>
              <a:gd name="connsiteX49" fmla="*/ 182438 w 331788"/>
              <a:gd name="connsiteY49" fmla="*/ 82770 h 331788"/>
              <a:gd name="connsiteX50" fmla="*/ 187575 w 331788"/>
              <a:gd name="connsiteY50" fmla="*/ 77592 h 331788"/>
              <a:gd name="connsiteX51" fmla="*/ 182438 w 331788"/>
              <a:gd name="connsiteY51" fmla="*/ 72414 h 331788"/>
              <a:gd name="connsiteX52" fmla="*/ 159321 w 331788"/>
              <a:gd name="connsiteY52" fmla="*/ 67237 h 331788"/>
              <a:gd name="connsiteX53" fmla="*/ 134920 w 331788"/>
              <a:gd name="connsiteY53" fmla="*/ 63353 h 331788"/>
              <a:gd name="connsiteX54" fmla="*/ 119508 w 331788"/>
              <a:gd name="connsiteY54" fmla="*/ 56881 h 331788"/>
              <a:gd name="connsiteX55" fmla="*/ 114371 w 331788"/>
              <a:gd name="connsiteY55" fmla="*/ 47820 h 331788"/>
              <a:gd name="connsiteX56" fmla="*/ 124646 w 331788"/>
              <a:gd name="connsiteY56" fmla="*/ 34876 h 331788"/>
              <a:gd name="connsiteX57" fmla="*/ 155468 w 331788"/>
              <a:gd name="connsiteY57" fmla="*/ 28404 h 331788"/>
              <a:gd name="connsiteX58" fmla="*/ 155468 w 331788"/>
              <a:gd name="connsiteY58" fmla="*/ 20637 h 331788"/>
              <a:gd name="connsiteX59" fmla="*/ 165895 w 331788"/>
              <a:gd name="connsiteY59" fmla="*/ 9525 h 331788"/>
              <a:gd name="connsiteX60" fmla="*/ 52388 w 331788"/>
              <a:gd name="connsiteY60" fmla="*/ 61913 h 331788"/>
              <a:gd name="connsiteX61" fmla="*/ 165895 w 331788"/>
              <a:gd name="connsiteY61" fmla="*/ 114301 h 331788"/>
              <a:gd name="connsiteX62" fmla="*/ 279402 w 331788"/>
              <a:gd name="connsiteY62" fmla="*/ 61913 h 331788"/>
              <a:gd name="connsiteX63" fmla="*/ 165895 w 331788"/>
              <a:gd name="connsiteY63" fmla="*/ 9525 h 331788"/>
              <a:gd name="connsiteX64" fmla="*/ 165894 w 331788"/>
              <a:gd name="connsiteY64" fmla="*/ 0 h 331788"/>
              <a:gd name="connsiteX65" fmla="*/ 290315 w 331788"/>
              <a:gd name="connsiteY65" fmla="*/ 62210 h 331788"/>
              <a:gd name="connsiteX66" fmla="*/ 290315 w 331788"/>
              <a:gd name="connsiteY66" fmla="*/ 82947 h 331788"/>
              <a:gd name="connsiteX67" fmla="*/ 286426 w 331788"/>
              <a:gd name="connsiteY67" fmla="*/ 97204 h 331788"/>
              <a:gd name="connsiteX68" fmla="*/ 331788 w 331788"/>
              <a:gd name="connsiteY68" fmla="*/ 145157 h 331788"/>
              <a:gd name="connsiteX69" fmla="*/ 331788 w 331788"/>
              <a:gd name="connsiteY69" fmla="*/ 165894 h 331788"/>
              <a:gd name="connsiteX70" fmla="*/ 290315 w 331788"/>
              <a:gd name="connsiteY70" fmla="*/ 212552 h 331788"/>
              <a:gd name="connsiteX71" fmla="*/ 282538 w 331788"/>
              <a:gd name="connsiteY71" fmla="*/ 228104 h 331788"/>
              <a:gd name="connsiteX72" fmla="*/ 290315 w 331788"/>
              <a:gd name="connsiteY72" fmla="*/ 248841 h 331788"/>
              <a:gd name="connsiteX73" fmla="*/ 290315 w 331788"/>
              <a:gd name="connsiteY73" fmla="*/ 269578 h 331788"/>
              <a:gd name="connsiteX74" fmla="*/ 165894 w 331788"/>
              <a:gd name="connsiteY74" fmla="*/ 331788 h 331788"/>
              <a:gd name="connsiteX75" fmla="*/ 41474 w 331788"/>
              <a:gd name="connsiteY75" fmla="*/ 269578 h 331788"/>
              <a:gd name="connsiteX76" fmla="*/ 41474 w 331788"/>
              <a:gd name="connsiteY76" fmla="*/ 248841 h 331788"/>
              <a:gd name="connsiteX77" fmla="*/ 49250 w 331788"/>
              <a:gd name="connsiteY77" fmla="*/ 228104 h 331788"/>
              <a:gd name="connsiteX78" fmla="*/ 41474 w 331788"/>
              <a:gd name="connsiteY78" fmla="*/ 207368 h 331788"/>
              <a:gd name="connsiteX79" fmla="*/ 41474 w 331788"/>
              <a:gd name="connsiteY79" fmla="*/ 186631 h 331788"/>
              <a:gd name="connsiteX80" fmla="*/ 45362 w 331788"/>
              <a:gd name="connsiteY80" fmla="*/ 172374 h 331788"/>
              <a:gd name="connsiteX81" fmla="*/ 0 w 331788"/>
              <a:gd name="connsiteY81" fmla="*/ 124421 h 331788"/>
              <a:gd name="connsiteX82" fmla="*/ 0 w 331788"/>
              <a:gd name="connsiteY82" fmla="*/ 103684 h 331788"/>
              <a:gd name="connsiteX83" fmla="*/ 41474 w 331788"/>
              <a:gd name="connsiteY83" fmla="*/ 57026 h 331788"/>
              <a:gd name="connsiteX84" fmla="*/ 41474 w 331788"/>
              <a:gd name="connsiteY84" fmla="*/ 62210 h 331788"/>
              <a:gd name="connsiteX85" fmla="*/ 165894 w 331788"/>
              <a:gd name="connsiteY85" fmla="*/ 0 h 331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</a:cxnLst>
            <a:rect l="l" t="t" r="r" b="b"/>
            <a:pathLst>
              <a:path w="331788" h="331788">
                <a:moveTo>
                  <a:pt x="56258" y="234950"/>
                </a:moveTo>
                <a:cubicBezTo>
                  <a:pt x="56258" y="234950"/>
                  <a:pt x="56258" y="234950"/>
                  <a:pt x="56258" y="236252"/>
                </a:cubicBezTo>
                <a:cubicBezTo>
                  <a:pt x="53678" y="240157"/>
                  <a:pt x="52388" y="244062"/>
                  <a:pt x="52388" y="247968"/>
                </a:cubicBezTo>
                <a:cubicBezTo>
                  <a:pt x="52388" y="272701"/>
                  <a:pt x="98823" y="300038"/>
                  <a:pt x="165895" y="300038"/>
                </a:cubicBezTo>
                <a:cubicBezTo>
                  <a:pt x="232967" y="300038"/>
                  <a:pt x="279401" y="272701"/>
                  <a:pt x="279401" y="247968"/>
                </a:cubicBezTo>
                <a:cubicBezTo>
                  <a:pt x="279401" y="244062"/>
                  <a:pt x="278111" y="240157"/>
                  <a:pt x="275531" y="234950"/>
                </a:cubicBezTo>
                <a:cubicBezTo>
                  <a:pt x="254894" y="255778"/>
                  <a:pt x="213619" y="268796"/>
                  <a:pt x="165895" y="268796"/>
                </a:cubicBezTo>
                <a:cubicBezTo>
                  <a:pt x="118170" y="268796"/>
                  <a:pt x="76895" y="255778"/>
                  <a:pt x="56258" y="234950"/>
                </a:cubicBezTo>
                <a:close/>
                <a:moveTo>
                  <a:pt x="54964" y="176212"/>
                </a:moveTo>
                <a:cubicBezTo>
                  <a:pt x="53676" y="180082"/>
                  <a:pt x="52388" y="182661"/>
                  <a:pt x="52388" y="186531"/>
                </a:cubicBezTo>
                <a:cubicBezTo>
                  <a:pt x="52388" y="211038"/>
                  <a:pt x="98747" y="238125"/>
                  <a:pt x="165711" y="238125"/>
                </a:cubicBezTo>
                <a:cubicBezTo>
                  <a:pt x="194042" y="238125"/>
                  <a:pt x="217222" y="232966"/>
                  <a:pt x="236538" y="226516"/>
                </a:cubicBezTo>
                <a:cubicBezTo>
                  <a:pt x="227524" y="226516"/>
                  <a:pt x="217222" y="227806"/>
                  <a:pt x="206919" y="227806"/>
                </a:cubicBezTo>
                <a:cubicBezTo>
                  <a:pt x="151546" y="227806"/>
                  <a:pt x="103899" y="209748"/>
                  <a:pt x="88445" y="183951"/>
                </a:cubicBezTo>
                <a:cubicBezTo>
                  <a:pt x="76855" y="182661"/>
                  <a:pt x="65266" y="178792"/>
                  <a:pt x="54964" y="176212"/>
                </a:cubicBezTo>
                <a:close/>
                <a:moveTo>
                  <a:pt x="280538" y="106362"/>
                </a:moveTo>
                <a:cubicBezTo>
                  <a:pt x="272769" y="115411"/>
                  <a:pt x="261116" y="123167"/>
                  <a:pt x="248169" y="129630"/>
                </a:cubicBezTo>
                <a:cubicBezTo>
                  <a:pt x="242990" y="159362"/>
                  <a:pt x="196378" y="182631"/>
                  <a:pt x="138113" y="185216"/>
                </a:cubicBezTo>
                <a:cubicBezTo>
                  <a:pt x="157535" y="192972"/>
                  <a:pt x="179546" y="196850"/>
                  <a:pt x="206736" y="196850"/>
                </a:cubicBezTo>
                <a:cubicBezTo>
                  <a:pt x="274064" y="196850"/>
                  <a:pt x="320676" y="169704"/>
                  <a:pt x="320676" y="145143"/>
                </a:cubicBezTo>
                <a:cubicBezTo>
                  <a:pt x="320676" y="130923"/>
                  <a:pt x="305139" y="116704"/>
                  <a:pt x="280538" y="106362"/>
                </a:cubicBezTo>
                <a:close/>
                <a:moveTo>
                  <a:pt x="42019" y="68262"/>
                </a:moveTo>
                <a:cubicBezTo>
                  <a:pt x="22703" y="78688"/>
                  <a:pt x="11113" y="91719"/>
                  <a:pt x="11113" y="103448"/>
                </a:cubicBezTo>
                <a:cubicBezTo>
                  <a:pt x="11113" y="128208"/>
                  <a:pt x="57472" y="155575"/>
                  <a:pt x="124436" y="155575"/>
                </a:cubicBezTo>
                <a:cubicBezTo>
                  <a:pt x="152767" y="155575"/>
                  <a:pt x="175947" y="150362"/>
                  <a:pt x="195263" y="143847"/>
                </a:cubicBezTo>
                <a:cubicBezTo>
                  <a:pt x="186249" y="143847"/>
                  <a:pt x="175947" y="145150"/>
                  <a:pt x="165644" y="145150"/>
                </a:cubicBezTo>
                <a:cubicBezTo>
                  <a:pt x="97393" y="145150"/>
                  <a:pt x="42019" y="117783"/>
                  <a:pt x="42019" y="82597"/>
                </a:cubicBezTo>
                <a:cubicBezTo>
                  <a:pt x="42019" y="82597"/>
                  <a:pt x="42019" y="82597"/>
                  <a:pt x="42019" y="68262"/>
                </a:cubicBezTo>
                <a:close/>
                <a:moveTo>
                  <a:pt x="155468" y="20637"/>
                </a:moveTo>
                <a:cubicBezTo>
                  <a:pt x="174732" y="20637"/>
                  <a:pt x="174732" y="20637"/>
                  <a:pt x="174732" y="20637"/>
                </a:cubicBezTo>
                <a:cubicBezTo>
                  <a:pt x="174732" y="28404"/>
                  <a:pt x="174732" y="28404"/>
                  <a:pt x="174732" y="28404"/>
                </a:cubicBezTo>
                <a:cubicBezTo>
                  <a:pt x="196565" y="29698"/>
                  <a:pt x="210692" y="33581"/>
                  <a:pt x="217113" y="43937"/>
                </a:cubicBezTo>
                <a:cubicBezTo>
                  <a:pt x="190143" y="47820"/>
                  <a:pt x="190143" y="47820"/>
                  <a:pt x="190143" y="47820"/>
                </a:cubicBezTo>
                <a:cubicBezTo>
                  <a:pt x="185006" y="41348"/>
                  <a:pt x="177301" y="38759"/>
                  <a:pt x="167026" y="38759"/>
                </a:cubicBezTo>
                <a:cubicBezTo>
                  <a:pt x="160605" y="38759"/>
                  <a:pt x="156752" y="38759"/>
                  <a:pt x="152899" y="40054"/>
                </a:cubicBezTo>
                <a:cubicBezTo>
                  <a:pt x="150331" y="41348"/>
                  <a:pt x="147762" y="43937"/>
                  <a:pt x="147762" y="45231"/>
                </a:cubicBezTo>
                <a:cubicBezTo>
                  <a:pt x="147762" y="47820"/>
                  <a:pt x="150331" y="49115"/>
                  <a:pt x="152899" y="50409"/>
                </a:cubicBezTo>
                <a:cubicBezTo>
                  <a:pt x="156752" y="51703"/>
                  <a:pt x="163174" y="52998"/>
                  <a:pt x="173448" y="54292"/>
                </a:cubicBezTo>
                <a:cubicBezTo>
                  <a:pt x="185006" y="55587"/>
                  <a:pt x="193996" y="58176"/>
                  <a:pt x="200417" y="59470"/>
                </a:cubicBezTo>
                <a:cubicBezTo>
                  <a:pt x="206839" y="60764"/>
                  <a:pt x="213260" y="63353"/>
                  <a:pt x="217113" y="65942"/>
                </a:cubicBezTo>
                <a:cubicBezTo>
                  <a:pt x="220966" y="68531"/>
                  <a:pt x="222250" y="71120"/>
                  <a:pt x="222250" y="75003"/>
                </a:cubicBezTo>
                <a:cubicBezTo>
                  <a:pt x="222250" y="80181"/>
                  <a:pt x="218397" y="85359"/>
                  <a:pt x="210692" y="89242"/>
                </a:cubicBezTo>
                <a:cubicBezTo>
                  <a:pt x="201702" y="93125"/>
                  <a:pt x="190143" y="95714"/>
                  <a:pt x="174732" y="95714"/>
                </a:cubicBezTo>
                <a:cubicBezTo>
                  <a:pt x="174732" y="104775"/>
                  <a:pt x="174732" y="104775"/>
                  <a:pt x="174732" y="104775"/>
                </a:cubicBezTo>
                <a:cubicBezTo>
                  <a:pt x="155468" y="104775"/>
                  <a:pt x="155468" y="104775"/>
                  <a:pt x="155468" y="104775"/>
                </a:cubicBezTo>
                <a:cubicBezTo>
                  <a:pt x="155468" y="95714"/>
                  <a:pt x="155468" y="95714"/>
                  <a:pt x="155468" y="95714"/>
                </a:cubicBezTo>
                <a:cubicBezTo>
                  <a:pt x="129783" y="94420"/>
                  <a:pt x="114371" y="89242"/>
                  <a:pt x="107950" y="77592"/>
                </a:cubicBezTo>
                <a:cubicBezTo>
                  <a:pt x="138772" y="73709"/>
                  <a:pt x="138772" y="73709"/>
                  <a:pt x="138772" y="73709"/>
                </a:cubicBezTo>
                <a:cubicBezTo>
                  <a:pt x="141341" y="81475"/>
                  <a:pt x="150331" y="85359"/>
                  <a:pt x="165742" y="85359"/>
                </a:cubicBezTo>
                <a:cubicBezTo>
                  <a:pt x="173448" y="85359"/>
                  <a:pt x="178585" y="84064"/>
                  <a:pt x="182438" y="82770"/>
                </a:cubicBezTo>
                <a:cubicBezTo>
                  <a:pt x="186290" y="81475"/>
                  <a:pt x="187575" y="78887"/>
                  <a:pt x="187575" y="77592"/>
                </a:cubicBezTo>
                <a:cubicBezTo>
                  <a:pt x="187575" y="75003"/>
                  <a:pt x="186290" y="73709"/>
                  <a:pt x="182438" y="72414"/>
                </a:cubicBezTo>
                <a:cubicBezTo>
                  <a:pt x="178585" y="71120"/>
                  <a:pt x="170879" y="69825"/>
                  <a:pt x="159321" y="67237"/>
                </a:cubicBezTo>
                <a:cubicBezTo>
                  <a:pt x="149047" y="65942"/>
                  <a:pt x="140057" y="64648"/>
                  <a:pt x="134920" y="63353"/>
                </a:cubicBezTo>
                <a:cubicBezTo>
                  <a:pt x="128498" y="62059"/>
                  <a:pt x="123361" y="59470"/>
                  <a:pt x="119508" y="56881"/>
                </a:cubicBezTo>
                <a:cubicBezTo>
                  <a:pt x="115656" y="54292"/>
                  <a:pt x="114371" y="51703"/>
                  <a:pt x="114371" y="47820"/>
                </a:cubicBezTo>
                <a:cubicBezTo>
                  <a:pt x="114371" y="42642"/>
                  <a:pt x="116940" y="38759"/>
                  <a:pt x="124646" y="34876"/>
                </a:cubicBezTo>
                <a:cubicBezTo>
                  <a:pt x="131067" y="30993"/>
                  <a:pt x="141341" y="28404"/>
                  <a:pt x="155468" y="28404"/>
                </a:cubicBezTo>
                <a:cubicBezTo>
                  <a:pt x="155468" y="20637"/>
                  <a:pt x="155468" y="20637"/>
                  <a:pt x="155468" y="20637"/>
                </a:cubicBezTo>
                <a:close/>
                <a:moveTo>
                  <a:pt x="165895" y="9525"/>
                </a:moveTo>
                <a:cubicBezTo>
                  <a:pt x="103207" y="9525"/>
                  <a:pt x="52388" y="32980"/>
                  <a:pt x="52388" y="61913"/>
                </a:cubicBezTo>
                <a:cubicBezTo>
                  <a:pt x="52388" y="90846"/>
                  <a:pt x="103207" y="114301"/>
                  <a:pt x="165895" y="114301"/>
                </a:cubicBezTo>
                <a:cubicBezTo>
                  <a:pt x="228583" y="114301"/>
                  <a:pt x="279402" y="90846"/>
                  <a:pt x="279402" y="61913"/>
                </a:cubicBezTo>
                <a:cubicBezTo>
                  <a:pt x="279402" y="32980"/>
                  <a:pt x="228583" y="9525"/>
                  <a:pt x="165895" y="9525"/>
                </a:cubicBezTo>
                <a:close/>
                <a:moveTo>
                  <a:pt x="165894" y="0"/>
                </a:moveTo>
                <a:cubicBezTo>
                  <a:pt x="234584" y="0"/>
                  <a:pt x="290315" y="27217"/>
                  <a:pt x="290315" y="62210"/>
                </a:cubicBezTo>
                <a:cubicBezTo>
                  <a:pt x="290315" y="62210"/>
                  <a:pt x="290315" y="62210"/>
                  <a:pt x="290315" y="82947"/>
                </a:cubicBezTo>
                <a:cubicBezTo>
                  <a:pt x="290315" y="88131"/>
                  <a:pt x="289018" y="93316"/>
                  <a:pt x="286426" y="97204"/>
                </a:cubicBezTo>
                <a:cubicBezTo>
                  <a:pt x="313643" y="108868"/>
                  <a:pt x="331788" y="125717"/>
                  <a:pt x="331788" y="145157"/>
                </a:cubicBezTo>
                <a:cubicBezTo>
                  <a:pt x="331788" y="145157"/>
                  <a:pt x="331788" y="145157"/>
                  <a:pt x="331788" y="165894"/>
                </a:cubicBezTo>
                <a:cubicBezTo>
                  <a:pt x="331788" y="184039"/>
                  <a:pt x="314939" y="200887"/>
                  <a:pt x="290315" y="212552"/>
                </a:cubicBezTo>
                <a:cubicBezTo>
                  <a:pt x="289018" y="217736"/>
                  <a:pt x="286426" y="222920"/>
                  <a:pt x="282538" y="228104"/>
                </a:cubicBezTo>
                <a:cubicBezTo>
                  <a:pt x="287722" y="234585"/>
                  <a:pt x="290315" y="241065"/>
                  <a:pt x="290315" y="248841"/>
                </a:cubicBezTo>
                <a:cubicBezTo>
                  <a:pt x="290315" y="248841"/>
                  <a:pt x="290315" y="248841"/>
                  <a:pt x="290315" y="269578"/>
                </a:cubicBezTo>
                <a:cubicBezTo>
                  <a:pt x="290315" y="303275"/>
                  <a:pt x="234584" y="331788"/>
                  <a:pt x="165894" y="331788"/>
                </a:cubicBezTo>
                <a:cubicBezTo>
                  <a:pt x="97204" y="331788"/>
                  <a:pt x="41474" y="303275"/>
                  <a:pt x="41474" y="269578"/>
                </a:cubicBezTo>
                <a:cubicBezTo>
                  <a:pt x="41474" y="269578"/>
                  <a:pt x="41474" y="269578"/>
                  <a:pt x="41474" y="248841"/>
                </a:cubicBezTo>
                <a:cubicBezTo>
                  <a:pt x="41474" y="241065"/>
                  <a:pt x="44066" y="234585"/>
                  <a:pt x="49250" y="228104"/>
                </a:cubicBezTo>
                <a:cubicBezTo>
                  <a:pt x="44066" y="221624"/>
                  <a:pt x="41474" y="215144"/>
                  <a:pt x="41474" y="207368"/>
                </a:cubicBezTo>
                <a:cubicBezTo>
                  <a:pt x="41474" y="207368"/>
                  <a:pt x="41474" y="207368"/>
                  <a:pt x="41474" y="186631"/>
                </a:cubicBezTo>
                <a:cubicBezTo>
                  <a:pt x="41474" y="181447"/>
                  <a:pt x="42770" y="176263"/>
                  <a:pt x="45362" y="172374"/>
                </a:cubicBezTo>
                <a:cubicBezTo>
                  <a:pt x="18145" y="160710"/>
                  <a:pt x="0" y="143861"/>
                  <a:pt x="0" y="124421"/>
                </a:cubicBezTo>
                <a:cubicBezTo>
                  <a:pt x="0" y="124421"/>
                  <a:pt x="0" y="124421"/>
                  <a:pt x="0" y="103684"/>
                </a:cubicBezTo>
                <a:cubicBezTo>
                  <a:pt x="0" y="85539"/>
                  <a:pt x="16849" y="68691"/>
                  <a:pt x="41474" y="57026"/>
                </a:cubicBezTo>
                <a:cubicBezTo>
                  <a:pt x="41474" y="58322"/>
                  <a:pt x="41474" y="60914"/>
                  <a:pt x="41474" y="62210"/>
                </a:cubicBezTo>
                <a:cubicBezTo>
                  <a:pt x="41474" y="27217"/>
                  <a:pt x="97204" y="0"/>
                  <a:pt x="165894" y="0"/>
                </a:cubicBezTo>
                <a:close/>
              </a:path>
            </a:pathLst>
          </a:custGeom>
          <a:solidFill>
            <a:srgbClr val="C00000"/>
          </a:solidFill>
          <a:ln w="9525">
            <a:noFill/>
            <a:round/>
          </a:ln>
        </p:spPr>
        <p:txBody>
          <a:bodyPr anchor="ctr"/>
          <a:lstStyle/>
          <a:p>
            <a:pPr algn="ctr"/>
          </a:p>
        </p:txBody>
      </p:sp>
      <p:sp>
        <p:nvSpPr>
          <p:cNvPr id="17" name="îś1îdè"/>
          <p:cNvSpPr txBox="1"/>
          <p:nvPr/>
        </p:nvSpPr>
        <p:spPr>
          <a:xfrm>
            <a:off x="4856822" y="3811546"/>
            <a:ext cx="2423819" cy="480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rmAutofit/>
          </a:bodyPr>
          <a:lstStyle/>
          <a:p>
            <a:pPr algn="ctr">
              <a:buSzPct val="25000"/>
            </a:pPr>
            <a:endParaRPr lang="de-DE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14"/>
            </p:custDataLst>
          </p:nvPr>
        </p:nvSpPr>
        <p:spPr>
          <a:xfrm>
            <a:off x="7702926" y="4515183"/>
            <a:ext cx="3018093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第四个项目·部门内推广·SOP已分享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文本框 33"/>
          <p:cNvSpPr txBox="1"/>
          <p:nvPr>
            <p:custDataLst>
              <p:tags r:id="rId15"/>
            </p:custDataLst>
          </p:nvPr>
        </p:nvSpPr>
        <p:spPr>
          <a:xfrm>
            <a:off x="8409681" y="4198587"/>
            <a:ext cx="11765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验票系统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>
            <p:custDataLst>
              <p:tags r:id="rId16"/>
            </p:custDataLst>
          </p:nvPr>
        </p:nvSpPr>
        <p:spPr>
          <a:xfrm>
            <a:off x="7871836" y="2006120"/>
            <a:ext cx="3018093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迁移pipeline·验证可搬迁·适配新栈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文本框 35"/>
          <p:cNvSpPr txBox="1"/>
          <p:nvPr>
            <p:custDataLst>
              <p:tags r:id="rId17"/>
            </p:custDataLst>
          </p:nvPr>
        </p:nvSpPr>
        <p:spPr>
          <a:xfrm>
            <a:off x="8409681" y="1718734"/>
            <a:ext cx="11765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山西热线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18"/>
            </p:custDataLst>
          </p:nvPr>
        </p:nvSpPr>
        <p:spPr>
          <a:xfrm>
            <a:off x="1385094" y="4760928"/>
            <a:ext cx="3018093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再次验证·不同技术栈·流程可复用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文本框 37"/>
          <p:cNvSpPr txBox="1"/>
          <p:nvPr>
            <p:custDataLst>
              <p:tags r:id="rId19"/>
            </p:custDataLst>
          </p:nvPr>
        </p:nvSpPr>
        <p:spPr>
          <a:xfrm>
            <a:off x="2500817" y="4198587"/>
            <a:ext cx="11765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山西统一系统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文本框 38"/>
          <p:cNvSpPr txBox="1"/>
          <p:nvPr>
            <p:custDataLst>
              <p:tags r:id="rId20"/>
            </p:custDataLst>
          </p:nvPr>
        </p:nvSpPr>
        <p:spPr>
          <a:xfrm>
            <a:off x="1445260" y="2057400"/>
            <a:ext cx="3018155" cy="11398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统一VPN·后端+Web+Qt·首个完整验证·2个月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文本框 39"/>
          <p:cNvSpPr txBox="1"/>
          <p:nvPr>
            <p:custDataLst>
              <p:tags r:id="rId21"/>
            </p:custDataLst>
          </p:nvPr>
        </p:nvSpPr>
        <p:spPr>
          <a:xfrm>
            <a:off x="2500630" y="1718945"/>
            <a:ext cx="13804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GenlotVPN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4574382" y="449878"/>
            <a:ext cx="30432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4个已验证项目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标题 1"/>
          <p:cNvSpPr txBox="1"/>
          <p:nvPr/>
        </p:nvSpPr>
        <p:spPr>
          <a:xfrm>
            <a:off x="4024751" y="890576"/>
            <a:ext cx="4142498" cy="33520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REAL PROJECTS</a:t>
            </a:r>
            <a:endParaRPr lang="zh-CN" altLang="en-US" sz="105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/>
          <p:cNvGrpSpPr/>
          <p:nvPr/>
        </p:nvGrpSpPr>
        <p:grpSpPr>
          <a:xfrm>
            <a:off x="4593490" y="2285742"/>
            <a:ext cx="2924896" cy="2915444"/>
            <a:chOff x="4264878" y="2285742"/>
            <a:chExt cx="2924896" cy="2915444"/>
          </a:xfrm>
          <a:solidFill>
            <a:srgbClr val="C00000"/>
          </a:solidFill>
        </p:grpSpPr>
        <p:sp>
          <p:nvSpPr>
            <p:cNvPr id="8" name="新月形 6"/>
            <p:cNvSpPr>
              <a:spLocks noChangeArrowheads="1"/>
            </p:cNvSpPr>
            <p:nvPr/>
          </p:nvSpPr>
          <p:spPr bwMode="auto">
            <a:xfrm rot="9951297">
              <a:off x="5838056" y="2303297"/>
              <a:ext cx="1351718" cy="2703436"/>
            </a:xfrm>
            <a:prstGeom prst="moon">
              <a:avLst>
                <a:gd name="adj" fmla="val 15190"/>
              </a:avLst>
            </a:prstGeom>
            <a:grpFill/>
            <a:ln w="3175" cmpd="sng">
              <a:solidFill>
                <a:schemeClr val="bg1"/>
              </a:solidFill>
              <a:miter lim="800000"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/>
              </a:pPr>
              <a:endParaRPr lang="zh-CN" altLang="en-US" kern="0">
                <a:solidFill>
                  <a:srgbClr val="FFFFFF"/>
                </a:solidFill>
                <a:ea typeface="华文细黑" panose="02010600040101010101" pitchFamily="2" charset="-122"/>
                <a:cs typeface="+mn-ea"/>
                <a:sym typeface="Arial" panose="020B0604020202020204" pitchFamily="34" charset="0"/>
              </a:endParaRPr>
            </a:p>
          </p:txBody>
        </p:sp>
        <p:grpSp>
          <p:nvGrpSpPr>
            <p:cNvPr id="17" name="组合 16"/>
            <p:cNvGrpSpPr/>
            <p:nvPr/>
          </p:nvGrpSpPr>
          <p:grpSpPr>
            <a:xfrm>
              <a:off x="4264878" y="2285742"/>
              <a:ext cx="2919495" cy="2915444"/>
              <a:chOff x="4376738" y="2185194"/>
              <a:chExt cx="3432175" cy="3427413"/>
            </a:xfrm>
            <a:grpFill/>
          </p:grpSpPr>
          <p:sp>
            <p:nvSpPr>
              <p:cNvPr id="6" name="新月形 5"/>
              <p:cNvSpPr>
                <a:spLocks noChangeArrowheads="1"/>
              </p:cNvSpPr>
              <p:nvPr/>
            </p:nvSpPr>
            <p:spPr bwMode="auto">
              <a:xfrm rot="4551297">
                <a:off x="5189538" y="1391444"/>
                <a:ext cx="1589088" cy="3176587"/>
              </a:xfrm>
              <a:prstGeom prst="moon">
                <a:avLst>
                  <a:gd name="adj" fmla="val 15190"/>
                </a:avLst>
              </a:prstGeom>
              <a:grpFill/>
              <a:ln w="3175" cmpd="sng">
                <a:solidFill>
                  <a:schemeClr val="bg1"/>
                </a:solidFill>
                <a:miter lim="800000"/>
              </a:ln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None/>
                  <a:defRPr/>
                </a:pPr>
                <a:endParaRPr lang="zh-CN" altLang="en-US" kern="0">
                  <a:solidFill>
                    <a:srgbClr val="FFFFFF"/>
                  </a:solidFill>
                  <a:ea typeface="华文细黑" panose="02010600040101010101" pitchFamily="2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7" name="新月形 4"/>
              <p:cNvSpPr>
                <a:spLocks noChangeArrowheads="1"/>
              </p:cNvSpPr>
              <p:nvPr/>
            </p:nvSpPr>
            <p:spPr bwMode="auto">
              <a:xfrm rot="20751297">
                <a:off x="4376738" y="2426494"/>
                <a:ext cx="1589087" cy="3178175"/>
              </a:xfrm>
              <a:prstGeom prst="moon">
                <a:avLst>
                  <a:gd name="adj" fmla="val 15190"/>
                </a:avLst>
              </a:prstGeom>
              <a:grpFill/>
              <a:ln w="3175" cmpd="sng">
                <a:solidFill>
                  <a:schemeClr val="bg1"/>
                </a:solidFill>
                <a:miter lim="800000"/>
              </a:ln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None/>
                  <a:defRPr/>
                </a:pPr>
                <a:endParaRPr lang="zh-CN" altLang="en-US" kern="0">
                  <a:solidFill>
                    <a:srgbClr val="FFFFFF"/>
                  </a:solidFill>
                  <a:ea typeface="华文细黑" panose="02010600040101010101" pitchFamily="2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9" name="新月形 7"/>
              <p:cNvSpPr>
                <a:spLocks noChangeArrowheads="1"/>
              </p:cNvSpPr>
              <p:nvPr/>
            </p:nvSpPr>
            <p:spPr bwMode="auto">
              <a:xfrm rot="15351297">
                <a:off x="5426075" y="3229769"/>
                <a:ext cx="1589088" cy="3176588"/>
              </a:xfrm>
              <a:prstGeom prst="moon">
                <a:avLst>
                  <a:gd name="adj" fmla="val 15190"/>
                </a:avLst>
              </a:prstGeom>
              <a:grpFill/>
              <a:ln w="3175" cmpd="sng">
                <a:solidFill>
                  <a:schemeClr val="bg1"/>
                </a:solidFill>
                <a:miter lim="800000"/>
              </a:ln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None/>
                  <a:defRPr/>
                </a:pPr>
                <a:endParaRPr lang="zh-CN" altLang="en-US" kern="0">
                  <a:solidFill>
                    <a:srgbClr val="FFFFFF"/>
                  </a:solidFill>
                  <a:ea typeface="华文细黑" panose="02010600040101010101" pitchFamily="2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</p:grpSp>
      <p:sp>
        <p:nvSpPr>
          <p:cNvPr id="10" name="TextBox 11"/>
          <p:cNvSpPr>
            <a:spLocks noChangeArrowheads="1"/>
          </p:cNvSpPr>
          <p:nvPr/>
        </p:nvSpPr>
        <p:spPr bwMode="auto">
          <a:xfrm flipH="1">
            <a:off x="5000251" y="3985673"/>
            <a:ext cx="211137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20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948797" y="4518106"/>
            <a:ext cx="3238194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部门内推广·4个项目验证·非全公司自动化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948796" y="4216506"/>
            <a:ext cx="11765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推广范围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5828978" y="3334552"/>
            <a:ext cx="453919" cy="408912"/>
            <a:chOff x="5500366" y="3334552"/>
            <a:chExt cx="453919" cy="408912"/>
          </a:xfrm>
          <a:solidFill>
            <a:srgbClr val="C00000"/>
          </a:solidFill>
        </p:grpSpPr>
        <p:sp>
          <p:nvSpPr>
            <p:cNvPr id="14" name="Oval 86"/>
            <p:cNvSpPr>
              <a:spLocks noChangeArrowheads="1"/>
            </p:cNvSpPr>
            <p:nvPr/>
          </p:nvSpPr>
          <p:spPr bwMode="auto">
            <a:xfrm>
              <a:off x="5538943" y="3681742"/>
              <a:ext cx="25718" cy="24432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Freeform 87"/>
            <p:cNvSpPr>
              <a:spLocks noEditPoints="1"/>
            </p:cNvSpPr>
            <p:nvPr/>
          </p:nvSpPr>
          <p:spPr bwMode="auto">
            <a:xfrm>
              <a:off x="5500366" y="3494002"/>
              <a:ext cx="122160" cy="249462"/>
            </a:xfrm>
            <a:custGeom>
              <a:avLst/>
              <a:gdLst>
                <a:gd name="T0" fmla="*/ 0 w 53"/>
                <a:gd name="T1" fmla="*/ 108 h 108"/>
                <a:gd name="T2" fmla="*/ 53 w 53"/>
                <a:gd name="T3" fmla="*/ 108 h 108"/>
                <a:gd name="T4" fmla="*/ 53 w 53"/>
                <a:gd name="T5" fmla="*/ 0 h 108"/>
                <a:gd name="T6" fmla="*/ 0 w 53"/>
                <a:gd name="T7" fmla="*/ 0 h 108"/>
                <a:gd name="T8" fmla="*/ 0 w 53"/>
                <a:gd name="T9" fmla="*/ 108 h 108"/>
                <a:gd name="T10" fmla="*/ 28 w 53"/>
                <a:gd name="T11" fmla="*/ 8 h 108"/>
                <a:gd name="T12" fmla="*/ 36 w 53"/>
                <a:gd name="T13" fmla="*/ 8 h 108"/>
                <a:gd name="T14" fmla="*/ 36 w 53"/>
                <a:gd name="T15" fmla="*/ 67 h 108"/>
                <a:gd name="T16" fmla="*/ 28 w 53"/>
                <a:gd name="T17" fmla="*/ 67 h 108"/>
                <a:gd name="T18" fmla="*/ 28 w 53"/>
                <a:gd name="T19" fmla="*/ 8 h 108"/>
                <a:gd name="T20" fmla="*/ 22 w 53"/>
                <a:gd name="T21" fmla="*/ 73 h 108"/>
                <a:gd name="T22" fmla="*/ 36 w 53"/>
                <a:gd name="T23" fmla="*/ 86 h 108"/>
                <a:gd name="T24" fmla="*/ 22 w 53"/>
                <a:gd name="T25" fmla="*/ 100 h 108"/>
                <a:gd name="T26" fmla="*/ 9 w 53"/>
                <a:gd name="T27" fmla="*/ 86 h 108"/>
                <a:gd name="T28" fmla="*/ 22 w 53"/>
                <a:gd name="T29" fmla="*/ 73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3" h="108">
                  <a:moveTo>
                    <a:pt x="0" y="108"/>
                  </a:moveTo>
                  <a:cubicBezTo>
                    <a:pt x="53" y="108"/>
                    <a:pt x="53" y="108"/>
                    <a:pt x="53" y="108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108"/>
                  </a:lnTo>
                  <a:close/>
                  <a:moveTo>
                    <a:pt x="28" y="8"/>
                  </a:moveTo>
                  <a:cubicBezTo>
                    <a:pt x="36" y="8"/>
                    <a:pt x="36" y="8"/>
                    <a:pt x="36" y="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8" y="67"/>
                    <a:pt x="28" y="67"/>
                    <a:pt x="28" y="67"/>
                  </a:cubicBezTo>
                  <a:lnTo>
                    <a:pt x="28" y="8"/>
                  </a:lnTo>
                  <a:close/>
                  <a:moveTo>
                    <a:pt x="22" y="73"/>
                  </a:moveTo>
                  <a:cubicBezTo>
                    <a:pt x="30" y="73"/>
                    <a:pt x="36" y="79"/>
                    <a:pt x="36" y="86"/>
                  </a:cubicBezTo>
                  <a:cubicBezTo>
                    <a:pt x="36" y="94"/>
                    <a:pt x="30" y="100"/>
                    <a:pt x="22" y="100"/>
                  </a:cubicBezTo>
                  <a:cubicBezTo>
                    <a:pt x="15" y="100"/>
                    <a:pt x="9" y="94"/>
                    <a:pt x="9" y="86"/>
                  </a:cubicBezTo>
                  <a:cubicBezTo>
                    <a:pt x="9" y="79"/>
                    <a:pt x="15" y="73"/>
                    <a:pt x="22" y="7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Freeform 88"/>
            <p:cNvSpPr>
              <a:spLocks noEditPoints="1"/>
            </p:cNvSpPr>
            <p:nvPr/>
          </p:nvSpPr>
          <p:spPr bwMode="auto">
            <a:xfrm>
              <a:off x="5639242" y="3334552"/>
              <a:ext cx="315043" cy="365192"/>
            </a:xfrm>
            <a:custGeom>
              <a:avLst/>
              <a:gdLst>
                <a:gd name="T0" fmla="*/ 128 w 137"/>
                <a:gd name="T1" fmla="*/ 86 h 158"/>
                <a:gd name="T2" fmla="*/ 137 w 137"/>
                <a:gd name="T3" fmla="*/ 74 h 158"/>
                <a:gd name="T4" fmla="*/ 123 w 137"/>
                <a:gd name="T5" fmla="*/ 62 h 158"/>
                <a:gd name="T6" fmla="*/ 94 w 137"/>
                <a:gd name="T7" fmla="*/ 62 h 158"/>
                <a:gd name="T8" fmla="*/ 116 w 137"/>
                <a:gd name="T9" fmla="*/ 27 h 158"/>
                <a:gd name="T10" fmla="*/ 113 w 137"/>
                <a:gd name="T11" fmla="*/ 7 h 158"/>
                <a:gd name="T12" fmla="*/ 98 w 137"/>
                <a:gd name="T13" fmla="*/ 0 h 158"/>
                <a:gd name="T14" fmla="*/ 97 w 137"/>
                <a:gd name="T15" fmla="*/ 0 h 158"/>
                <a:gd name="T16" fmla="*/ 97 w 137"/>
                <a:gd name="T17" fmla="*/ 1 h 158"/>
                <a:gd name="T18" fmla="*/ 66 w 137"/>
                <a:gd name="T19" fmla="*/ 38 h 158"/>
                <a:gd name="T20" fmla="*/ 15 w 137"/>
                <a:gd name="T21" fmla="*/ 80 h 158"/>
                <a:gd name="T22" fmla="*/ 0 w 137"/>
                <a:gd name="T23" fmla="*/ 80 h 158"/>
                <a:gd name="T24" fmla="*/ 0 w 137"/>
                <a:gd name="T25" fmla="*/ 153 h 158"/>
                <a:gd name="T26" fmla="*/ 1 w 137"/>
                <a:gd name="T27" fmla="*/ 153 h 158"/>
                <a:gd name="T28" fmla="*/ 4 w 137"/>
                <a:gd name="T29" fmla="*/ 153 h 158"/>
                <a:gd name="T30" fmla="*/ 24 w 137"/>
                <a:gd name="T31" fmla="*/ 156 h 158"/>
                <a:gd name="T32" fmla="*/ 41 w 137"/>
                <a:gd name="T33" fmla="*/ 158 h 158"/>
                <a:gd name="T34" fmla="*/ 68 w 137"/>
                <a:gd name="T35" fmla="*/ 156 h 158"/>
                <a:gd name="T36" fmla="*/ 109 w 137"/>
                <a:gd name="T37" fmla="*/ 156 h 158"/>
                <a:gd name="T38" fmla="*/ 123 w 137"/>
                <a:gd name="T39" fmla="*/ 144 h 158"/>
                <a:gd name="T40" fmla="*/ 117 w 137"/>
                <a:gd name="T41" fmla="*/ 133 h 158"/>
                <a:gd name="T42" fmla="*/ 119 w 137"/>
                <a:gd name="T43" fmla="*/ 133 h 158"/>
                <a:gd name="T44" fmla="*/ 132 w 137"/>
                <a:gd name="T45" fmla="*/ 121 h 158"/>
                <a:gd name="T46" fmla="*/ 125 w 137"/>
                <a:gd name="T47" fmla="*/ 110 h 158"/>
                <a:gd name="T48" fmla="*/ 137 w 137"/>
                <a:gd name="T49" fmla="*/ 97 h 158"/>
                <a:gd name="T50" fmla="*/ 128 w 137"/>
                <a:gd name="T51" fmla="*/ 86 h 158"/>
                <a:gd name="T52" fmla="*/ 63 w 137"/>
                <a:gd name="T53" fmla="*/ 61 h 158"/>
                <a:gd name="T54" fmla="*/ 38 w 137"/>
                <a:gd name="T55" fmla="*/ 89 h 158"/>
                <a:gd name="T56" fmla="*/ 34 w 137"/>
                <a:gd name="T57" fmla="*/ 91 h 158"/>
                <a:gd name="T58" fmla="*/ 32 w 137"/>
                <a:gd name="T59" fmla="*/ 90 h 158"/>
                <a:gd name="T60" fmla="*/ 31 w 137"/>
                <a:gd name="T61" fmla="*/ 85 h 158"/>
                <a:gd name="T62" fmla="*/ 59 w 137"/>
                <a:gd name="T63" fmla="*/ 54 h 158"/>
                <a:gd name="T64" fmla="*/ 65 w 137"/>
                <a:gd name="T65" fmla="*/ 56 h 158"/>
                <a:gd name="T66" fmla="*/ 63 w 137"/>
                <a:gd name="T67" fmla="*/ 61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37" h="158">
                  <a:moveTo>
                    <a:pt x="128" y="86"/>
                  </a:moveTo>
                  <a:cubicBezTo>
                    <a:pt x="133" y="84"/>
                    <a:pt x="137" y="79"/>
                    <a:pt x="137" y="74"/>
                  </a:cubicBezTo>
                  <a:cubicBezTo>
                    <a:pt x="137" y="67"/>
                    <a:pt x="131" y="62"/>
                    <a:pt x="123" y="62"/>
                  </a:cubicBezTo>
                  <a:cubicBezTo>
                    <a:pt x="94" y="62"/>
                    <a:pt x="94" y="62"/>
                    <a:pt x="94" y="62"/>
                  </a:cubicBezTo>
                  <a:cubicBezTo>
                    <a:pt x="103" y="54"/>
                    <a:pt x="113" y="42"/>
                    <a:pt x="116" y="27"/>
                  </a:cubicBezTo>
                  <a:cubicBezTo>
                    <a:pt x="118" y="18"/>
                    <a:pt x="117" y="12"/>
                    <a:pt x="113" y="7"/>
                  </a:cubicBezTo>
                  <a:cubicBezTo>
                    <a:pt x="108" y="1"/>
                    <a:pt x="100" y="0"/>
                    <a:pt x="98" y="0"/>
                  </a:cubicBezTo>
                  <a:cubicBezTo>
                    <a:pt x="97" y="0"/>
                    <a:pt x="97" y="0"/>
                    <a:pt x="97" y="0"/>
                  </a:cubicBezTo>
                  <a:cubicBezTo>
                    <a:pt x="97" y="1"/>
                    <a:pt x="97" y="1"/>
                    <a:pt x="97" y="1"/>
                  </a:cubicBezTo>
                  <a:cubicBezTo>
                    <a:pt x="96" y="8"/>
                    <a:pt x="95" y="20"/>
                    <a:pt x="66" y="38"/>
                  </a:cubicBezTo>
                  <a:cubicBezTo>
                    <a:pt x="38" y="54"/>
                    <a:pt x="17" y="77"/>
                    <a:pt x="15" y="80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0" y="153"/>
                    <a:pt x="0" y="153"/>
                    <a:pt x="0" y="153"/>
                  </a:cubicBezTo>
                  <a:cubicBezTo>
                    <a:pt x="1" y="153"/>
                    <a:pt x="1" y="153"/>
                    <a:pt x="1" y="153"/>
                  </a:cubicBezTo>
                  <a:cubicBezTo>
                    <a:pt x="1" y="153"/>
                    <a:pt x="2" y="153"/>
                    <a:pt x="4" y="153"/>
                  </a:cubicBezTo>
                  <a:cubicBezTo>
                    <a:pt x="8" y="153"/>
                    <a:pt x="16" y="154"/>
                    <a:pt x="24" y="156"/>
                  </a:cubicBezTo>
                  <a:cubicBezTo>
                    <a:pt x="28" y="158"/>
                    <a:pt x="34" y="158"/>
                    <a:pt x="41" y="158"/>
                  </a:cubicBezTo>
                  <a:cubicBezTo>
                    <a:pt x="54" y="158"/>
                    <a:pt x="68" y="156"/>
                    <a:pt x="68" y="156"/>
                  </a:cubicBezTo>
                  <a:cubicBezTo>
                    <a:pt x="109" y="156"/>
                    <a:pt x="109" y="156"/>
                    <a:pt x="109" y="156"/>
                  </a:cubicBezTo>
                  <a:cubicBezTo>
                    <a:pt x="117" y="156"/>
                    <a:pt x="123" y="151"/>
                    <a:pt x="123" y="144"/>
                  </a:cubicBezTo>
                  <a:cubicBezTo>
                    <a:pt x="123" y="139"/>
                    <a:pt x="120" y="135"/>
                    <a:pt x="117" y="133"/>
                  </a:cubicBezTo>
                  <a:cubicBezTo>
                    <a:pt x="119" y="133"/>
                    <a:pt x="119" y="133"/>
                    <a:pt x="119" y="133"/>
                  </a:cubicBezTo>
                  <a:cubicBezTo>
                    <a:pt x="126" y="133"/>
                    <a:pt x="132" y="128"/>
                    <a:pt x="132" y="121"/>
                  </a:cubicBezTo>
                  <a:cubicBezTo>
                    <a:pt x="132" y="116"/>
                    <a:pt x="129" y="112"/>
                    <a:pt x="125" y="110"/>
                  </a:cubicBezTo>
                  <a:cubicBezTo>
                    <a:pt x="132" y="109"/>
                    <a:pt x="137" y="104"/>
                    <a:pt x="137" y="97"/>
                  </a:cubicBezTo>
                  <a:cubicBezTo>
                    <a:pt x="137" y="92"/>
                    <a:pt x="133" y="88"/>
                    <a:pt x="128" y="86"/>
                  </a:cubicBezTo>
                  <a:close/>
                  <a:moveTo>
                    <a:pt x="63" y="61"/>
                  </a:moveTo>
                  <a:cubicBezTo>
                    <a:pt x="48" y="71"/>
                    <a:pt x="38" y="89"/>
                    <a:pt x="38" y="89"/>
                  </a:cubicBezTo>
                  <a:cubicBezTo>
                    <a:pt x="37" y="90"/>
                    <a:pt x="36" y="91"/>
                    <a:pt x="34" y="91"/>
                  </a:cubicBezTo>
                  <a:cubicBezTo>
                    <a:pt x="34" y="91"/>
                    <a:pt x="33" y="91"/>
                    <a:pt x="32" y="90"/>
                  </a:cubicBezTo>
                  <a:cubicBezTo>
                    <a:pt x="30" y="89"/>
                    <a:pt x="30" y="87"/>
                    <a:pt x="31" y="85"/>
                  </a:cubicBezTo>
                  <a:cubicBezTo>
                    <a:pt x="31" y="84"/>
                    <a:pt x="42" y="65"/>
                    <a:pt x="59" y="54"/>
                  </a:cubicBezTo>
                  <a:cubicBezTo>
                    <a:pt x="61" y="53"/>
                    <a:pt x="64" y="54"/>
                    <a:pt x="65" y="56"/>
                  </a:cubicBezTo>
                  <a:cubicBezTo>
                    <a:pt x="66" y="58"/>
                    <a:pt x="65" y="60"/>
                    <a:pt x="63" y="6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22" name="文本框 21"/>
          <p:cNvSpPr txBox="1"/>
          <p:nvPr/>
        </p:nvSpPr>
        <p:spPr>
          <a:xfrm>
            <a:off x="7948797" y="2371439"/>
            <a:ext cx="3238194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传统≥4人(后端+前端+桌面+测试) vs 1人+AI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7948796" y="2069839"/>
            <a:ext cx="11765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编制对比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112336" y="4516257"/>
            <a:ext cx="3238194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同一套六阶段：15权限查询·16版本拦截·18反馈·19下载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112335" y="4214657"/>
            <a:ext cx="11765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方法复用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1112336" y="2369590"/>
            <a:ext cx="3238194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11:14 gate → 12:03 deploy → 12:22 accept → 13:21客户端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112335" y="2067990"/>
            <a:ext cx="11765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08-16三层打通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574382" y="449878"/>
            <a:ext cx="30432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关键数据(可核验)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标题 1"/>
          <p:cNvSpPr txBox="1"/>
          <p:nvPr/>
        </p:nvSpPr>
        <p:spPr>
          <a:xfrm>
            <a:off x="4024751" y="890576"/>
            <a:ext cx="4142498" cy="33520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REAL METRICS</a:t>
            </a:r>
            <a:endParaRPr lang="zh-CN" altLang="en-US" sz="105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4574382" y="449878"/>
            <a:ext cx="30432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边界与不足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Freeform 5"/>
          <p:cNvSpPr/>
          <p:nvPr>
            <p:custDataLst>
              <p:tags r:id="rId1"/>
            </p:custDataLst>
          </p:nvPr>
        </p:nvSpPr>
        <p:spPr bwMode="auto">
          <a:xfrm>
            <a:off x="5683947" y="4186520"/>
            <a:ext cx="1534913" cy="966662"/>
          </a:xfrm>
          <a:custGeom>
            <a:avLst/>
            <a:gdLst>
              <a:gd name="T0" fmla="*/ 588 w 2687"/>
              <a:gd name="T1" fmla="*/ 0 h 1694"/>
              <a:gd name="T2" fmla="*/ 4 w 2687"/>
              <a:gd name="T3" fmla="*/ 1380 h 1694"/>
              <a:gd name="T4" fmla="*/ 7 w 2687"/>
              <a:gd name="T5" fmla="*/ 1694 h 1694"/>
              <a:gd name="T6" fmla="*/ 1352 w 2687"/>
              <a:gd name="T7" fmla="*/ 1694 h 1694"/>
              <a:gd name="T8" fmla="*/ 1370 w 2687"/>
              <a:gd name="T9" fmla="*/ 1386 h 1694"/>
              <a:gd name="T10" fmla="*/ 2687 w 2687"/>
              <a:gd name="T11" fmla="*/ 0 h 1694"/>
              <a:gd name="T12" fmla="*/ 588 w 2687"/>
              <a:gd name="T13" fmla="*/ 0 h 16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687" h="1694">
                <a:moveTo>
                  <a:pt x="588" y="0"/>
                </a:moveTo>
                <a:cubicBezTo>
                  <a:pt x="293" y="436"/>
                  <a:pt x="0" y="741"/>
                  <a:pt x="4" y="1380"/>
                </a:cubicBezTo>
                <a:cubicBezTo>
                  <a:pt x="5" y="1455"/>
                  <a:pt x="6" y="1685"/>
                  <a:pt x="7" y="1694"/>
                </a:cubicBezTo>
                <a:cubicBezTo>
                  <a:pt x="1352" y="1694"/>
                  <a:pt x="1352" y="1694"/>
                  <a:pt x="1352" y="1694"/>
                </a:cubicBezTo>
                <a:cubicBezTo>
                  <a:pt x="1354" y="1687"/>
                  <a:pt x="1340" y="1535"/>
                  <a:pt x="1370" y="1386"/>
                </a:cubicBezTo>
                <a:cubicBezTo>
                  <a:pt x="1475" y="854"/>
                  <a:pt x="2200" y="559"/>
                  <a:pt x="2687" y="0"/>
                </a:cubicBezTo>
                <a:lnTo>
                  <a:pt x="588" y="0"/>
                </a:lnTo>
                <a:close/>
              </a:path>
            </a:pathLst>
          </a:custGeom>
          <a:solidFill>
            <a:srgbClr val="C00000"/>
          </a:solidFill>
          <a:ln w="9525">
            <a:solidFill>
              <a:schemeClr val="bg1"/>
            </a:solidFill>
            <a:round/>
          </a:ln>
        </p:spPr>
        <p:txBody>
          <a:bodyPr anchor="ctr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0" name="Freeform 6"/>
          <p:cNvSpPr/>
          <p:nvPr>
            <p:custDataLst>
              <p:tags r:id="rId2"/>
            </p:custDataLst>
          </p:nvPr>
        </p:nvSpPr>
        <p:spPr bwMode="auto">
          <a:xfrm>
            <a:off x="6020454" y="3057954"/>
            <a:ext cx="1471421" cy="1492056"/>
          </a:xfrm>
          <a:custGeom>
            <a:avLst/>
            <a:gdLst>
              <a:gd name="T0" fmla="*/ 2577 w 2577"/>
              <a:gd name="T1" fmla="*/ 820 h 2611"/>
              <a:gd name="T2" fmla="*/ 2410 w 2577"/>
              <a:gd name="T3" fmla="*/ 0 h 2611"/>
              <a:gd name="T4" fmla="*/ 381 w 2577"/>
              <a:gd name="T5" fmla="*/ 810 h 2611"/>
              <a:gd name="T6" fmla="*/ 396 w 2577"/>
              <a:gd name="T7" fmla="*/ 947 h 2611"/>
              <a:gd name="T8" fmla="*/ 0 w 2577"/>
              <a:gd name="T9" fmla="*/ 1974 h 2611"/>
              <a:gd name="T10" fmla="*/ 433 w 2577"/>
              <a:gd name="T11" fmla="*/ 1975 h 2611"/>
              <a:gd name="T12" fmla="*/ 626 w 2577"/>
              <a:gd name="T13" fmla="*/ 2254 h 2611"/>
              <a:gd name="T14" fmla="*/ 626 w 2577"/>
              <a:gd name="T15" fmla="*/ 2254 h 2611"/>
              <a:gd name="T16" fmla="*/ 565 w 2577"/>
              <a:gd name="T17" fmla="*/ 2401 h 2611"/>
              <a:gd name="T18" fmla="*/ 817 w 2577"/>
              <a:gd name="T19" fmla="*/ 2607 h 2611"/>
              <a:gd name="T20" fmla="*/ 1056 w 2577"/>
              <a:gd name="T21" fmla="*/ 2386 h 2611"/>
              <a:gd name="T22" fmla="*/ 983 w 2577"/>
              <a:gd name="T23" fmla="*/ 2241 h 2611"/>
              <a:gd name="T24" fmla="*/ 1118 w 2577"/>
              <a:gd name="T25" fmla="*/ 1977 h 2611"/>
              <a:gd name="T26" fmla="*/ 2099 w 2577"/>
              <a:gd name="T27" fmla="*/ 1974 h 2611"/>
              <a:gd name="T28" fmla="*/ 2577 w 2577"/>
              <a:gd name="T29" fmla="*/ 820 h 26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2577" h="2611">
                <a:moveTo>
                  <a:pt x="2577" y="820"/>
                </a:moveTo>
                <a:cubicBezTo>
                  <a:pt x="2577" y="511"/>
                  <a:pt x="2519" y="238"/>
                  <a:pt x="2410" y="0"/>
                </a:cubicBezTo>
                <a:cubicBezTo>
                  <a:pt x="381" y="810"/>
                  <a:pt x="381" y="810"/>
                  <a:pt x="381" y="810"/>
                </a:cubicBezTo>
                <a:cubicBezTo>
                  <a:pt x="391" y="853"/>
                  <a:pt x="396" y="898"/>
                  <a:pt x="396" y="947"/>
                </a:cubicBezTo>
                <a:cubicBezTo>
                  <a:pt x="396" y="1339"/>
                  <a:pt x="210" y="1663"/>
                  <a:pt x="0" y="1974"/>
                </a:cubicBezTo>
                <a:cubicBezTo>
                  <a:pt x="433" y="1975"/>
                  <a:pt x="433" y="1975"/>
                  <a:pt x="433" y="1975"/>
                </a:cubicBezTo>
                <a:cubicBezTo>
                  <a:pt x="736" y="1975"/>
                  <a:pt x="687" y="2193"/>
                  <a:pt x="626" y="2254"/>
                </a:cubicBezTo>
                <a:cubicBezTo>
                  <a:pt x="626" y="2254"/>
                  <a:pt x="626" y="2254"/>
                  <a:pt x="626" y="2254"/>
                </a:cubicBezTo>
                <a:cubicBezTo>
                  <a:pt x="587" y="2294"/>
                  <a:pt x="563" y="2345"/>
                  <a:pt x="565" y="2401"/>
                </a:cubicBezTo>
                <a:cubicBezTo>
                  <a:pt x="568" y="2519"/>
                  <a:pt x="681" y="2611"/>
                  <a:pt x="817" y="2607"/>
                </a:cubicBezTo>
                <a:cubicBezTo>
                  <a:pt x="952" y="2603"/>
                  <a:pt x="1059" y="2504"/>
                  <a:pt x="1056" y="2386"/>
                </a:cubicBezTo>
                <a:cubicBezTo>
                  <a:pt x="1054" y="2329"/>
                  <a:pt x="1026" y="2278"/>
                  <a:pt x="983" y="2241"/>
                </a:cubicBezTo>
                <a:cubicBezTo>
                  <a:pt x="931" y="2176"/>
                  <a:pt x="890" y="2007"/>
                  <a:pt x="1118" y="1977"/>
                </a:cubicBezTo>
                <a:cubicBezTo>
                  <a:pt x="2099" y="1974"/>
                  <a:pt x="2099" y="1974"/>
                  <a:pt x="2099" y="1974"/>
                </a:cubicBezTo>
                <a:cubicBezTo>
                  <a:pt x="2372" y="1662"/>
                  <a:pt x="2577" y="1293"/>
                  <a:pt x="2577" y="820"/>
                </a:cubicBezTo>
                <a:close/>
              </a:path>
            </a:pathLst>
          </a:custGeom>
          <a:solidFill>
            <a:srgbClr val="C00000"/>
          </a:solidFill>
          <a:ln w="9525">
            <a:solidFill>
              <a:schemeClr val="bg1"/>
            </a:solidFill>
            <a:round/>
          </a:ln>
        </p:spPr>
        <p:txBody>
          <a:bodyPr anchor="ctr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1" name="Freeform 7"/>
          <p:cNvSpPr/>
          <p:nvPr>
            <p:custDataLst>
              <p:tags r:id="rId3"/>
            </p:custDataLst>
          </p:nvPr>
        </p:nvSpPr>
        <p:spPr bwMode="auto">
          <a:xfrm>
            <a:off x="5982358" y="2411927"/>
            <a:ext cx="1414279" cy="1228565"/>
          </a:xfrm>
          <a:custGeom>
            <a:avLst/>
            <a:gdLst>
              <a:gd name="T0" fmla="*/ 1772 w 2475"/>
              <a:gd name="T1" fmla="*/ 1697 h 2152"/>
              <a:gd name="T2" fmla="*/ 1793 w 2475"/>
              <a:gd name="T3" fmla="*/ 1406 h 2152"/>
              <a:gd name="T4" fmla="*/ 2475 w 2475"/>
              <a:gd name="T5" fmla="*/ 1134 h 2152"/>
              <a:gd name="T6" fmla="*/ 18 w 2475"/>
              <a:gd name="T7" fmla="*/ 0 h 2152"/>
              <a:gd name="T8" fmla="*/ 0 w 2475"/>
              <a:gd name="T9" fmla="*/ 0 h 2152"/>
              <a:gd name="T10" fmla="*/ 5 w 2475"/>
              <a:gd name="T11" fmla="*/ 1547 h 2152"/>
              <a:gd name="T12" fmla="*/ 446 w 2475"/>
              <a:gd name="T13" fmla="*/ 1944 h 2152"/>
              <a:gd name="T14" fmla="*/ 1229 w 2475"/>
              <a:gd name="T15" fmla="*/ 1632 h 2152"/>
              <a:gd name="T16" fmla="*/ 1444 w 2475"/>
              <a:gd name="T17" fmla="*/ 1840 h 2152"/>
              <a:gd name="T18" fmla="*/ 1444 w 2475"/>
              <a:gd name="T19" fmla="*/ 1839 h 2152"/>
              <a:gd name="T20" fmla="*/ 1441 w 2475"/>
              <a:gd name="T21" fmla="*/ 1998 h 2152"/>
              <a:gd name="T22" fmla="*/ 1750 w 2475"/>
              <a:gd name="T23" fmla="*/ 2098 h 2152"/>
              <a:gd name="T24" fmla="*/ 1893 w 2475"/>
              <a:gd name="T25" fmla="*/ 1806 h 2152"/>
              <a:gd name="T26" fmla="*/ 1772 w 2475"/>
              <a:gd name="T27" fmla="*/ 1697 h 21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2475" h="2152">
                <a:moveTo>
                  <a:pt x="1772" y="1697"/>
                </a:moveTo>
                <a:cubicBezTo>
                  <a:pt x="1700" y="1657"/>
                  <a:pt x="1604" y="1517"/>
                  <a:pt x="1793" y="1406"/>
                </a:cubicBezTo>
                <a:cubicBezTo>
                  <a:pt x="2475" y="1134"/>
                  <a:pt x="2475" y="1134"/>
                  <a:pt x="2475" y="1134"/>
                </a:cubicBezTo>
                <a:cubicBezTo>
                  <a:pt x="2129" y="386"/>
                  <a:pt x="1261" y="0"/>
                  <a:pt x="18" y="0"/>
                </a:cubicBezTo>
                <a:cubicBezTo>
                  <a:pt x="12" y="0"/>
                  <a:pt x="6" y="0"/>
                  <a:pt x="0" y="0"/>
                </a:cubicBezTo>
                <a:cubicBezTo>
                  <a:pt x="5" y="1547"/>
                  <a:pt x="5" y="1547"/>
                  <a:pt x="5" y="1547"/>
                </a:cubicBezTo>
                <a:cubicBezTo>
                  <a:pt x="241" y="1610"/>
                  <a:pt x="398" y="1742"/>
                  <a:pt x="446" y="1944"/>
                </a:cubicBezTo>
                <a:cubicBezTo>
                  <a:pt x="1229" y="1632"/>
                  <a:pt x="1229" y="1632"/>
                  <a:pt x="1229" y="1632"/>
                </a:cubicBezTo>
                <a:cubicBezTo>
                  <a:pt x="1461" y="1568"/>
                  <a:pt x="1477" y="1766"/>
                  <a:pt x="1444" y="1840"/>
                </a:cubicBezTo>
                <a:cubicBezTo>
                  <a:pt x="1444" y="1839"/>
                  <a:pt x="1444" y="1839"/>
                  <a:pt x="1444" y="1839"/>
                </a:cubicBezTo>
                <a:cubicBezTo>
                  <a:pt x="1422" y="1890"/>
                  <a:pt x="1419" y="1947"/>
                  <a:pt x="1441" y="1998"/>
                </a:cubicBezTo>
                <a:cubicBezTo>
                  <a:pt x="1487" y="2107"/>
                  <a:pt x="1625" y="2152"/>
                  <a:pt x="1750" y="2098"/>
                </a:cubicBezTo>
                <a:cubicBezTo>
                  <a:pt x="1875" y="2045"/>
                  <a:pt x="1939" y="1914"/>
                  <a:pt x="1893" y="1806"/>
                </a:cubicBezTo>
                <a:cubicBezTo>
                  <a:pt x="1870" y="1753"/>
                  <a:pt x="1826" y="1715"/>
                  <a:pt x="1772" y="1697"/>
                </a:cubicBezTo>
                <a:close/>
              </a:path>
            </a:pathLst>
          </a:custGeom>
          <a:solidFill>
            <a:srgbClr val="C00000"/>
          </a:solidFill>
          <a:ln w="9525">
            <a:solidFill>
              <a:schemeClr val="bg1"/>
            </a:solidFill>
            <a:round/>
          </a:ln>
        </p:spPr>
        <p:txBody>
          <a:bodyPr anchor="ctr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2" name="Freeform 8"/>
          <p:cNvSpPr/>
          <p:nvPr>
            <p:custDataLst>
              <p:tags r:id="rId4"/>
            </p:custDataLst>
          </p:nvPr>
        </p:nvSpPr>
        <p:spPr bwMode="auto">
          <a:xfrm>
            <a:off x="4825222" y="2411926"/>
            <a:ext cx="1520627" cy="1109518"/>
          </a:xfrm>
          <a:custGeom>
            <a:avLst/>
            <a:gdLst>
              <a:gd name="T0" fmla="*/ 2438 w 2665"/>
              <a:gd name="T1" fmla="*/ 501 h 1945"/>
              <a:gd name="T2" fmla="*/ 2293 w 2665"/>
              <a:gd name="T3" fmla="*/ 575 h 1945"/>
              <a:gd name="T4" fmla="*/ 2028 w 2665"/>
              <a:gd name="T5" fmla="*/ 444 h 1945"/>
              <a:gd name="T6" fmla="*/ 2027 w 2665"/>
              <a:gd name="T7" fmla="*/ 0 h 1945"/>
              <a:gd name="T8" fmla="*/ 0 w 2665"/>
              <a:gd name="T9" fmla="*/ 552 h 1945"/>
              <a:gd name="T10" fmla="*/ 435 w 2665"/>
              <a:gd name="T11" fmla="*/ 1945 h 1945"/>
              <a:gd name="T12" fmla="*/ 1656 w 2665"/>
              <a:gd name="T13" fmla="*/ 1502 h 1945"/>
              <a:gd name="T14" fmla="*/ 2032 w 2665"/>
              <a:gd name="T15" fmla="*/ 1547 h 1945"/>
              <a:gd name="T16" fmla="*/ 2031 w 2665"/>
              <a:gd name="T17" fmla="*/ 1360 h 1945"/>
              <a:gd name="T18" fmla="*/ 2035 w 2665"/>
              <a:gd name="T19" fmla="*/ 1114 h 1945"/>
              <a:gd name="T20" fmla="*/ 2309 w 2665"/>
              <a:gd name="T21" fmla="*/ 932 h 1945"/>
              <a:gd name="T22" fmla="*/ 2309 w 2665"/>
              <a:gd name="T23" fmla="*/ 931 h 1945"/>
              <a:gd name="T24" fmla="*/ 2456 w 2665"/>
              <a:gd name="T25" fmla="*/ 991 h 1945"/>
              <a:gd name="T26" fmla="*/ 2660 w 2665"/>
              <a:gd name="T27" fmla="*/ 738 h 1945"/>
              <a:gd name="T28" fmla="*/ 2438 w 2665"/>
              <a:gd name="T29" fmla="*/ 501 h 19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2665" h="1945">
                <a:moveTo>
                  <a:pt x="2438" y="501"/>
                </a:moveTo>
                <a:cubicBezTo>
                  <a:pt x="2381" y="503"/>
                  <a:pt x="2329" y="531"/>
                  <a:pt x="2293" y="575"/>
                </a:cubicBezTo>
                <a:cubicBezTo>
                  <a:pt x="2229" y="627"/>
                  <a:pt x="2062" y="668"/>
                  <a:pt x="2028" y="444"/>
                </a:cubicBezTo>
                <a:cubicBezTo>
                  <a:pt x="2027" y="0"/>
                  <a:pt x="2027" y="0"/>
                  <a:pt x="2027" y="0"/>
                </a:cubicBezTo>
                <a:cubicBezTo>
                  <a:pt x="833" y="6"/>
                  <a:pt x="0" y="552"/>
                  <a:pt x="0" y="552"/>
                </a:cubicBezTo>
                <a:cubicBezTo>
                  <a:pt x="435" y="1945"/>
                  <a:pt x="435" y="1945"/>
                  <a:pt x="435" y="1945"/>
                </a:cubicBezTo>
                <a:cubicBezTo>
                  <a:pt x="435" y="1945"/>
                  <a:pt x="1004" y="1502"/>
                  <a:pt x="1656" y="1502"/>
                </a:cubicBezTo>
                <a:cubicBezTo>
                  <a:pt x="1796" y="1502"/>
                  <a:pt x="1922" y="1517"/>
                  <a:pt x="2032" y="1547"/>
                </a:cubicBezTo>
                <a:cubicBezTo>
                  <a:pt x="2031" y="1360"/>
                  <a:pt x="2031" y="1360"/>
                  <a:pt x="2031" y="1360"/>
                </a:cubicBezTo>
                <a:cubicBezTo>
                  <a:pt x="2035" y="1114"/>
                  <a:pt x="2035" y="1114"/>
                  <a:pt x="2035" y="1114"/>
                </a:cubicBezTo>
                <a:cubicBezTo>
                  <a:pt x="2033" y="810"/>
                  <a:pt x="2247" y="871"/>
                  <a:pt x="2309" y="932"/>
                </a:cubicBezTo>
                <a:cubicBezTo>
                  <a:pt x="2309" y="931"/>
                  <a:pt x="2309" y="931"/>
                  <a:pt x="2309" y="931"/>
                </a:cubicBezTo>
                <a:cubicBezTo>
                  <a:pt x="2348" y="970"/>
                  <a:pt x="2400" y="993"/>
                  <a:pt x="2456" y="991"/>
                </a:cubicBezTo>
                <a:cubicBezTo>
                  <a:pt x="2573" y="987"/>
                  <a:pt x="2665" y="874"/>
                  <a:pt x="2660" y="738"/>
                </a:cubicBezTo>
                <a:cubicBezTo>
                  <a:pt x="2655" y="603"/>
                  <a:pt x="2556" y="496"/>
                  <a:pt x="2438" y="501"/>
                </a:cubicBezTo>
                <a:close/>
              </a:path>
            </a:pathLst>
          </a:custGeom>
          <a:solidFill>
            <a:srgbClr val="C00000"/>
          </a:solidFill>
          <a:ln w="9525">
            <a:solidFill>
              <a:schemeClr val="bg1"/>
            </a:solidFill>
            <a:round/>
          </a:ln>
        </p:spPr>
        <p:txBody>
          <a:bodyPr anchor="ctr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3" name="任意多边形 14"/>
          <p:cNvSpPr/>
          <p:nvPr/>
        </p:nvSpPr>
        <p:spPr bwMode="auto">
          <a:xfrm>
            <a:off x="5501409" y="5343658"/>
            <a:ext cx="1139677" cy="1138089"/>
          </a:xfrm>
          <a:custGeom>
            <a:avLst/>
            <a:gdLst>
              <a:gd name="T0" fmla="*/ 693462 w 1289896"/>
              <a:gd name="T1" fmla="*/ 1869 h 1288803"/>
              <a:gd name="T2" fmla="*/ 1256263 w 1289896"/>
              <a:gd name="T3" fmla="*/ 439512 h 1288803"/>
              <a:gd name="T4" fmla="*/ 850098 w 1289896"/>
              <a:gd name="T5" fmla="*/ 1255192 h 1288803"/>
              <a:gd name="T6" fmla="*/ 33888 w 1289896"/>
              <a:gd name="T7" fmla="*/ 849291 h 1288803"/>
              <a:gd name="T8" fmla="*/ 439406 w 1289896"/>
              <a:gd name="T9" fmla="*/ 33611 h 1288803"/>
              <a:gd name="T10" fmla="*/ 693462 w 1289896"/>
              <a:gd name="T11" fmla="*/ 1869 h 1288803"/>
              <a:gd name="T12" fmla="*/ 645869 w 1289896"/>
              <a:gd name="T13" fmla="*/ 193551 h 1288803"/>
              <a:gd name="T14" fmla="*/ 502380 w 1289896"/>
              <a:gd name="T15" fmla="*/ 217450 h 1288803"/>
              <a:gd name="T16" fmla="*/ 217988 w 1289896"/>
              <a:gd name="T17" fmla="*/ 787795 h 1288803"/>
              <a:gd name="T18" fmla="*/ 645223 w 1289896"/>
              <a:gd name="T19" fmla="*/ 1095251 h 1288803"/>
              <a:gd name="T20" fmla="*/ 789358 w 1289896"/>
              <a:gd name="T21" fmla="*/ 1071352 h 1288803"/>
              <a:gd name="T22" fmla="*/ 1073104 w 1289896"/>
              <a:gd name="T23" fmla="*/ 501008 h 1288803"/>
              <a:gd name="T24" fmla="*/ 645869 w 1289896"/>
              <a:gd name="T25" fmla="*/ 193551 h 12888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289896" h="1288803">
                <a:moveTo>
                  <a:pt x="693462" y="1869"/>
                </a:moveTo>
                <a:cubicBezTo>
                  <a:pt x="944000" y="21047"/>
                  <a:pt x="1170891" y="186470"/>
                  <a:pt x="1256263" y="439512"/>
                </a:cubicBezTo>
                <a:cubicBezTo>
                  <a:pt x="1369446" y="776901"/>
                  <a:pt x="1187707" y="1142082"/>
                  <a:pt x="850098" y="1255192"/>
                </a:cubicBezTo>
                <a:cubicBezTo>
                  <a:pt x="512490" y="1368301"/>
                  <a:pt x="147071" y="1186680"/>
                  <a:pt x="33888" y="849291"/>
                </a:cubicBezTo>
                <a:cubicBezTo>
                  <a:pt x="-79942" y="511902"/>
                  <a:pt x="102444" y="146720"/>
                  <a:pt x="439406" y="33611"/>
                </a:cubicBezTo>
                <a:cubicBezTo>
                  <a:pt x="523808" y="5333"/>
                  <a:pt x="609949" y="-4523"/>
                  <a:pt x="693462" y="1869"/>
                </a:cubicBezTo>
                <a:close/>
                <a:moveTo>
                  <a:pt x="645869" y="193551"/>
                </a:moveTo>
                <a:cubicBezTo>
                  <a:pt x="597393" y="193551"/>
                  <a:pt x="548917" y="201302"/>
                  <a:pt x="502380" y="217450"/>
                </a:cubicBezTo>
                <a:cubicBezTo>
                  <a:pt x="266464" y="296252"/>
                  <a:pt x="139133" y="552035"/>
                  <a:pt x="217988" y="787795"/>
                </a:cubicBezTo>
                <a:cubicBezTo>
                  <a:pt x="280037" y="971881"/>
                  <a:pt x="451965" y="1095251"/>
                  <a:pt x="645223" y="1095251"/>
                </a:cubicBezTo>
                <a:cubicBezTo>
                  <a:pt x="694345" y="1095251"/>
                  <a:pt x="742175" y="1087500"/>
                  <a:pt x="789358" y="1071352"/>
                </a:cubicBezTo>
                <a:cubicBezTo>
                  <a:pt x="1024628" y="992550"/>
                  <a:pt x="1151958" y="736767"/>
                  <a:pt x="1073104" y="501008"/>
                </a:cubicBezTo>
                <a:cubicBezTo>
                  <a:pt x="1011055" y="316921"/>
                  <a:pt x="839773" y="193551"/>
                  <a:pt x="645869" y="193551"/>
                </a:cubicBezTo>
                <a:close/>
              </a:path>
            </a:pathLst>
          </a:custGeom>
          <a:solidFill>
            <a:srgbClr val="C00000"/>
          </a:solidFill>
          <a:ln w="9525">
            <a:solidFill>
              <a:schemeClr val="bg1"/>
            </a:solidFill>
            <a:round/>
          </a:ln>
        </p:spPr>
        <p:txBody>
          <a:bodyPr anchor="ctr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4" name="矩形 15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293472" y="2673831"/>
            <a:ext cx="594958" cy="584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sz="32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  <a:sym typeface="+mn-lt"/>
              </a:rPr>
              <a:t>01</a:t>
            </a:r>
            <a:endParaRPr lang="zh-CN" altLang="en-US" sz="32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  <a:sym typeface="+mn-lt"/>
            </a:endParaRPr>
          </a:p>
        </p:txBody>
      </p:sp>
      <p:sp>
        <p:nvSpPr>
          <p:cNvPr id="35" name="矩形 16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6385530" y="2689704"/>
            <a:ext cx="594958" cy="584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sz="32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  <a:sym typeface="+mn-lt"/>
              </a:rPr>
              <a:t>02</a:t>
            </a:r>
            <a:endParaRPr lang="zh-CN" altLang="en-US" sz="32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  <a:sym typeface="+mn-lt"/>
            </a:endParaRPr>
          </a:p>
        </p:txBody>
      </p:sp>
      <p:sp>
        <p:nvSpPr>
          <p:cNvPr id="36" name="矩形 17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6487117" y="3610334"/>
            <a:ext cx="594958" cy="584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sz="320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  <a:sym typeface="+mn-lt"/>
              </a:rPr>
              <a:t>03</a:t>
            </a:r>
            <a:endParaRPr lang="zh-CN" altLang="en-US" sz="320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  <a:sym typeface="+mn-lt"/>
            </a:endParaRPr>
          </a:p>
        </p:txBody>
      </p:sp>
      <p:sp>
        <p:nvSpPr>
          <p:cNvPr id="37" name="矩形 18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5861723" y="4488107"/>
            <a:ext cx="594958" cy="584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sz="320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  <a:sym typeface="+mn-lt"/>
              </a:rPr>
              <a:t>04</a:t>
            </a:r>
            <a:endParaRPr lang="zh-CN" altLang="en-US" sz="320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  <a:sym typeface="+mn-lt"/>
            </a:endParaRPr>
          </a:p>
        </p:txBody>
      </p:sp>
      <p:grpSp>
        <p:nvGrpSpPr>
          <p:cNvPr id="38" name="组合 37"/>
          <p:cNvGrpSpPr/>
          <p:nvPr>
            <p:custDataLst>
              <p:tags r:id="rId9"/>
            </p:custDataLst>
          </p:nvPr>
        </p:nvGrpSpPr>
        <p:grpSpPr>
          <a:xfrm>
            <a:off x="7555367" y="1966809"/>
            <a:ext cx="3952361" cy="766598"/>
            <a:chOff x="937750" y="5016378"/>
            <a:chExt cx="3952876" cy="766698"/>
          </a:xfrm>
        </p:grpSpPr>
        <p:sp>
          <p:nvSpPr>
            <p:cNvPr id="39" name="矩形 38"/>
            <p:cNvSpPr/>
            <p:nvPr>
              <p:custDataLst>
                <p:tags r:id="rId10"/>
              </p:custDataLst>
            </p:nvPr>
          </p:nvSpPr>
          <p:spPr>
            <a:xfrm>
              <a:off x="937750" y="5369002"/>
              <a:ext cx="3952876" cy="4140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内部使用·下载页内网accept</a:t>
              </a:r>
              <a:endPara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矩形 39"/>
            <p:cNvSpPr/>
            <p:nvPr>
              <p:custDataLst>
                <p:tags r:id="rId11"/>
              </p:custDataLst>
            </p:nvPr>
          </p:nvSpPr>
          <p:spPr>
            <a:xfrm>
              <a:off x="937750" y="5016378"/>
              <a:ext cx="2241974" cy="424732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未投产规模化</a:t>
              </a:r>
              <a:endPara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1" name="组合 40"/>
          <p:cNvGrpSpPr/>
          <p:nvPr>
            <p:custDataLst>
              <p:tags r:id="rId12"/>
            </p:custDataLst>
          </p:nvPr>
        </p:nvGrpSpPr>
        <p:grpSpPr>
          <a:xfrm>
            <a:off x="7555367" y="4252511"/>
            <a:ext cx="3952361" cy="1053154"/>
            <a:chOff x="937750" y="5016378"/>
            <a:chExt cx="3952876" cy="1053291"/>
          </a:xfrm>
        </p:grpSpPr>
        <p:sp>
          <p:nvSpPr>
            <p:cNvPr id="42" name="矩形 41"/>
            <p:cNvSpPr/>
            <p:nvPr>
              <p:custDataLst>
                <p:tags r:id="rId13"/>
              </p:custDataLst>
            </p:nvPr>
          </p:nvSpPr>
          <p:spPr>
            <a:xfrm>
              <a:off x="937750" y="5369002"/>
              <a:ext cx="3952876" cy="7006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生产验证码保持开·不自动识图回填·决策权在人</a:t>
              </a:r>
              <a:endPara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矩形 42"/>
            <p:cNvSpPr/>
            <p:nvPr>
              <p:custDataLst>
                <p:tags r:id="rId14"/>
              </p:custDataLst>
            </p:nvPr>
          </p:nvSpPr>
          <p:spPr>
            <a:xfrm>
              <a:off x="937750" y="5016378"/>
              <a:ext cx="2241974" cy="424732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非全自动</a:t>
              </a:r>
              <a:endPara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4" name="组合 43"/>
          <p:cNvGrpSpPr/>
          <p:nvPr>
            <p:custDataLst>
              <p:tags r:id="rId15"/>
            </p:custDataLst>
          </p:nvPr>
        </p:nvGrpSpPr>
        <p:grpSpPr>
          <a:xfrm>
            <a:off x="853021" y="2512382"/>
            <a:ext cx="3952361" cy="1053154"/>
            <a:chOff x="937750" y="5016378"/>
            <a:chExt cx="3952876" cy="1053291"/>
          </a:xfrm>
        </p:grpSpPr>
        <p:sp>
          <p:nvSpPr>
            <p:cNvPr id="45" name="矩形 44"/>
            <p:cNvSpPr/>
            <p:nvPr>
              <p:custDataLst>
                <p:tags r:id="rId16"/>
              </p:custDataLst>
            </p:nvPr>
          </p:nvSpPr>
          <p:spPr>
            <a:xfrm>
              <a:off x="937750" y="5369002"/>
              <a:ext cx="3952876" cy="7006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客户端不自动验收·TLS/Pin人工确认·抓包验密文</a:t>
              </a:r>
              <a:endPara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矩形 45"/>
            <p:cNvSpPr/>
            <p:nvPr>
              <p:custDataLst>
                <p:tags r:id="rId17"/>
              </p:custDataLst>
            </p:nvPr>
          </p:nvSpPr>
          <p:spPr>
            <a:xfrm>
              <a:off x="937750" y="5016378"/>
              <a:ext cx="2241974" cy="424732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S0只人验</a:t>
              </a:r>
              <a:endPara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7" name="组合 46"/>
          <p:cNvGrpSpPr/>
          <p:nvPr>
            <p:custDataLst>
              <p:tags r:id="rId18"/>
            </p:custDataLst>
          </p:nvPr>
        </p:nvGrpSpPr>
        <p:grpSpPr>
          <a:xfrm>
            <a:off x="853021" y="4798084"/>
            <a:ext cx="3952361" cy="1053154"/>
            <a:chOff x="937750" y="5016378"/>
            <a:chExt cx="3952876" cy="1053291"/>
          </a:xfrm>
        </p:grpSpPr>
        <p:sp>
          <p:nvSpPr>
            <p:cNvPr id="48" name="矩形 47"/>
            <p:cNvSpPr/>
            <p:nvPr>
              <p:custDataLst>
                <p:tags r:id="rId19"/>
              </p:custDataLst>
            </p:nvPr>
          </p:nvSpPr>
          <p:spPr>
            <a:xfrm>
              <a:off x="937750" y="5369002"/>
              <a:ext cx="3952876" cy="7006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部门内推广·换仓需调整·非一键复制</a:t>
              </a:r>
              <a:endPara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矩形 48"/>
            <p:cNvSpPr/>
            <p:nvPr>
              <p:custDataLst>
                <p:tags r:id="rId20"/>
              </p:custDataLst>
            </p:nvPr>
          </p:nvSpPr>
          <p:spPr>
            <a:xfrm>
              <a:off x="937750" y="5016378"/>
              <a:ext cx="2241974" cy="424732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推广需适配</a:t>
              </a:r>
              <a:endPara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6" name="标题 1"/>
          <p:cNvSpPr txBox="1"/>
          <p:nvPr/>
        </p:nvSpPr>
        <p:spPr>
          <a:xfrm>
            <a:off x="4024751" y="890576"/>
            <a:ext cx="4142498" cy="33520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WHAT WE DO NOT CLAIM</a:t>
            </a:r>
            <a:endParaRPr lang="zh-CN" altLang="en-US" sz="105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988" b="111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95000"/>
                  <a:lumOff val="5000"/>
                </a:schemeClr>
              </a:gs>
              <a:gs pos="100000">
                <a:schemeClr val="tx1">
                  <a:lumMod val="95000"/>
                  <a:lumOff val="5000"/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1922965" y="2371761"/>
            <a:ext cx="1439833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b="1" spc="600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技术分享</a:t>
            </a:r>
            <a:endParaRPr lang="zh-CN" altLang="en-US" b="1" spc="6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4" name="半闭框 23"/>
          <p:cNvSpPr/>
          <p:nvPr/>
        </p:nvSpPr>
        <p:spPr>
          <a:xfrm>
            <a:off x="1481629" y="1411032"/>
            <a:ext cx="1005537" cy="4233612"/>
          </a:xfrm>
          <a:prstGeom prst="halfFrame">
            <a:avLst>
              <a:gd name="adj1" fmla="val 0"/>
              <a:gd name="adj2" fmla="val 0"/>
            </a:avLst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5" name="半闭框 24"/>
          <p:cNvSpPr/>
          <p:nvPr/>
        </p:nvSpPr>
        <p:spPr>
          <a:xfrm flipH="1">
            <a:off x="4259158" y="1411032"/>
            <a:ext cx="831880" cy="1738244"/>
          </a:xfrm>
          <a:prstGeom prst="halfFrame">
            <a:avLst>
              <a:gd name="adj1" fmla="val 0"/>
              <a:gd name="adj2" fmla="val 0"/>
            </a:avLst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2073502" y="5952068"/>
            <a:ext cx="259879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4774202" y="3542144"/>
            <a:ext cx="923330" cy="319574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spc="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架构决策可追溯(ADR)
工作方法可推广(SOP)
多项目已验证(证据)</a:t>
            </a:r>
            <a:endParaRPr lang="en-US" altLang="zh-CN" sz="1600" spc="6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sz="1600" spc="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8" name="直接连接符 27"/>
          <p:cNvCxnSpPr/>
          <p:nvPr/>
        </p:nvCxnSpPr>
        <p:spPr>
          <a:xfrm flipH="1">
            <a:off x="4087524" y="3136441"/>
            <a:ext cx="1205329" cy="90307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椭圆 28"/>
          <p:cNvSpPr/>
          <p:nvPr/>
        </p:nvSpPr>
        <p:spPr>
          <a:xfrm>
            <a:off x="3911065" y="4035559"/>
            <a:ext cx="138842" cy="13884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cxnSp>
        <p:nvCxnSpPr>
          <p:cNvPr id="30" name="直接连接符 29"/>
          <p:cNvCxnSpPr/>
          <p:nvPr/>
        </p:nvCxnSpPr>
        <p:spPr>
          <a:xfrm flipV="1">
            <a:off x="903103" y="5274821"/>
            <a:ext cx="1170399" cy="97088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2073502" y="5064640"/>
            <a:ext cx="210180" cy="21018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cxnSp>
        <p:nvCxnSpPr>
          <p:cNvPr id="32" name="直接连接符 31"/>
          <p:cNvCxnSpPr/>
          <p:nvPr/>
        </p:nvCxnSpPr>
        <p:spPr>
          <a:xfrm flipV="1">
            <a:off x="1749883" y="5020176"/>
            <a:ext cx="1170399" cy="97088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1508856" y="1591238"/>
            <a:ext cx="461665" cy="299864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b="1" spc="600" dirty="0" smtClean="0">
                <a:solidFill>
                  <a:schemeClr val="bg1"/>
                </a:solidFill>
              </a:rPr>
              <a:t>GENLOT VPN</a:t>
            </a:r>
            <a:endParaRPr lang="zh-CN" altLang="en-US" b="1" spc="600" dirty="0">
              <a:solidFill>
                <a:schemeClr val="bg1"/>
              </a:solidFill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2535293" y="270457"/>
            <a:ext cx="161684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3800" b="1" dirty="0">
                <a:solidFill>
                  <a:schemeClr val="bg1"/>
                </a:solidFill>
              </a:rPr>
              <a:t>全</a:t>
            </a:r>
            <a:endParaRPr lang="zh-CN" altLang="en-US" sz="13800" b="1" dirty="0">
              <a:solidFill>
                <a:schemeClr val="bg1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3465551" y="2062249"/>
            <a:ext cx="161684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600" b="1" dirty="0">
                <a:solidFill>
                  <a:schemeClr val="bg1"/>
                </a:solidFill>
              </a:rPr>
              <a:t>栈</a:t>
            </a:r>
            <a:endParaRPr lang="zh-CN" altLang="en-US" sz="9600" b="1" dirty="0">
              <a:solidFill>
                <a:schemeClr val="bg1"/>
              </a:solidFill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2082290" y="3064709"/>
            <a:ext cx="1616848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500" b="1" dirty="0" smtClean="0">
                <a:solidFill>
                  <a:schemeClr val="bg1"/>
                </a:solidFill>
              </a:rPr>
              <a:t>交</a:t>
            </a:r>
            <a:endParaRPr lang="zh-CN" altLang="en-US" sz="11500" b="1" dirty="0">
              <a:solidFill>
                <a:schemeClr val="bg1"/>
              </a:solidFill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3162385" y="4300687"/>
            <a:ext cx="161684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600" b="1" dirty="0" smtClean="0">
                <a:solidFill>
                  <a:schemeClr val="bg1"/>
                </a:solidFill>
              </a:rPr>
              <a:t>付</a:t>
            </a:r>
            <a:endParaRPr lang="zh-CN" altLang="en-US" sz="9600" b="1" dirty="0">
              <a:solidFill>
                <a:schemeClr val="bg1"/>
              </a:solidFill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2202569" y="2797311"/>
            <a:ext cx="142218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b="1" spc="600" dirty="0" smtClean="0">
                <a:solidFill>
                  <a:schemeClr val="bg1"/>
                </a:solidFill>
                <a:latin typeface="宋体" panose="02010600030101010101" pitchFamily="2" charset="-122"/>
              </a:rPr>
              <a:t>欢迎提问</a:t>
            </a:r>
            <a:endParaRPr lang="zh-CN" altLang="en-US" b="1" spc="600" dirty="0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  <p:sp>
        <p:nvSpPr>
          <p:cNvPr id="39" name="PA_库_矩形 5"/>
          <p:cNvSpPr/>
          <p:nvPr>
            <p:custDataLst>
              <p:tags r:id="rId2"/>
            </p:custDataLst>
          </p:nvPr>
        </p:nvSpPr>
        <p:spPr>
          <a:xfrm>
            <a:off x="207485" y="218308"/>
            <a:ext cx="11777030" cy="6421384"/>
          </a:xfrm>
          <a:prstGeom prst="rect">
            <a:avLst/>
          </a:prstGeom>
          <a:noFill/>
          <a:ln>
            <a:gradFill flip="none" rotWithShape="1">
              <a:gsLst>
                <a:gs pos="0">
                  <a:srgbClr val="AB442C"/>
                </a:gs>
                <a:gs pos="39000">
                  <a:srgbClr val="E5BE8B"/>
                </a:gs>
                <a:gs pos="69000">
                  <a:srgbClr val="90316F"/>
                </a:gs>
                <a:gs pos="100000">
                  <a:srgbClr val="2B8F94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PA" val="v4.0.0"/>
</p:tagLst>
</file>

<file path=ppt/tags/tag2.xml><?xml version="1.0" encoding="utf-8"?>
<p:tagLst xmlns:p="http://schemas.openxmlformats.org/presentationml/2006/main">
  <p:tag name="PA" val="v4.0.0"/>
</p:tagLst>
</file>

<file path=ppt/tags/tag3.xml><?xml version="1.0" encoding="utf-8"?>
<p:tagLst xmlns:p="http://schemas.openxmlformats.org/presentationml/2006/main">
  <p:tag name="PA" val="v4.0.0"/>
</p:tagLst>
</file>

<file path=ppt/tags/tag4.xml><?xml version="1.0" encoding="utf-8"?>
<p:tagLst xmlns:p="http://schemas.openxmlformats.org/presentationml/2006/main">
  <p:tag name="PA" val="v4.0.0"/>
</p:tagLst>
</file>

<file path=ppt/tags/tag5.xml><?xml version="1.0" encoding="utf-8"?>
<p:tagLst xmlns:p="http://schemas.openxmlformats.org/presentationml/2006/main">
  <p:tag name="PA" val="v4.0.0"/>
</p:tagLst>
</file>

<file path=ppt/tags/tag6.xml><?xml version="1.0" encoding="utf-8"?>
<p:tagLst xmlns:p="http://schemas.openxmlformats.org/presentationml/2006/main">
  <p:tag name="KSO_WM_DIAGRAM_VIRTUALLY_FRAME" val="{&quot;height&quot;:323.1514173228347,&quot;left&quot;:51.91251968503936,&quot;top&quot;:135.33338582677166,&quot;width&quot;:847.9122047244094}"/>
</p:tagLst>
</file>

<file path=ppt/tags/tag7.xml><?xml version="1.0" encoding="utf-8"?>
<p:tagLst xmlns:p="http://schemas.openxmlformats.org/presentationml/2006/main">
  <p:tag name="KSO_WM_DIAGRAM_VIRTUALLY_FRAME" val="{&quot;height&quot;:323.1514173228347,&quot;left&quot;:51.91251968503936,&quot;top&quot;:135.33338582677166,&quot;width&quot;:847.9122047244094}"/>
</p:tagLst>
</file>

<file path=ppt/tags/tag8.xml><?xml version="1.0" encoding="utf-8"?>
<p:tagLst xmlns:p="http://schemas.openxmlformats.org/presentationml/2006/main">
  <p:tag name="KSO_WM_DIAGRAM_VIRTUALLY_FRAME" val="{&quot;height&quot;:323.1514173228347,&quot;left&quot;:51.91251968503936,&quot;top&quot;:135.33338582677166,&quot;width&quot;:847.9122047244094}"/>
</p:tagLst>
</file>

<file path=ppt/tags/tag9.xml><?xml version="1.0" encoding="utf-8"?>
<p:tagLst xmlns:p="http://schemas.openxmlformats.org/presentationml/2006/main">
  <p:tag name="KSO_WM_DIAGRAM_VIRTUALLY_FRAME" val="{&quot;height&quot;:323.1514173228347,&quot;left&quot;:51.91251968503936,&quot;top&quot;:135.33338582677166,&quot;width&quot;:847.9122047244094}"/>
</p:tagLst>
</file>

<file path=ppt/tags/tag10.xml><?xml version="1.0" encoding="utf-8"?>
<p:tagLst xmlns:p="http://schemas.openxmlformats.org/presentationml/2006/main">
  <p:tag name="KSO_WM_DIAGRAM_VIRTUALLY_FRAME" val="{&quot;height&quot;:323.1514173228347,&quot;left&quot;:51.91251968503936,&quot;top&quot;:135.33338582677166,&quot;width&quot;:847.9122047244094}"/>
</p:tagLst>
</file>

<file path=ppt/tags/tag11.xml><?xml version="1.0" encoding="utf-8"?>
<p:tagLst xmlns:p="http://schemas.openxmlformats.org/presentationml/2006/main">
  <p:tag name="KSO_WM_DIAGRAM_VIRTUALLY_FRAME" val="{&quot;height&quot;:323.1514173228347,&quot;left&quot;:51.91251968503936,&quot;top&quot;:135.33338582677166,&quot;width&quot;:847.9122047244094}"/>
</p:tagLst>
</file>

<file path=ppt/tags/tag12.xml><?xml version="1.0" encoding="utf-8"?>
<p:tagLst xmlns:p="http://schemas.openxmlformats.org/presentationml/2006/main">
  <p:tag name="KSO_WM_DIAGRAM_VIRTUALLY_FRAME" val="{&quot;height&quot;:323.1514173228347,&quot;left&quot;:51.91251968503936,&quot;top&quot;:135.33338582677166,&quot;width&quot;:847.9122047244094}"/>
</p:tagLst>
</file>

<file path=ppt/tags/tag13.xml><?xml version="1.0" encoding="utf-8"?>
<p:tagLst xmlns:p="http://schemas.openxmlformats.org/presentationml/2006/main">
  <p:tag name="KSO_WM_DIAGRAM_VIRTUALLY_FRAME" val="{&quot;height&quot;:323.1514173228347,&quot;left&quot;:51.91251968503936,&quot;top&quot;:135.33338582677166,&quot;width&quot;:847.9122047244094}"/>
</p:tagLst>
</file>

<file path=ppt/tags/tag14.xml><?xml version="1.0" encoding="utf-8"?>
<p:tagLst xmlns:p="http://schemas.openxmlformats.org/presentationml/2006/main">
  <p:tag name="KSO_WM_DIAGRAM_VIRTUALLY_FRAME" val="{&quot;height&quot;:323.1514173228347,&quot;left&quot;:51.91251968503936,&quot;top&quot;:135.33338582677166,&quot;width&quot;:847.9122047244094}"/>
</p:tagLst>
</file>

<file path=ppt/tags/tag15.xml><?xml version="1.0" encoding="utf-8"?>
<p:tagLst xmlns:p="http://schemas.openxmlformats.org/presentationml/2006/main">
  <p:tag name="KSO_WM_DIAGRAM_VIRTUALLY_FRAME" val="{&quot;height&quot;:323.1514173228347,&quot;left&quot;:51.91251968503936,&quot;top&quot;:135.33338582677166,&quot;width&quot;:847.9122047244094}"/>
</p:tagLst>
</file>

<file path=ppt/tags/tag16.xml><?xml version="1.0" encoding="utf-8"?>
<p:tagLst xmlns:p="http://schemas.openxmlformats.org/presentationml/2006/main">
  <p:tag name="KSO_WM_DIAGRAM_VIRTUALLY_FRAME" val="{&quot;height&quot;:323.1514173228347,&quot;left&quot;:51.91251968503936,&quot;top&quot;:135.33338582677166,&quot;width&quot;:847.9122047244094}"/>
</p:tagLst>
</file>

<file path=ppt/tags/tag17.xml><?xml version="1.0" encoding="utf-8"?>
<p:tagLst xmlns:p="http://schemas.openxmlformats.org/presentationml/2006/main">
  <p:tag name="KSO_WM_DIAGRAM_VIRTUALLY_FRAME" val="{&quot;height&quot;:323.1514173228347,&quot;left&quot;:51.91251968503936,&quot;top&quot;:135.33338582677166,&quot;width&quot;:847.9122047244094}"/>
</p:tagLst>
</file>

<file path=ppt/tags/tag18.xml><?xml version="1.0" encoding="utf-8"?>
<p:tagLst xmlns:p="http://schemas.openxmlformats.org/presentationml/2006/main">
  <p:tag name="KSO_WM_DIAGRAM_VIRTUALLY_FRAME" val="{&quot;height&quot;:323.1514173228347,&quot;left&quot;:51.91251968503936,&quot;top&quot;:135.33338582677166,&quot;width&quot;:847.9122047244094}"/>
</p:tagLst>
</file>

<file path=ppt/tags/tag19.xml><?xml version="1.0" encoding="utf-8"?>
<p:tagLst xmlns:p="http://schemas.openxmlformats.org/presentationml/2006/main">
  <p:tag name="KSO_WM_DIAGRAM_VIRTUALLY_FRAME" val="{&quot;height&quot;:323.1514173228347,&quot;left&quot;:51.91251968503936,&quot;top&quot;:135.33338582677166,&quot;width&quot;:847.9122047244094}"/>
</p:tagLst>
</file>

<file path=ppt/tags/tag20.xml><?xml version="1.0" encoding="utf-8"?>
<p:tagLst xmlns:p="http://schemas.openxmlformats.org/presentationml/2006/main">
  <p:tag name="KSO_WM_DIAGRAM_VIRTUALLY_FRAME" val="{&quot;height&quot;:323.1514173228347,&quot;left&quot;:51.91251968503936,&quot;top&quot;:135.33338582677166,&quot;width&quot;:847.9122047244094}"/>
</p:tagLst>
</file>

<file path=ppt/tags/tag21.xml><?xml version="1.0" encoding="utf-8"?>
<p:tagLst xmlns:p="http://schemas.openxmlformats.org/presentationml/2006/main">
  <p:tag name="KSO_WM_DIAGRAM_VIRTUALLY_FRAME" val="{&quot;height&quot;:323.1514173228347,&quot;left&quot;:51.91251968503936,&quot;top&quot;:135.33338582677166,&quot;width&quot;:847.9122047244094}"/>
</p:tagLst>
</file>

<file path=ppt/tags/tag22.xml><?xml version="1.0" encoding="utf-8"?>
<p:tagLst xmlns:p="http://schemas.openxmlformats.org/presentationml/2006/main">
  <p:tag name="KSO_WM_DIAGRAM_VIRTUALLY_FRAME" val="{&quot;height&quot;:323.1514173228347,&quot;left&quot;:51.91251968503936,&quot;top&quot;:135.33338582677166,&quot;width&quot;:847.9122047244094}"/>
</p:tagLst>
</file>

<file path=ppt/tags/tag23.xml><?xml version="1.0" encoding="utf-8"?>
<p:tagLst xmlns:p="http://schemas.openxmlformats.org/presentationml/2006/main">
  <p:tag name="KSO_WM_DIAGRAM_VIRTUALLY_FRAME" val="{&quot;height&quot;:323.1514173228347,&quot;left&quot;:51.91251968503936,&quot;top&quot;:135.33338582677166,&quot;width&quot;:847.9122047244094}"/>
</p:tagLst>
</file>

<file path=ppt/tags/tag24.xml><?xml version="1.0" encoding="utf-8"?>
<p:tagLst xmlns:p="http://schemas.openxmlformats.org/presentationml/2006/main">
  <p:tag name="KSO_WM_DIAGRAM_VIRTUALLY_FRAME" val="{&quot;height&quot;:323.1514173228347,&quot;left&quot;:51.91251968503936,&quot;top&quot;:135.33338582677166,&quot;width&quot;:847.9122047244094}"/>
</p:tagLst>
</file>

<file path=ppt/tags/tag25.xml><?xml version="1.0" encoding="utf-8"?>
<p:tagLst xmlns:p="http://schemas.openxmlformats.org/presentationml/2006/main">
  <p:tag name="KSO_WM_DIAGRAM_VIRTUALLY_FRAME" val="{&quot;height&quot;:323.1514173228347,&quot;left&quot;:51.91251968503936,&quot;top&quot;:135.33338582677166,&quot;width&quot;:847.9122047244094}"/>
</p:tagLst>
</file>

<file path=ppt/tags/tag26.xml><?xml version="1.0" encoding="utf-8"?>
<p:tagLst xmlns:p="http://schemas.openxmlformats.org/presentationml/2006/main">
  <p:tag name="KSO_WM_DIAGRAM_VIRTUALLY_FRAME" val="{&quot;height&quot;:323.1514173228347,&quot;left&quot;:51.91251968503936,&quot;top&quot;:135.33338582677166,&quot;width&quot;:847.9122047244094}"/>
</p:tagLst>
</file>

<file path=ppt/tags/tag27.xml><?xml version="1.0" encoding="utf-8"?>
<p:tagLst xmlns:p="http://schemas.openxmlformats.org/presentationml/2006/main">
  <p:tag name="KSO_WM_DIAGRAM_VIRTUALLY_FRAME" val="{&quot;height&quot;:305.8605511811023,&quot;left&quot;:67.16700787401575,&quot;top&quot;:154.8668503937008,&quot;width&quot;:838.9533070866142}"/>
</p:tagLst>
</file>

<file path=ppt/tags/tag28.xml><?xml version="1.0" encoding="utf-8"?>
<p:tagLst xmlns:p="http://schemas.openxmlformats.org/presentationml/2006/main">
  <p:tag name="KSO_WM_DIAGRAM_VIRTUALLY_FRAME" val="{&quot;height&quot;:305.8605511811023,&quot;left&quot;:67.16700787401575,&quot;top&quot;:154.8668503937008,&quot;width&quot;:838.9533070866142}"/>
</p:tagLst>
</file>

<file path=ppt/tags/tag29.xml><?xml version="1.0" encoding="utf-8"?>
<p:tagLst xmlns:p="http://schemas.openxmlformats.org/presentationml/2006/main">
  <p:tag name="KSO_WM_DIAGRAM_VIRTUALLY_FRAME" val="{&quot;height&quot;:305.8605511811023,&quot;left&quot;:67.16700787401575,&quot;top&quot;:154.8668503937008,&quot;width&quot;:838.9533070866142}"/>
</p:tagLst>
</file>

<file path=ppt/tags/tag30.xml><?xml version="1.0" encoding="utf-8"?>
<p:tagLst xmlns:p="http://schemas.openxmlformats.org/presentationml/2006/main">
  <p:tag name="KSO_WM_DIAGRAM_VIRTUALLY_FRAME" val="{&quot;height&quot;:305.8605511811023,&quot;left&quot;:67.16700787401575,&quot;top&quot;:154.8668503937008,&quot;width&quot;:838.9533070866142}"/>
</p:tagLst>
</file>

<file path=ppt/tags/tag31.xml><?xml version="1.0" encoding="utf-8"?>
<p:tagLst xmlns:p="http://schemas.openxmlformats.org/presentationml/2006/main">
  <p:tag name="KSO_WM_DIAGRAM_VIRTUALLY_FRAME" val="{&quot;height&quot;:305.8605511811023,&quot;left&quot;:67.16700787401575,&quot;top&quot;:154.8668503937008,&quot;width&quot;:838.9533070866142}"/>
</p:tagLst>
</file>

<file path=ppt/tags/tag32.xml><?xml version="1.0" encoding="utf-8"?>
<p:tagLst xmlns:p="http://schemas.openxmlformats.org/presentationml/2006/main">
  <p:tag name="KSO_WM_DIAGRAM_VIRTUALLY_FRAME" val="{&quot;height&quot;:305.8605511811023,&quot;left&quot;:67.16700787401575,&quot;top&quot;:154.8668503937008,&quot;width&quot;:838.9533070866142}"/>
</p:tagLst>
</file>

<file path=ppt/tags/tag33.xml><?xml version="1.0" encoding="utf-8"?>
<p:tagLst xmlns:p="http://schemas.openxmlformats.org/presentationml/2006/main">
  <p:tag name="KSO_WM_DIAGRAM_VIRTUALLY_FRAME" val="{&quot;height&quot;:305.8605511811023,&quot;left&quot;:67.16700787401575,&quot;top&quot;:154.8668503937008,&quot;width&quot;:838.9533070866142}"/>
</p:tagLst>
</file>

<file path=ppt/tags/tag34.xml><?xml version="1.0" encoding="utf-8"?>
<p:tagLst xmlns:p="http://schemas.openxmlformats.org/presentationml/2006/main">
  <p:tag name="KSO_WM_DIAGRAM_VIRTUALLY_FRAME" val="{&quot;height&quot;:305.8605511811023,&quot;left&quot;:67.16700787401575,&quot;top&quot;:154.8668503937008,&quot;width&quot;:838.9533070866142}"/>
</p:tagLst>
</file>

<file path=ppt/tags/tag35.xml><?xml version="1.0" encoding="utf-8"?>
<p:tagLst xmlns:p="http://schemas.openxmlformats.org/presentationml/2006/main">
  <p:tag name="KSO_WM_DIAGRAM_VIRTUALLY_FRAME" val="{&quot;height&quot;:305.8605511811023,&quot;left&quot;:67.16700787401575,&quot;top&quot;:154.8668503937008,&quot;width&quot;:838.9533070866142}"/>
</p:tagLst>
</file>

<file path=ppt/tags/tag36.xml><?xml version="1.0" encoding="utf-8"?>
<p:tagLst xmlns:p="http://schemas.openxmlformats.org/presentationml/2006/main">
  <p:tag name="KSO_WM_DIAGRAM_VIRTUALLY_FRAME" val="{&quot;height&quot;:305.8605511811023,&quot;left&quot;:67.16700787401575,&quot;top&quot;:154.8668503937008,&quot;width&quot;:838.9533070866142}"/>
</p:tagLst>
</file>

<file path=ppt/tags/tag37.xml><?xml version="1.0" encoding="utf-8"?>
<p:tagLst xmlns:p="http://schemas.openxmlformats.org/presentationml/2006/main">
  <p:tag name="KSO_WM_DIAGRAM_VIRTUALLY_FRAME" val="{&quot;height&quot;:305.8605511811023,&quot;left&quot;:67.16700787401575,&quot;top&quot;:154.8668503937008,&quot;width&quot;:838.9533070866142}"/>
</p:tagLst>
</file>

<file path=ppt/tags/tag38.xml><?xml version="1.0" encoding="utf-8"?>
<p:tagLst xmlns:p="http://schemas.openxmlformats.org/presentationml/2006/main">
  <p:tag name="KSO_WM_DIAGRAM_VIRTUALLY_FRAME" val="{&quot;height&quot;:305.8605511811023,&quot;left&quot;:67.16700787401575,&quot;top&quot;:154.8668503937008,&quot;width&quot;:838.9533070866142}"/>
</p:tagLst>
</file>

<file path=ppt/tags/tag39.xml><?xml version="1.0" encoding="utf-8"?>
<p:tagLst xmlns:p="http://schemas.openxmlformats.org/presentationml/2006/main">
  <p:tag name="KSO_WM_DIAGRAM_VIRTUALLY_FRAME" val="{&quot;height&quot;:305.8605511811023,&quot;left&quot;:67.16700787401575,&quot;top&quot;:154.8668503937008,&quot;width&quot;:838.9533070866142}"/>
</p:tagLst>
</file>

<file path=ppt/tags/tag40.xml><?xml version="1.0" encoding="utf-8"?>
<p:tagLst xmlns:p="http://schemas.openxmlformats.org/presentationml/2006/main">
  <p:tag name="KSO_WM_DIAGRAM_VIRTUALLY_FRAME" val="{&quot;height&quot;:305.8605511811023,&quot;left&quot;:67.16700787401575,&quot;top&quot;:154.8668503937008,&quot;width&quot;:838.9533070866142}"/>
</p:tagLst>
</file>

<file path=ppt/tags/tag41.xml><?xml version="1.0" encoding="utf-8"?>
<p:tagLst xmlns:p="http://schemas.openxmlformats.org/presentationml/2006/main">
  <p:tag name="KSO_WM_DIAGRAM_VIRTUALLY_FRAME" val="{&quot;height&quot;:305.8605511811023,&quot;left&quot;:67.16700787401575,&quot;top&quot;:154.8668503937008,&quot;width&quot;:838.9533070866142}"/>
</p:tagLst>
</file>

<file path=ppt/tags/tag42.xml><?xml version="1.0" encoding="utf-8"?>
<p:tagLst xmlns:p="http://schemas.openxmlformats.org/presentationml/2006/main">
  <p:tag name="KSO_WM_DIAGRAM_VIRTUALLY_FRAME" val="{&quot;height&quot;:305.8605511811023,&quot;left&quot;:67.16700787401575,&quot;top&quot;:154.8668503937008,&quot;width&quot;:838.9533070866142}"/>
</p:tagLst>
</file>

<file path=ppt/tags/tag43.xml><?xml version="1.0" encoding="utf-8"?>
<p:tagLst xmlns:p="http://schemas.openxmlformats.org/presentationml/2006/main">
  <p:tag name="KSO_WM_DIAGRAM_VIRTUALLY_FRAME" val="{&quot;height&quot;:305.8605511811023,&quot;left&quot;:67.16700787401575,&quot;top&quot;:154.8668503937008,&quot;width&quot;:838.9533070866142}"/>
</p:tagLst>
</file>

<file path=ppt/tags/tag44.xml><?xml version="1.0" encoding="utf-8"?>
<p:tagLst xmlns:p="http://schemas.openxmlformats.org/presentationml/2006/main">
  <p:tag name="KSO_WM_DIAGRAM_VIRTUALLY_FRAME" val="{&quot;height&quot;:305.8605511811023,&quot;left&quot;:67.16700787401575,&quot;top&quot;:154.8668503937008,&quot;width&quot;:838.9533070866142}"/>
</p:tagLst>
</file>

<file path=ppt/tags/tag45.xml><?xml version="1.0" encoding="utf-8"?>
<p:tagLst xmlns:p="http://schemas.openxmlformats.org/presentationml/2006/main">
  <p:tag name="KSO_WM_DIAGRAM_VIRTUALLY_FRAME" val="{&quot;height&quot;:305.8605511811023,&quot;left&quot;:67.16700787401575,&quot;top&quot;:154.8668503937008,&quot;width&quot;:838.9533070866142}"/>
</p:tagLst>
</file>

<file path=ppt/tags/tag46.xml><?xml version="1.0" encoding="utf-8"?>
<p:tagLst xmlns:p="http://schemas.openxmlformats.org/presentationml/2006/main">
  <p:tag name="KSO_WM_DIAGRAM_VIRTUALLY_FRAME" val="{&quot;height&quot;:305.8605511811023,&quot;left&quot;:67.16700787401575,&quot;top&quot;:154.8668503937008,&quot;width&quot;:838.9533070866142}"/>
</p:tagLst>
</file>

<file path=ppt/tags/tag47.xml><?xml version="1.0" encoding="utf-8"?>
<p:tagLst xmlns:p="http://schemas.openxmlformats.org/presentationml/2006/main">
  <p:tag name="PA" val="v4.0.0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2137</Words>
  <Application>WPS 演示</Application>
  <PresentationFormat>宽屏</PresentationFormat>
  <Paragraphs>382</Paragraphs>
  <Slides>19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8" baseType="lpstr">
      <vt:lpstr>Arial</vt:lpstr>
      <vt:lpstr>宋体</vt:lpstr>
      <vt:lpstr>Wingdings</vt:lpstr>
      <vt:lpstr>微软雅黑</vt:lpstr>
      <vt:lpstr>仿宋</vt:lpstr>
      <vt:lpstr>Clear Sans</vt:lpstr>
      <vt:lpstr>DejaVu Math TeX Gyre</vt:lpstr>
      <vt:lpstr>Calibri</vt:lpstr>
      <vt:lpstr>仿宋_GB2312</vt:lpstr>
      <vt:lpstr>Chelsea</vt:lpstr>
      <vt:lpstr>Impact</vt:lpstr>
      <vt:lpstr>华文细黑</vt:lpstr>
      <vt:lpstr>方正姚体</vt:lpstr>
      <vt:lpstr>Arial Unicode MS</vt:lpstr>
      <vt:lpstr>Calibri Light</vt:lpstr>
      <vt:lpstr>PMingLiU</vt:lpstr>
      <vt:lpstr>Segoe Print</vt:lpstr>
      <vt:lpstr>Segoe UI Symbol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Sky123.Org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品乐汇</dc:title>
  <dc:creator>Administrator</dc:creator>
  <cp:lastModifiedBy>WPS_1599992732</cp:lastModifiedBy>
  <cp:revision>139</cp:revision>
  <dcterms:created xsi:type="dcterms:W3CDTF">2019-01-20T01:26:00Z</dcterms:created>
  <dcterms:modified xsi:type="dcterms:W3CDTF">2026-08-25T05:55:51Z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KSOTemplateUUID">
    <vt:lpwstr>v1.0_mb_1ktBia5PakVvit2jJQS+zw==</vt:lpwstr>
  </property>
  <property fmtid="{D5CDD505-2E9C-101B-9397-08002B2CF9AE}" pid="4" name="ICV">
    <vt:lpwstr>557F2D4B00064A5E80F8BDA913C68E61_11</vt:lpwstr>
  </property>
</Properties>
</file>