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01" r:id="rId3"/>
    <p:sldId id="298" r:id="rId4"/>
    <p:sldId id="302" r:id="rId5"/>
    <p:sldId id="312" r:id="rId6"/>
    <p:sldId id="313" r:id="rId7"/>
    <p:sldId id="317" r:id="rId8"/>
    <p:sldId id="307" r:id="rId9"/>
    <p:sldId id="318" r:id="rId10"/>
    <p:sldId id="319" r:id="rId11"/>
    <p:sldId id="320" r:id="rId12"/>
    <p:sldId id="308" r:id="rId13"/>
    <p:sldId id="316" r:id="rId14"/>
    <p:sldId id="314" r:id="rId16"/>
    <p:sldId id="315" r:id="rId17"/>
    <p:sldId id="306" r:id="rId18"/>
    <p:sldId id="321" r:id="rId19"/>
    <p:sldId id="322" r:id="rId20"/>
    <p:sldId id="323" r:id="rId21"/>
    <p:sldId id="30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3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7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083A3-6679-4717-98E8-F648BBEEBD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22D4A-9037-4B35-9BF1-89E1187CB4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第一条交功能和轨道。弹窗标题是「线路权限 - {用户}」。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开场先报结果：原只会 Java；现在 Win/Mac 能走完五步法，生产默认 TLS。方法后讲。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入选 60，推荐 70。深度靠六阶段正文。效率不写倍数。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来自 SOP §5.3。审计看板口头补一句。难处在两套 ID，不在页面。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约束来自这张表。易安联同步口头补：一般，人审映射。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深度分的正文。客户端不进 accept。超 2 轮停下来等人。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前半场核心。AI 把方案铺开，人按约束否决。若依只是管理壳。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三块说清楚即可。不要现场讲 Feign。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真正难的是 *YianlianMapping。两端共用 proto/vpn，契约人确认。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§6。下一页把传输这一刀单独说。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没改证书不必重勾整份 S0。不要说客户端已自动验收。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现场优先打开 2026-08-16。有余量再翻 08-18 反馈列表、08-19 下载页中/英。不要现场填验证码。口头：管版本 → 能反馈 → 包能下。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入选 60，推荐 70。效率不写倍数。沉淀并进留下的那页。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第一次三层都动到。不拦 SDK / 30303。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请领导认就是一个人。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不写快了几倍，也不写省了多少万。18/19 证明轨道可重复，不是又一次从零做客户端。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沉淀 15、合规 10。真凭证不入库。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问答：套若依？壳子。密钥？envs。不自动验客户端？S0。下载页？93 静态站，不是官网已铺开。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 5 分钟。不自动验客户端：S0。下载页不算又一次前端突破，陌生域仍看 Qt + PHASE2。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922965" y="2371761"/>
            <a:ext cx="1439833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内部汇报</a:t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半闭框 23"/>
          <p:cNvSpPr/>
          <p:nvPr/>
        </p:nvSpPr>
        <p:spPr>
          <a:xfrm>
            <a:off x="1481629" y="1411032"/>
            <a:ext cx="1005537" cy="4233612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半闭框 24"/>
          <p:cNvSpPr/>
          <p:nvPr/>
        </p:nvSpPr>
        <p:spPr>
          <a:xfrm flipH="1">
            <a:off x="4259158" y="1411032"/>
            <a:ext cx="831880" cy="1738244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073502" y="5952068"/>
            <a:ext cx="25987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774202" y="3542144"/>
            <a:ext cx="923330" cy="31957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后端一人交 Win/Mac 客户端</a:t>
            </a:r>
            <a:r>
              <a:rPr lang="zh-CN" altLang="en-US" sz="1600" spc="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600" spc="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spc="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人批 spec，门禁有时间戳</a:t>
            </a:r>
            <a:endParaRPr lang="zh-CN" altLang="en-US" sz="16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4087524" y="3136441"/>
            <a:ext cx="1205329" cy="9030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3911065" y="4035559"/>
            <a:ext cx="138842" cy="13884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903103" y="5274821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2073502" y="5064640"/>
            <a:ext cx="210180" cy="2101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1749883" y="5020176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508856" y="1591238"/>
            <a:ext cx="461665" cy="29986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spc="600" dirty="0" smtClean="0">
                <a:solidFill>
                  <a:schemeClr val="bg1"/>
                </a:solidFill>
              </a:rPr>
              <a:t>GENLOT VPN</a:t>
            </a:r>
            <a:endParaRPr lang="zh-CN" altLang="en-US" b="1" spc="600" dirty="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35293" y="270457"/>
            <a:ext cx="161684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b="1" dirty="0" smtClean="0">
                <a:solidFill>
                  <a:schemeClr val="bg1"/>
                </a:solidFill>
              </a:rPr>
              <a:t>超</a:t>
            </a:r>
            <a:endParaRPr lang="zh-CN" altLang="en-US" sz="13800" b="1" dirty="0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465551" y="2062249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 smtClean="0">
                <a:solidFill>
                  <a:schemeClr val="bg1"/>
                </a:solidFill>
              </a:rPr>
              <a:t>级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82290" y="3064709"/>
            <a:ext cx="161684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 smtClean="0">
                <a:solidFill>
                  <a:schemeClr val="bg1"/>
                </a:solidFill>
              </a:rPr>
              <a:t>个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162385" y="4300687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 smtClean="0">
                <a:solidFill>
                  <a:schemeClr val="bg1"/>
                </a:solidFill>
              </a:rPr>
              <a:t>体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02569" y="2797311"/>
            <a:ext cx="14221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一人交付</a:t>
            </a:r>
            <a:r>
              <a:rPr lang="zh-CN" altLang="en-US" b="1" spc="600" dirty="0">
                <a:solidFill>
                  <a:schemeClr val="bg1"/>
                </a:solidFill>
                <a:latin typeface="宋体" panose="02010600030101010101" pitchFamily="2" charset="-122"/>
              </a:rPr>
              <a:t/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空心弧 43"/>
          <p:cNvSpPr/>
          <p:nvPr/>
        </p:nvSpPr>
        <p:spPr>
          <a:xfrm rot="5400000">
            <a:off x="-1994876" y="-208156"/>
            <a:ext cx="7274312" cy="7274312"/>
          </a:xfrm>
          <a:prstGeom prst="blockArc">
            <a:avLst>
              <a:gd name="adj1" fmla="val 11942068"/>
              <a:gd name="adj2" fmla="val 20438934"/>
              <a:gd name="adj3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31546" y="1922947"/>
            <a:ext cx="3188378" cy="3188378"/>
          </a:xfrm>
          <a:prstGeom prst="ellipse">
            <a:avLst/>
          </a:prstGeom>
          <a:solidFill>
            <a:schemeClr val="bg1">
              <a:alpha val="11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762872" y="1758029"/>
            <a:ext cx="3518211" cy="351821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53163" y="2242350"/>
            <a:ext cx="1015663" cy="24649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54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981698" y="2505903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11682" y="2541744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标题 1"/>
          <p:cNvSpPr txBox="1"/>
          <p:nvPr/>
        </p:nvSpPr>
        <p:spPr>
          <a:xfrm>
            <a:off x="5910228" y="2394923"/>
            <a:ext cx="3214550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架构与轨道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标题 1"/>
          <p:cNvSpPr txBox="1"/>
          <p:nvPr/>
        </p:nvSpPr>
        <p:spPr>
          <a:xfrm>
            <a:off x="5938442" y="2922081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管理端 HTTP · 桌面 9443 TLS · 30303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4999429" y="4026928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929413" y="4062769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5927959" y="3915948"/>
            <a:ext cx="3214550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闭环证据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标题 1"/>
          <p:cNvSpPr txBox="1"/>
          <p:nvPr/>
        </p:nvSpPr>
        <p:spPr>
          <a:xfrm>
            <a:off x="5956173" y="444310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 查询 · 16 升级窗 · 18 反馈 · 19 下载页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4288598" y="5547952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218582" y="5583793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标题 1"/>
          <p:cNvSpPr txBox="1"/>
          <p:nvPr/>
        </p:nvSpPr>
        <p:spPr>
          <a:xfrm>
            <a:off x="5217128" y="5436972"/>
            <a:ext cx="3214550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评分与边界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标题 1"/>
          <p:cNvSpPr txBox="1"/>
          <p:nvPr/>
        </p:nvSpPr>
        <p:spPr>
          <a:xfrm>
            <a:off x="5245342" y="5964130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打开当次目录；本部门已按这套跑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4288598" y="984878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218582" y="1020719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标题 1"/>
          <p:cNvSpPr txBox="1"/>
          <p:nvPr/>
        </p:nvSpPr>
        <p:spPr>
          <a:xfrm>
            <a:off x="5217128" y="873898"/>
            <a:ext cx="3214550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需求与共创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标题 1"/>
          <p:cNvSpPr txBox="1"/>
          <p:nvPr/>
        </p:nvSpPr>
        <p:spPr>
          <a:xfrm>
            <a:off x="5245342" y="140105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同一账号管总部/省/海外；否 Electron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需求与共创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THE BUSINESS ASKED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476241" y="4186512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同一账号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总部/省/海外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125" y="4190958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 + Mac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授权能查、能拦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01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6431538" y="2372547"/>
            <a:ext cx="5254371" cy="3404256"/>
            <a:chOff x="6059289" y="2491803"/>
            <a:chExt cx="5254371" cy="3404256"/>
          </a:xfrm>
          <a:solidFill>
            <a:srgbClr val="C00000"/>
          </a:solidFill>
        </p:grpSpPr>
        <p:sp>
          <p:nvSpPr>
            <p:cNvPr id="21" name="iṣľïḋé"/>
            <p:cNvSpPr/>
            <p:nvPr/>
          </p:nvSpPr>
          <p:spPr>
            <a:xfrm rot="20017279" flipH="1">
              <a:off x="6059289" y="2491803"/>
              <a:ext cx="1707056" cy="2560577"/>
            </a:xfrm>
            <a:custGeom>
              <a:avLst/>
              <a:gdLst/>
              <a:ahLst/>
              <a:cxnLst/>
              <a:rect l="l" t="t" r="r" b="b"/>
              <a:pathLst>
                <a:path w="130629" h="195943">
                  <a:moveTo>
                    <a:pt x="65315" y="36739"/>
                  </a:moveTo>
                  <a:cubicBezTo>
                    <a:pt x="69567" y="36739"/>
                    <a:pt x="73798" y="37419"/>
                    <a:pt x="78007" y="38780"/>
                  </a:cubicBezTo>
                  <a:cubicBezTo>
                    <a:pt x="82217" y="40141"/>
                    <a:pt x="85917" y="42437"/>
                    <a:pt x="89106" y="45669"/>
                  </a:cubicBezTo>
                  <a:cubicBezTo>
                    <a:pt x="92295" y="48901"/>
                    <a:pt x="93890" y="52728"/>
                    <a:pt x="93890" y="57150"/>
                  </a:cubicBezTo>
                  <a:cubicBezTo>
                    <a:pt x="93890" y="58255"/>
                    <a:pt x="93486" y="59212"/>
                    <a:pt x="92678" y="60020"/>
                  </a:cubicBezTo>
                  <a:cubicBezTo>
                    <a:pt x="91870" y="60828"/>
                    <a:pt x="90913" y="61232"/>
                    <a:pt x="89807" y="61232"/>
                  </a:cubicBezTo>
                  <a:cubicBezTo>
                    <a:pt x="88702" y="61232"/>
                    <a:pt x="87745" y="60828"/>
                    <a:pt x="86937" y="60020"/>
                  </a:cubicBezTo>
                  <a:cubicBezTo>
                    <a:pt x="86129" y="59212"/>
                    <a:pt x="85725" y="58255"/>
                    <a:pt x="85725" y="57150"/>
                  </a:cubicBezTo>
                  <a:cubicBezTo>
                    <a:pt x="85725" y="53238"/>
                    <a:pt x="83429" y="50219"/>
                    <a:pt x="78837" y="48093"/>
                  </a:cubicBezTo>
                  <a:cubicBezTo>
                    <a:pt x="74244" y="45966"/>
                    <a:pt x="69737" y="44903"/>
                    <a:pt x="65315" y="44903"/>
                  </a:cubicBezTo>
                  <a:cubicBezTo>
                    <a:pt x="64209" y="44903"/>
                    <a:pt x="63252" y="44499"/>
                    <a:pt x="62444" y="43692"/>
                  </a:cubicBezTo>
                  <a:cubicBezTo>
                    <a:pt x="61636" y="42884"/>
                    <a:pt x="61232" y="41927"/>
                    <a:pt x="61232" y="40821"/>
                  </a:cubicBezTo>
                  <a:cubicBezTo>
                    <a:pt x="61232" y="39716"/>
                    <a:pt x="61636" y="38759"/>
                    <a:pt x="62444" y="37951"/>
                  </a:cubicBezTo>
                  <a:cubicBezTo>
                    <a:pt x="63252" y="37143"/>
                    <a:pt x="64209" y="36739"/>
                    <a:pt x="65315" y="36739"/>
                  </a:cubicBezTo>
                  <a:close/>
                  <a:moveTo>
                    <a:pt x="65315" y="16328"/>
                  </a:moveTo>
                  <a:cubicBezTo>
                    <a:pt x="59446" y="16328"/>
                    <a:pt x="53642" y="17285"/>
                    <a:pt x="47902" y="19199"/>
                  </a:cubicBezTo>
                  <a:cubicBezTo>
                    <a:pt x="42161" y="21112"/>
                    <a:pt x="36931" y="23749"/>
                    <a:pt x="32211" y="27108"/>
                  </a:cubicBezTo>
                  <a:cubicBezTo>
                    <a:pt x="27491" y="30467"/>
                    <a:pt x="23664" y="34783"/>
                    <a:pt x="20730" y="40056"/>
                  </a:cubicBezTo>
                  <a:cubicBezTo>
                    <a:pt x="17796" y="45329"/>
                    <a:pt x="16329" y="51027"/>
                    <a:pt x="16329" y="57150"/>
                  </a:cubicBezTo>
                  <a:cubicBezTo>
                    <a:pt x="16329" y="65739"/>
                    <a:pt x="19220" y="73393"/>
                    <a:pt x="25003" y="80112"/>
                  </a:cubicBezTo>
                  <a:cubicBezTo>
                    <a:pt x="25854" y="81047"/>
                    <a:pt x="27151" y="82451"/>
                    <a:pt x="28894" y="84322"/>
                  </a:cubicBezTo>
                  <a:cubicBezTo>
                    <a:pt x="30638" y="86193"/>
                    <a:pt x="31935" y="87596"/>
                    <a:pt x="32785" y="88531"/>
                  </a:cubicBezTo>
                  <a:cubicBezTo>
                    <a:pt x="43671" y="101543"/>
                    <a:pt x="49666" y="114215"/>
                    <a:pt x="50772" y="126546"/>
                  </a:cubicBezTo>
                  <a:lnTo>
                    <a:pt x="79857" y="126546"/>
                  </a:lnTo>
                  <a:cubicBezTo>
                    <a:pt x="80963" y="114215"/>
                    <a:pt x="86958" y="101543"/>
                    <a:pt x="97844" y="88531"/>
                  </a:cubicBezTo>
                  <a:cubicBezTo>
                    <a:pt x="98695" y="87596"/>
                    <a:pt x="99991" y="86193"/>
                    <a:pt x="101735" y="84322"/>
                  </a:cubicBezTo>
                  <a:cubicBezTo>
                    <a:pt x="103478" y="82451"/>
                    <a:pt x="104775" y="81047"/>
                    <a:pt x="105626" y="80112"/>
                  </a:cubicBezTo>
                  <a:cubicBezTo>
                    <a:pt x="111409" y="73393"/>
                    <a:pt x="114300" y="65739"/>
                    <a:pt x="114300" y="57150"/>
                  </a:cubicBezTo>
                  <a:cubicBezTo>
                    <a:pt x="114300" y="51027"/>
                    <a:pt x="112833" y="45329"/>
                    <a:pt x="109899" y="40056"/>
                  </a:cubicBezTo>
                  <a:cubicBezTo>
                    <a:pt x="106965" y="34783"/>
                    <a:pt x="103138" y="30467"/>
                    <a:pt x="98418" y="27108"/>
                  </a:cubicBezTo>
                  <a:cubicBezTo>
                    <a:pt x="93698" y="23749"/>
                    <a:pt x="88468" y="21112"/>
                    <a:pt x="82727" y="19199"/>
                  </a:cubicBezTo>
                  <a:cubicBezTo>
                    <a:pt x="76987" y="17285"/>
                    <a:pt x="71183" y="16328"/>
                    <a:pt x="65315" y="16328"/>
                  </a:cubicBezTo>
                  <a:close/>
                  <a:moveTo>
                    <a:pt x="65315" y="0"/>
                  </a:moveTo>
                  <a:cubicBezTo>
                    <a:pt x="73394" y="0"/>
                    <a:pt x="81324" y="1382"/>
                    <a:pt x="89106" y="4146"/>
                  </a:cubicBezTo>
                  <a:cubicBezTo>
                    <a:pt x="96887" y="6910"/>
                    <a:pt x="103861" y="10694"/>
                    <a:pt x="110027" y="15499"/>
                  </a:cubicBezTo>
                  <a:cubicBezTo>
                    <a:pt x="116192" y="20304"/>
                    <a:pt x="121168" y="26342"/>
                    <a:pt x="124952" y="33614"/>
                  </a:cubicBezTo>
                  <a:cubicBezTo>
                    <a:pt x="128737" y="40885"/>
                    <a:pt x="130629" y="48730"/>
                    <a:pt x="130629" y="57150"/>
                  </a:cubicBezTo>
                  <a:cubicBezTo>
                    <a:pt x="130629" y="70332"/>
                    <a:pt x="126249" y="81728"/>
                    <a:pt x="117489" y="91338"/>
                  </a:cubicBezTo>
                  <a:cubicBezTo>
                    <a:pt x="113662" y="95505"/>
                    <a:pt x="110495" y="99204"/>
                    <a:pt x="107986" y="102436"/>
                  </a:cubicBezTo>
                  <a:cubicBezTo>
                    <a:pt x="105477" y="105668"/>
                    <a:pt x="102947" y="109729"/>
                    <a:pt x="100395" y="114619"/>
                  </a:cubicBezTo>
                  <a:cubicBezTo>
                    <a:pt x="97844" y="119509"/>
                    <a:pt x="96398" y="124080"/>
                    <a:pt x="96058" y="128332"/>
                  </a:cubicBezTo>
                  <a:cubicBezTo>
                    <a:pt x="100055" y="130713"/>
                    <a:pt x="102054" y="134200"/>
                    <a:pt x="102054" y="138793"/>
                  </a:cubicBezTo>
                  <a:cubicBezTo>
                    <a:pt x="102054" y="141939"/>
                    <a:pt x="100991" y="144661"/>
                    <a:pt x="98865" y="146957"/>
                  </a:cubicBezTo>
                  <a:cubicBezTo>
                    <a:pt x="100991" y="149253"/>
                    <a:pt x="102054" y="151975"/>
                    <a:pt x="102054" y="155121"/>
                  </a:cubicBezTo>
                  <a:cubicBezTo>
                    <a:pt x="102054" y="159544"/>
                    <a:pt x="100140" y="162988"/>
                    <a:pt x="96313" y="165454"/>
                  </a:cubicBezTo>
                  <a:cubicBezTo>
                    <a:pt x="97419" y="167410"/>
                    <a:pt x="97972" y="169409"/>
                    <a:pt x="97972" y="171450"/>
                  </a:cubicBezTo>
                  <a:cubicBezTo>
                    <a:pt x="97972" y="175362"/>
                    <a:pt x="96632" y="178381"/>
                    <a:pt x="93953" y="180507"/>
                  </a:cubicBezTo>
                  <a:cubicBezTo>
                    <a:pt x="91274" y="182633"/>
                    <a:pt x="87979" y="183696"/>
                    <a:pt x="84067" y="183696"/>
                  </a:cubicBezTo>
                  <a:cubicBezTo>
                    <a:pt x="82366" y="187438"/>
                    <a:pt x="79815" y="190415"/>
                    <a:pt x="76413" y="192626"/>
                  </a:cubicBezTo>
                  <a:cubicBezTo>
                    <a:pt x="73011" y="194837"/>
                    <a:pt x="69312" y="195943"/>
                    <a:pt x="65315" y="195943"/>
                  </a:cubicBezTo>
                  <a:cubicBezTo>
                    <a:pt x="61317" y="195943"/>
                    <a:pt x="57618" y="194837"/>
                    <a:pt x="54216" y="192626"/>
                  </a:cubicBezTo>
                  <a:cubicBezTo>
                    <a:pt x="50814" y="190415"/>
                    <a:pt x="48263" y="187438"/>
                    <a:pt x="46562" y="183696"/>
                  </a:cubicBezTo>
                  <a:cubicBezTo>
                    <a:pt x="42650" y="183696"/>
                    <a:pt x="39355" y="182633"/>
                    <a:pt x="36676" y="180507"/>
                  </a:cubicBezTo>
                  <a:cubicBezTo>
                    <a:pt x="33997" y="178381"/>
                    <a:pt x="32657" y="175362"/>
                    <a:pt x="32657" y="171450"/>
                  </a:cubicBezTo>
                  <a:cubicBezTo>
                    <a:pt x="32657" y="169409"/>
                    <a:pt x="33210" y="167410"/>
                    <a:pt x="34316" y="165454"/>
                  </a:cubicBezTo>
                  <a:cubicBezTo>
                    <a:pt x="30489" y="162988"/>
                    <a:pt x="28575" y="159544"/>
                    <a:pt x="28575" y="155121"/>
                  </a:cubicBezTo>
                  <a:cubicBezTo>
                    <a:pt x="28575" y="151975"/>
                    <a:pt x="29638" y="149253"/>
                    <a:pt x="31764" y="146957"/>
                  </a:cubicBezTo>
                  <a:cubicBezTo>
                    <a:pt x="29638" y="144661"/>
                    <a:pt x="28575" y="141939"/>
                    <a:pt x="28575" y="138793"/>
                  </a:cubicBezTo>
                  <a:cubicBezTo>
                    <a:pt x="28575" y="134200"/>
                    <a:pt x="30574" y="130713"/>
                    <a:pt x="34571" y="128332"/>
                  </a:cubicBezTo>
                  <a:cubicBezTo>
                    <a:pt x="34231" y="124080"/>
                    <a:pt x="32785" y="119509"/>
                    <a:pt x="30234" y="114619"/>
                  </a:cubicBezTo>
                  <a:cubicBezTo>
                    <a:pt x="27682" y="109729"/>
                    <a:pt x="25152" y="105668"/>
                    <a:pt x="22643" y="102436"/>
                  </a:cubicBezTo>
                  <a:cubicBezTo>
                    <a:pt x="20135" y="99204"/>
                    <a:pt x="16967" y="95505"/>
                    <a:pt x="13140" y="91338"/>
                  </a:cubicBezTo>
                  <a:cubicBezTo>
                    <a:pt x="4380" y="81728"/>
                    <a:pt x="0" y="70332"/>
                    <a:pt x="0" y="57150"/>
                  </a:cubicBezTo>
                  <a:cubicBezTo>
                    <a:pt x="0" y="48730"/>
                    <a:pt x="1892" y="40885"/>
                    <a:pt x="5677" y="33614"/>
                  </a:cubicBezTo>
                  <a:cubicBezTo>
                    <a:pt x="9461" y="26342"/>
                    <a:pt x="14437" y="20304"/>
                    <a:pt x="20602" y="15499"/>
                  </a:cubicBezTo>
                  <a:cubicBezTo>
                    <a:pt x="26768" y="10694"/>
                    <a:pt x="33742" y="6910"/>
                    <a:pt x="41523" y="4146"/>
                  </a:cubicBezTo>
                  <a:cubicBezTo>
                    <a:pt x="49305" y="1382"/>
                    <a:pt x="57235" y="0"/>
                    <a:pt x="65315" y="0"/>
                  </a:cubicBezTo>
                  <a:close/>
                </a:path>
              </a:pathLst>
            </a:custGeom>
            <a:grpFill/>
            <a:ln w="57150"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22" name="îṩļiḓè"/>
            <p:cNvSpPr/>
            <p:nvPr/>
          </p:nvSpPr>
          <p:spPr bwMode="auto">
            <a:xfrm flipH="1">
              <a:off x="7234506" y="4873406"/>
              <a:ext cx="4079154" cy="1022653"/>
            </a:xfrm>
            <a:custGeom>
              <a:avLst/>
              <a:gdLst>
                <a:gd name="T0" fmla="*/ 229 w 695"/>
                <a:gd name="T1" fmla="*/ 157 h 174"/>
                <a:gd name="T2" fmla="*/ 338 w 695"/>
                <a:gd name="T3" fmla="*/ 173 h 174"/>
                <a:gd name="T4" fmla="*/ 395 w 695"/>
                <a:gd name="T5" fmla="*/ 157 h 174"/>
                <a:gd name="T6" fmla="*/ 273 w 695"/>
                <a:gd name="T7" fmla="*/ 86 h 174"/>
                <a:gd name="T8" fmla="*/ 273 w 695"/>
                <a:gd name="T9" fmla="*/ 72 h 174"/>
                <a:gd name="T10" fmla="*/ 355 w 695"/>
                <a:gd name="T11" fmla="*/ 82 h 174"/>
                <a:gd name="T12" fmla="*/ 493 w 695"/>
                <a:gd name="T13" fmla="*/ 99 h 174"/>
                <a:gd name="T14" fmla="*/ 563 w 695"/>
                <a:gd name="T15" fmla="*/ 86 h 174"/>
                <a:gd name="T16" fmla="*/ 534 w 695"/>
                <a:gd name="T17" fmla="*/ 47 h 174"/>
                <a:gd name="T18" fmla="*/ 569 w 695"/>
                <a:gd name="T19" fmla="*/ 32 h 174"/>
                <a:gd name="T20" fmla="*/ 656 w 695"/>
                <a:gd name="T21" fmla="*/ 39 h 174"/>
                <a:gd name="T22" fmla="*/ 653 w 695"/>
                <a:gd name="T23" fmla="*/ 8 h 174"/>
                <a:gd name="T24" fmla="*/ 656 w 695"/>
                <a:gd name="T25" fmla="*/ 4 h 174"/>
                <a:gd name="T26" fmla="*/ 677 w 695"/>
                <a:gd name="T27" fmla="*/ 3 h 174"/>
                <a:gd name="T28" fmla="*/ 689 w 695"/>
                <a:gd name="T29" fmla="*/ 2 h 174"/>
                <a:gd name="T30" fmla="*/ 656 w 695"/>
                <a:gd name="T31" fmla="*/ 1 h 174"/>
                <a:gd name="T32" fmla="*/ 645 w 695"/>
                <a:gd name="T33" fmla="*/ 8 h 174"/>
                <a:gd name="T34" fmla="*/ 652 w 695"/>
                <a:gd name="T35" fmla="*/ 28 h 174"/>
                <a:gd name="T36" fmla="*/ 633 w 695"/>
                <a:gd name="T37" fmla="*/ 32 h 174"/>
                <a:gd name="T38" fmla="*/ 631 w 695"/>
                <a:gd name="T39" fmla="*/ 31 h 174"/>
                <a:gd name="T40" fmla="*/ 623 w 695"/>
                <a:gd name="T41" fmla="*/ 29 h 174"/>
                <a:gd name="T42" fmla="*/ 588 w 695"/>
                <a:gd name="T43" fmla="*/ 27 h 174"/>
                <a:gd name="T44" fmla="*/ 573 w 695"/>
                <a:gd name="T45" fmla="*/ 24 h 174"/>
                <a:gd name="T46" fmla="*/ 562 w 695"/>
                <a:gd name="T47" fmla="*/ 22 h 174"/>
                <a:gd name="T48" fmla="*/ 532 w 695"/>
                <a:gd name="T49" fmla="*/ 21 h 174"/>
                <a:gd name="T50" fmla="*/ 498 w 695"/>
                <a:gd name="T51" fmla="*/ 36 h 174"/>
                <a:gd name="T52" fmla="*/ 500 w 695"/>
                <a:gd name="T53" fmla="*/ 43 h 174"/>
                <a:gd name="T54" fmla="*/ 516 w 695"/>
                <a:gd name="T55" fmla="*/ 47 h 174"/>
                <a:gd name="T56" fmla="*/ 509 w 695"/>
                <a:gd name="T57" fmla="*/ 51 h 174"/>
                <a:gd name="T58" fmla="*/ 529 w 695"/>
                <a:gd name="T59" fmla="*/ 74 h 174"/>
                <a:gd name="T60" fmla="*/ 535 w 695"/>
                <a:gd name="T61" fmla="*/ 83 h 174"/>
                <a:gd name="T62" fmla="*/ 515 w 695"/>
                <a:gd name="T63" fmla="*/ 91 h 174"/>
                <a:gd name="T64" fmla="*/ 466 w 695"/>
                <a:gd name="T65" fmla="*/ 86 h 174"/>
                <a:gd name="T66" fmla="*/ 444 w 695"/>
                <a:gd name="T67" fmla="*/ 84 h 174"/>
                <a:gd name="T68" fmla="*/ 435 w 695"/>
                <a:gd name="T69" fmla="*/ 82 h 174"/>
                <a:gd name="T70" fmla="*/ 418 w 695"/>
                <a:gd name="T71" fmla="*/ 82 h 174"/>
                <a:gd name="T72" fmla="*/ 383 w 695"/>
                <a:gd name="T73" fmla="*/ 77 h 174"/>
                <a:gd name="T74" fmla="*/ 346 w 695"/>
                <a:gd name="T75" fmla="*/ 71 h 174"/>
                <a:gd name="T76" fmla="*/ 307 w 695"/>
                <a:gd name="T77" fmla="*/ 68 h 174"/>
                <a:gd name="T78" fmla="*/ 240 w 695"/>
                <a:gd name="T79" fmla="*/ 69 h 174"/>
                <a:gd name="T80" fmla="*/ 241 w 695"/>
                <a:gd name="T81" fmla="*/ 78 h 174"/>
                <a:gd name="T82" fmla="*/ 247 w 695"/>
                <a:gd name="T83" fmla="*/ 84 h 174"/>
                <a:gd name="T84" fmla="*/ 245 w 695"/>
                <a:gd name="T85" fmla="*/ 86 h 174"/>
                <a:gd name="T86" fmla="*/ 269 w 695"/>
                <a:gd name="T87" fmla="*/ 98 h 174"/>
                <a:gd name="T88" fmla="*/ 293 w 695"/>
                <a:gd name="T89" fmla="*/ 111 h 174"/>
                <a:gd name="T90" fmla="*/ 308 w 695"/>
                <a:gd name="T91" fmla="*/ 118 h 174"/>
                <a:gd name="T92" fmla="*/ 332 w 695"/>
                <a:gd name="T93" fmla="*/ 128 h 174"/>
                <a:gd name="T94" fmla="*/ 352 w 695"/>
                <a:gd name="T95" fmla="*/ 144 h 174"/>
                <a:gd name="T96" fmla="*/ 371 w 695"/>
                <a:gd name="T97" fmla="*/ 156 h 174"/>
                <a:gd name="T98" fmla="*/ 370 w 695"/>
                <a:gd name="T99" fmla="*/ 167 h 174"/>
                <a:gd name="T100" fmla="*/ 281 w 695"/>
                <a:gd name="T101" fmla="*/ 157 h 174"/>
                <a:gd name="T102" fmla="*/ 249 w 695"/>
                <a:gd name="T103" fmla="*/ 152 h 174"/>
                <a:gd name="T104" fmla="*/ 160 w 695"/>
                <a:gd name="T105" fmla="*/ 140 h 174"/>
                <a:gd name="T106" fmla="*/ 79 w 695"/>
                <a:gd name="T107" fmla="*/ 123 h 174"/>
                <a:gd name="T108" fmla="*/ 656 w 695"/>
                <a:gd name="T109" fmla="*/ 33 h 174"/>
                <a:gd name="T110" fmla="*/ 648 w 695"/>
                <a:gd name="T111" fmla="*/ 5 h 174"/>
                <a:gd name="T112" fmla="*/ 655 w 695"/>
                <a:gd name="T113" fmla="*/ 33 h 174"/>
                <a:gd name="T114" fmla="*/ 648 w 695"/>
                <a:gd name="T115" fmla="*/ 37 h 174"/>
                <a:gd name="T116" fmla="*/ 535 w 695"/>
                <a:gd name="T117" fmla="*/ 9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95" h="174">
                  <a:moveTo>
                    <a:pt x="78" y="130"/>
                  </a:moveTo>
                  <a:cubicBezTo>
                    <a:pt x="88" y="132"/>
                    <a:pt x="101" y="134"/>
                    <a:pt x="109" y="136"/>
                  </a:cubicBezTo>
                  <a:cubicBezTo>
                    <a:pt x="147" y="143"/>
                    <a:pt x="179" y="151"/>
                    <a:pt x="220" y="157"/>
                  </a:cubicBezTo>
                  <a:cubicBezTo>
                    <a:pt x="219" y="157"/>
                    <a:pt x="222" y="157"/>
                    <a:pt x="225" y="157"/>
                  </a:cubicBezTo>
                  <a:cubicBezTo>
                    <a:pt x="224" y="157"/>
                    <a:pt x="224" y="157"/>
                    <a:pt x="224" y="157"/>
                  </a:cubicBezTo>
                  <a:cubicBezTo>
                    <a:pt x="229" y="157"/>
                    <a:pt x="229" y="157"/>
                    <a:pt x="229" y="157"/>
                  </a:cubicBezTo>
                  <a:cubicBezTo>
                    <a:pt x="232" y="157"/>
                    <a:pt x="229" y="158"/>
                    <a:pt x="226" y="158"/>
                  </a:cubicBezTo>
                  <a:cubicBezTo>
                    <a:pt x="242" y="160"/>
                    <a:pt x="257" y="162"/>
                    <a:pt x="272" y="165"/>
                  </a:cubicBezTo>
                  <a:cubicBezTo>
                    <a:pt x="275" y="164"/>
                    <a:pt x="280" y="166"/>
                    <a:pt x="283" y="165"/>
                  </a:cubicBezTo>
                  <a:cubicBezTo>
                    <a:pt x="283" y="166"/>
                    <a:pt x="283" y="166"/>
                    <a:pt x="282" y="166"/>
                  </a:cubicBezTo>
                  <a:cubicBezTo>
                    <a:pt x="294" y="167"/>
                    <a:pt x="295" y="167"/>
                    <a:pt x="303" y="169"/>
                  </a:cubicBezTo>
                  <a:cubicBezTo>
                    <a:pt x="314" y="171"/>
                    <a:pt x="325" y="172"/>
                    <a:pt x="338" y="173"/>
                  </a:cubicBezTo>
                  <a:cubicBezTo>
                    <a:pt x="346" y="174"/>
                    <a:pt x="351" y="174"/>
                    <a:pt x="366" y="173"/>
                  </a:cubicBezTo>
                  <a:cubicBezTo>
                    <a:pt x="367" y="173"/>
                    <a:pt x="372" y="173"/>
                    <a:pt x="375" y="172"/>
                  </a:cubicBezTo>
                  <a:cubicBezTo>
                    <a:pt x="379" y="171"/>
                    <a:pt x="379" y="171"/>
                    <a:pt x="379" y="171"/>
                  </a:cubicBezTo>
                  <a:cubicBezTo>
                    <a:pt x="396" y="166"/>
                    <a:pt x="387" y="169"/>
                    <a:pt x="391" y="167"/>
                  </a:cubicBezTo>
                  <a:cubicBezTo>
                    <a:pt x="398" y="163"/>
                    <a:pt x="396" y="163"/>
                    <a:pt x="397" y="161"/>
                  </a:cubicBezTo>
                  <a:cubicBezTo>
                    <a:pt x="397" y="160"/>
                    <a:pt x="396" y="158"/>
                    <a:pt x="395" y="157"/>
                  </a:cubicBezTo>
                  <a:cubicBezTo>
                    <a:pt x="389" y="149"/>
                    <a:pt x="378" y="143"/>
                    <a:pt x="368" y="136"/>
                  </a:cubicBezTo>
                  <a:cubicBezTo>
                    <a:pt x="347" y="123"/>
                    <a:pt x="322" y="111"/>
                    <a:pt x="300" y="97"/>
                  </a:cubicBezTo>
                  <a:cubicBezTo>
                    <a:pt x="292" y="96"/>
                    <a:pt x="289" y="93"/>
                    <a:pt x="282" y="92"/>
                  </a:cubicBezTo>
                  <a:cubicBezTo>
                    <a:pt x="283" y="91"/>
                    <a:pt x="283" y="91"/>
                    <a:pt x="283" y="91"/>
                  </a:cubicBezTo>
                  <a:cubicBezTo>
                    <a:pt x="278" y="90"/>
                    <a:pt x="279" y="89"/>
                    <a:pt x="277" y="86"/>
                  </a:cubicBezTo>
                  <a:cubicBezTo>
                    <a:pt x="276" y="86"/>
                    <a:pt x="275" y="85"/>
                    <a:pt x="273" y="86"/>
                  </a:cubicBezTo>
                  <a:cubicBezTo>
                    <a:pt x="270" y="85"/>
                    <a:pt x="274" y="83"/>
                    <a:pt x="271" y="82"/>
                  </a:cubicBezTo>
                  <a:cubicBezTo>
                    <a:pt x="272" y="82"/>
                    <a:pt x="270" y="83"/>
                    <a:pt x="270" y="82"/>
                  </a:cubicBezTo>
                  <a:cubicBezTo>
                    <a:pt x="262" y="79"/>
                    <a:pt x="272" y="82"/>
                    <a:pt x="269" y="77"/>
                  </a:cubicBezTo>
                  <a:cubicBezTo>
                    <a:pt x="267" y="76"/>
                    <a:pt x="264" y="74"/>
                    <a:pt x="262" y="72"/>
                  </a:cubicBezTo>
                  <a:cubicBezTo>
                    <a:pt x="265" y="72"/>
                    <a:pt x="269" y="72"/>
                    <a:pt x="272" y="73"/>
                  </a:cubicBezTo>
                  <a:cubicBezTo>
                    <a:pt x="270" y="73"/>
                    <a:pt x="271" y="72"/>
                    <a:pt x="273" y="72"/>
                  </a:cubicBezTo>
                  <a:cubicBezTo>
                    <a:pt x="273" y="74"/>
                    <a:pt x="281" y="72"/>
                    <a:pt x="284" y="73"/>
                  </a:cubicBezTo>
                  <a:cubicBezTo>
                    <a:pt x="283" y="73"/>
                    <a:pt x="281" y="73"/>
                    <a:pt x="280" y="73"/>
                  </a:cubicBezTo>
                  <a:cubicBezTo>
                    <a:pt x="288" y="75"/>
                    <a:pt x="297" y="75"/>
                    <a:pt x="304" y="76"/>
                  </a:cubicBezTo>
                  <a:cubicBezTo>
                    <a:pt x="314" y="76"/>
                    <a:pt x="320" y="79"/>
                    <a:pt x="327" y="78"/>
                  </a:cubicBezTo>
                  <a:cubicBezTo>
                    <a:pt x="325" y="79"/>
                    <a:pt x="330" y="79"/>
                    <a:pt x="331" y="80"/>
                  </a:cubicBezTo>
                  <a:cubicBezTo>
                    <a:pt x="341" y="79"/>
                    <a:pt x="345" y="82"/>
                    <a:pt x="355" y="82"/>
                  </a:cubicBezTo>
                  <a:cubicBezTo>
                    <a:pt x="354" y="82"/>
                    <a:pt x="354" y="82"/>
                    <a:pt x="354" y="82"/>
                  </a:cubicBezTo>
                  <a:cubicBezTo>
                    <a:pt x="376" y="85"/>
                    <a:pt x="398" y="88"/>
                    <a:pt x="422" y="90"/>
                  </a:cubicBezTo>
                  <a:cubicBezTo>
                    <a:pt x="436" y="92"/>
                    <a:pt x="446" y="95"/>
                    <a:pt x="463" y="96"/>
                  </a:cubicBezTo>
                  <a:cubicBezTo>
                    <a:pt x="466" y="96"/>
                    <a:pt x="464" y="96"/>
                    <a:pt x="467" y="96"/>
                  </a:cubicBezTo>
                  <a:cubicBezTo>
                    <a:pt x="470" y="96"/>
                    <a:pt x="466" y="96"/>
                    <a:pt x="467" y="96"/>
                  </a:cubicBezTo>
                  <a:cubicBezTo>
                    <a:pt x="475" y="97"/>
                    <a:pt x="483" y="98"/>
                    <a:pt x="493" y="99"/>
                  </a:cubicBezTo>
                  <a:cubicBezTo>
                    <a:pt x="494" y="99"/>
                    <a:pt x="497" y="99"/>
                    <a:pt x="497" y="99"/>
                  </a:cubicBezTo>
                  <a:cubicBezTo>
                    <a:pt x="501" y="100"/>
                    <a:pt x="508" y="100"/>
                    <a:pt x="516" y="100"/>
                  </a:cubicBezTo>
                  <a:cubicBezTo>
                    <a:pt x="520" y="100"/>
                    <a:pt x="524" y="100"/>
                    <a:pt x="530" y="100"/>
                  </a:cubicBezTo>
                  <a:cubicBezTo>
                    <a:pt x="534" y="101"/>
                    <a:pt x="558" y="94"/>
                    <a:pt x="557" y="93"/>
                  </a:cubicBezTo>
                  <a:cubicBezTo>
                    <a:pt x="549" y="96"/>
                    <a:pt x="562" y="89"/>
                    <a:pt x="560" y="87"/>
                  </a:cubicBezTo>
                  <a:cubicBezTo>
                    <a:pt x="561" y="86"/>
                    <a:pt x="562" y="86"/>
                    <a:pt x="563" y="86"/>
                  </a:cubicBezTo>
                  <a:cubicBezTo>
                    <a:pt x="564" y="83"/>
                    <a:pt x="563" y="81"/>
                    <a:pt x="563" y="77"/>
                  </a:cubicBezTo>
                  <a:cubicBezTo>
                    <a:pt x="562" y="76"/>
                    <a:pt x="559" y="76"/>
                    <a:pt x="559" y="74"/>
                  </a:cubicBezTo>
                  <a:cubicBezTo>
                    <a:pt x="561" y="72"/>
                    <a:pt x="557" y="70"/>
                    <a:pt x="557" y="68"/>
                  </a:cubicBezTo>
                  <a:cubicBezTo>
                    <a:pt x="554" y="69"/>
                    <a:pt x="551" y="68"/>
                    <a:pt x="550" y="66"/>
                  </a:cubicBezTo>
                  <a:cubicBezTo>
                    <a:pt x="554" y="65"/>
                    <a:pt x="554" y="65"/>
                    <a:pt x="554" y="65"/>
                  </a:cubicBezTo>
                  <a:cubicBezTo>
                    <a:pt x="548" y="61"/>
                    <a:pt x="545" y="52"/>
                    <a:pt x="534" y="47"/>
                  </a:cubicBezTo>
                  <a:cubicBezTo>
                    <a:pt x="536" y="46"/>
                    <a:pt x="536" y="46"/>
                    <a:pt x="536" y="46"/>
                  </a:cubicBezTo>
                  <a:cubicBezTo>
                    <a:pt x="528" y="41"/>
                    <a:pt x="524" y="34"/>
                    <a:pt x="521" y="29"/>
                  </a:cubicBezTo>
                  <a:cubicBezTo>
                    <a:pt x="521" y="29"/>
                    <a:pt x="520" y="30"/>
                    <a:pt x="527" y="30"/>
                  </a:cubicBezTo>
                  <a:cubicBezTo>
                    <a:pt x="534" y="29"/>
                    <a:pt x="537" y="29"/>
                    <a:pt x="543" y="29"/>
                  </a:cubicBezTo>
                  <a:cubicBezTo>
                    <a:pt x="546" y="29"/>
                    <a:pt x="546" y="30"/>
                    <a:pt x="547" y="30"/>
                  </a:cubicBezTo>
                  <a:cubicBezTo>
                    <a:pt x="555" y="31"/>
                    <a:pt x="560" y="33"/>
                    <a:pt x="569" y="32"/>
                  </a:cubicBezTo>
                  <a:cubicBezTo>
                    <a:pt x="568" y="33"/>
                    <a:pt x="568" y="33"/>
                    <a:pt x="568" y="33"/>
                  </a:cubicBezTo>
                  <a:cubicBezTo>
                    <a:pt x="575" y="33"/>
                    <a:pt x="586" y="34"/>
                    <a:pt x="592" y="35"/>
                  </a:cubicBezTo>
                  <a:cubicBezTo>
                    <a:pt x="595" y="35"/>
                    <a:pt x="603" y="36"/>
                    <a:pt x="601" y="35"/>
                  </a:cubicBezTo>
                  <a:cubicBezTo>
                    <a:pt x="604" y="35"/>
                    <a:pt x="600" y="36"/>
                    <a:pt x="605" y="36"/>
                  </a:cubicBezTo>
                  <a:cubicBezTo>
                    <a:pt x="600" y="36"/>
                    <a:pt x="600" y="36"/>
                    <a:pt x="600" y="36"/>
                  </a:cubicBezTo>
                  <a:cubicBezTo>
                    <a:pt x="618" y="38"/>
                    <a:pt x="625" y="42"/>
                    <a:pt x="656" y="39"/>
                  </a:cubicBezTo>
                  <a:cubicBezTo>
                    <a:pt x="672" y="35"/>
                    <a:pt x="667" y="30"/>
                    <a:pt x="667" y="26"/>
                  </a:cubicBezTo>
                  <a:cubicBezTo>
                    <a:pt x="665" y="25"/>
                    <a:pt x="664" y="21"/>
                    <a:pt x="659" y="21"/>
                  </a:cubicBezTo>
                  <a:cubicBezTo>
                    <a:pt x="661" y="20"/>
                    <a:pt x="661" y="20"/>
                    <a:pt x="661" y="20"/>
                  </a:cubicBezTo>
                  <a:cubicBezTo>
                    <a:pt x="659" y="18"/>
                    <a:pt x="657" y="14"/>
                    <a:pt x="655" y="11"/>
                  </a:cubicBezTo>
                  <a:cubicBezTo>
                    <a:pt x="655" y="9"/>
                    <a:pt x="653" y="10"/>
                    <a:pt x="651" y="8"/>
                  </a:cubicBezTo>
                  <a:cubicBezTo>
                    <a:pt x="653" y="8"/>
                    <a:pt x="653" y="8"/>
                    <a:pt x="653" y="8"/>
                  </a:cubicBezTo>
                  <a:cubicBezTo>
                    <a:pt x="651" y="6"/>
                    <a:pt x="649" y="6"/>
                    <a:pt x="647" y="6"/>
                  </a:cubicBezTo>
                  <a:cubicBezTo>
                    <a:pt x="648" y="5"/>
                    <a:pt x="648" y="5"/>
                    <a:pt x="648" y="5"/>
                  </a:cubicBezTo>
                  <a:cubicBezTo>
                    <a:pt x="649" y="5"/>
                    <a:pt x="650" y="4"/>
                    <a:pt x="651" y="4"/>
                  </a:cubicBezTo>
                  <a:cubicBezTo>
                    <a:pt x="652" y="5"/>
                    <a:pt x="653" y="5"/>
                    <a:pt x="654" y="5"/>
                  </a:cubicBezTo>
                  <a:cubicBezTo>
                    <a:pt x="653" y="5"/>
                    <a:pt x="654" y="5"/>
                    <a:pt x="654" y="4"/>
                  </a:cubicBezTo>
                  <a:cubicBezTo>
                    <a:pt x="655" y="4"/>
                    <a:pt x="655" y="4"/>
                    <a:pt x="656" y="4"/>
                  </a:cubicBezTo>
                  <a:cubicBezTo>
                    <a:pt x="662" y="4"/>
                    <a:pt x="666" y="4"/>
                    <a:pt x="668" y="3"/>
                  </a:cubicBezTo>
                  <a:cubicBezTo>
                    <a:pt x="666" y="4"/>
                    <a:pt x="671" y="4"/>
                    <a:pt x="667" y="4"/>
                  </a:cubicBezTo>
                  <a:cubicBezTo>
                    <a:pt x="671" y="4"/>
                    <a:pt x="674" y="4"/>
                    <a:pt x="677" y="4"/>
                  </a:cubicBezTo>
                  <a:cubicBezTo>
                    <a:pt x="676" y="4"/>
                    <a:pt x="675" y="4"/>
                    <a:pt x="674" y="4"/>
                  </a:cubicBezTo>
                  <a:cubicBezTo>
                    <a:pt x="678" y="3"/>
                    <a:pt x="682" y="3"/>
                    <a:pt x="682" y="3"/>
                  </a:cubicBezTo>
                  <a:cubicBezTo>
                    <a:pt x="680" y="3"/>
                    <a:pt x="679" y="3"/>
                    <a:pt x="677" y="3"/>
                  </a:cubicBezTo>
                  <a:cubicBezTo>
                    <a:pt x="679" y="2"/>
                    <a:pt x="687" y="2"/>
                    <a:pt x="687" y="3"/>
                  </a:cubicBezTo>
                  <a:cubicBezTo>
                    <a:pt x="687" y="4"/>
                    <a:pt x="681" y="4"/>
                    <a:pt x="683" y="4"/>
                  </a:cubicBezTo>
                  <a:cubicBezTo>
                    <a:pt x="695" y="4"/>
                    <a:pt x="695" y="4"/>
                    <a:pt x="695" y="4"/>
                  </a:cubicBezTo>
                  <a:cubicBezTo>
                    <a:pt x="692" y="4"/>
                    <a:pt x="691" y="3"/>
                    <a:pt x="693" y="3"/>
                  </a:cubicBezTo>
                  <a:cubicBezTo>
                    <a:pt x="688" y="3"/>
                    <a:pt x="688" y="3"/>
                    <a:pt x="688" y="3"/>
                  </a:cubicBezTo>
                  <a:cubicBezTo>
                    <a:pt x="689" y="2"/>
                    <a:pt x="689" y="2"/>
                    <a:pt x="689" y="2"/>
                  </a:cubicBezTo>
                  <a:cubicBezTo>
                    <a:pt x="682" y="2"/>
                    <a:pt x="677" y="1"/>
                    <a:pt x="668" y="1"/>
                  </a:cubicBezTo>
                  <a:cubicBezTo>
                    <a:pt x="670" y="2"/>
                    <a:pt x="670" y="2"/>
                    <a:pt x="670" y="2"/>
                  </a:cubicBezTo>
                  <a:cubicBezTo>
                    <a:pt x="665" y="2"/>
                    <a:pt x="659" y="3"/>
                    <a:pt x="655" y="3"/>
                  </a:cubicBezTo>
                  <a:cubicBezTo>
                    <a:pt x="658" y="2"/>
                    <a:pt x="656" y="2"/>
                    <a:pt x="657" y="2"/>
                  </a:cubicBezTo>
                  <a:cubicBezTo>
                    <a:pt x="655" y="2"/>
                    <a:pt x="654" y="2"/>
                    <a:pt x="652" y="2"/>
                  </a:cubicBezTo>
                  <a:cubicBezTo>
                    <a:pt x="656" y="1"/>
                    <a:pt x="656" y="1"/>
                    <a:pt x="656" y="1"/>
                  </a:cubicBezTo>
                  <a:cubicBezTo>
                    <a:pt x="655" y="1"/>
                    <a:pt x="654" y="2"/>
                    <a:pt x="652" y="2"/>
                  </a:cubicBezTo>
                  <a:cubicBezTo>
                    <a:pt x="649" y="3"/>
                    <a:pt x="655" y="0"/>
                    <a:pt x="645" y="4"/>
                  </a:cubicBezTo>
                  <a:cubicBezTo>
                    <a:pt x="644" y="4"/>
                    <a:pt x="644" y="4"/>
                    <a:pt x="644" y="4"/>
                  </a:cubicBezTo>
                  <a:cubicBezTo>
                    <a:pt x="644" y="6"/>
                    <a:pt x="643" y="7"/>
                    <a:pt x="643" y="7"/>
                  </a:cubicBezTo>
                  <a:cubicBezTo>
                    <a:pt x="643" y="7"/>
                    <a:pt x="643" y="7"/>
                    <a:pt x="643" y="7"/>
                  </a:cubicBezTo>
                  <a:cubicBezTo>
                    <a:pt x="641" y="10"/>
                    <a:pt x="645" y="6"/>
                    <a:pt x="645" y="8"/>
                  </a:cubicBezTo>
                  <a:cubicBezTo>
                    <a:pt x="644" y="9"/>
                    <a:pt x="641" y="9"/>
                    <a:pt x="640" y="11"/>
                  </a:cubicBezTo>
                  <a:cubicBezTo>
                    <a:pt x="640" y="13"/>
                    <a:pt x="645" y="16"/>
                    <a:pt x="644" y="19"/>
                  </a:cubicBezTo>
                  <a:cubicBezTo>
                    <a:pt x="647" y="21"/>
                    <a:pt x="650" y="23"/>
                    <a:pt x="653" y="24"/>
                  </a:cubicBezTo>
                  <a:cubicBezTo>
                    <a:pt x="654" y="25"/>
                    <a:pt x="649" y="25"/>
                    <a:pt x="652" y="26"/>
                  </a:cubicBezTo>
                  <a:cubicBezTo>
                    <a:pt x="650" y="26"/>
                    <a:pt x="649" y="26"/>
                    <a:pt x="648" y="27"/>
                  </a:cubicBezTo>
                  <a:cubicBezTo>
                    <a:pt x="650" y="27"/>
                    <a:pt x="650" y="30"/>
                    <a:pt x="652" y="28"/>
                  </a:cubicBezTo>
                  <a:cubicBezTo>
                    <a:pt x="653" y="30"/>
                    <a:pt x="654" y="32"/>
                    <a:pt x="653" y="33"/>
                  </a:cubicBezTo>
                  <a:cubicBezTo>
                    <a:pt x="652" y="33"/>
                    <a:pt x="650" y="33"/>
                    <a:pt x="649" y="33"/>
                  </a:cubicBezTo>
                  <a:cubicBezTo>
                    <a:pt x="648" y="34"/>
                    <a:pt x="650" y="34"/>
                    <a:pt x="646" y="34"/>
                  </a:cubicBezTo>
                  <a:cubicBezTo>
                    <a:pt x="638" y="35"/>
                    <a:pt x="640" y="33"/>
                    <a:pt x="639" y="32"/>
                  </a:cubicBezTo>
                  <a:cubicBezTo>
                    <a:pt x="643" y="32"/>
                    <a:pt x="643" y="32"/>
                    <a:pt x="643" y="32"/>
                  </a:cubicBezTo>
                  <a:cubicBezTo>
                    <a:pt x="640" y="32"/>
                    <a:pt x="637" y="32"/>
                    <a:pt x="633" y="32"/>
                  </a:cubicBezTo>
                  <a:cubicBezTo>
                    <a:pt x="635" y="30"/>
                    <a:pt x="640" y="32"/>
                    <a:pt x="643" y="32"/>
                  </a:cubicBezTo>
                  <a:cubicBezTo>
                    <a:pt x="642" y="30"/>
                    <a:pt x="642" y="30"/>
                    <a:pt x="642" y="30"/>
                  </a:cubicBezTo>
                  <a:cubicBezTo>
                    <a:pt x="636" y="29"/>
                    <a:pt x="638" y="31"/>
                    <a:pt x="632" y="30"/>
                  </a:cubicBezTo>
                  <a:cubicBezTo>
                    <a:pt x="634" y="30"/>
                    <a:pt x="634" y="30"/>
                    <a:pt x="634" y="30"/>
                  </a:cubicBezTo>
                  <a:cubicBezTo>
                    <a:pt x="629" y="29"/>
                    <a:pt x="629" y="29"/>
                    <a:pt x="629" y="29"/>
                  </a:cubicBezTo>
                  <a:cubicBezTo>
                    <a:pt x="628" y="30"/>
                    <a:pt x="627" y="31"/>
                    <a:pt x="631" y="31"/>
                  </a:cubicBezTo>
                  <a:cubicBezTo>
                    <a:pt x="626" y="32"/>
                    <a:pt x="627" y="31"/>
                    <a:pt x="621" y="30"/>
                  </a:cubicBezTo>
                  <a:cubicBezTo>
                    <a:pt x="618" y="31"/>
                    <a:pt x="624" y="31"/>
                    <a:pt x="622" y="31"/>
                  </a:cubicBezTo>
                  <a:cubicBezTo>
                    <a:pt x="621" y="32"/>
                    <a:pt x="617" y="32"/>
                    <a:pt x="614" y="31"/>
                  </a:cubicBezTo>
                  <a:cubicBezTo>
                    <a:pt x="609" y="31"/>
                    <a:pt x="614" y="30"/>
                    <a:pt x="613" y="30"/>
                  </a:cubicBezTo>
                  <a:cubicBezTo>
                    <a:pt x="614" y="30"/>
                    <a:pt x="618" y="30"/>
                    <a:pt x="616" y="30"/>
                  </a:cubicBezTo>
                  <a:cubicBezTo>
                    <a:pt x="624" y="30"/>
                    <a:pt x="618" y="29"/>
                    <a:pt x="623" y="29"/>
                  </a:cubicBezTo>
                  <a:cubicBezTo>
                    <a:pt x="619" y="27"/>
                    <a:pt x="617" y="28"/>
                    <a:pt x="615" y="28"/>
                  </a:cubicBezTo>
                  <a:cubicBezTo>
                    <a:pt x="616" y="29"/>
                    <a:pt x="612" y="29"/>
                    <a:pt x="613" y="29"/>
                  </a:cubicBezTo>
                  <a:cubicBezTo>
                    <a:pt x="600" y="30"/>
                    <a:pt x="611" y="27"/>
                    <a:pt x="603" y="27"/>
                  </a:cubicBezTo>
                  <a:cubicBezTo>
                    <a:pt x="602" y="28"/>
                    <a:pt x="589" y="27"/>
                    <a:pt x="591" y="29"/>
                  </a:cubicBezTo>
                  <a:cubicBezTo>
                    <a:pt x="589" y="29"/>
                    <a:pt x="586" y="29"/>
                    <a:pt x="585" y="29"/>
                  </a:cubicBezTo>
                  <a:cubicBezTo>
                    <a:pt x="589" y="28"/>
                    <a:pt x="583" y="28"/>
                    <a:pt x="588" y="27"/>
                  </a:cubicBezTo>
                  <a:cubicBezTo>
                    <a:pt x="586" y="27"/>
                    <a:pt x="586" y="27"/>
                    <a:pt x="586" y="27"/>
                  </a:cubicBezTo>
                  <a:cubicBezTo>
                    <a:pt x="592" y="27"/>
                    <a:pt x="592" y="27"/>
                    <a:pt x="592" y="27"/>
                  </a:cubicBezTo>
                  <a:cubicBezTo>
                    <a:pt x="590" y="26"/>
                    <a:pt x="587" y="24"/>
                    <a:pt x="586" y="24"/>
                  </a:cubicBezTo>
                  <a:cubicBezTo>
                    <a:pt x="581" y="24"/>
                    <a:pt x="586" y="25"/>
                    <a:pt x="580" y="24"/>
                  </a:cubicBezTo>
                  <a:cubicBezTo>
                    <a:pt x="583" y="24"/>
                    <a:pt x="581" y="23"/>
                    <a:pt x="579" y="23"/>
                  </a:cubicBezTo>
                  <a:cubicBezTo>
                    <a:pt x="582" y="24"/>
                    <a:pt x="576" y="24"/>
                    <a:pt x="573" y="24"/>
                  </a:cubicBezTo>
                  <a:cubicBezTo>
                    <a:pt x="569" y="24"/>
                    <a:pt x="567" y="23"/>
                    <a:pt x="568" y="23"/>
                  </a:cubicBezTo>
                  <a:cubicBezTo>
                    <a:pt x="574" y="22"/>
                    <a:pt x="574" y="22"/>
                    <a:pt x="574" y="22"/>
                  </a:cubicBezTo>
                  <a:cubicBezTo>
                    <a:pt x="570" y="23"/>
                    <a:pt x="573" y="22"/>
                    <a:pt x="570" y="22"/>
                  </a:cubicBezTo>
                  <a:cubicBezTo>
                    <a:pt x="568" y="22"/>
                    <a:pt x="564" y="23"/>
                    <a:pt x="562" y="23"/>
                  </a:cubicBezTo>
                  <a:cubicBezTo>
                    <a:pt x="558" y="23"/>
                    <a:pt x="558" y="22"/>
                    <a:pt x="556" y="22"/>
                  </a:cubicBezTo>
                  <a:cubicBezTo>
                    <a:pt x="562" y="22"/>
                    <a:pt x="562" y="22"/>
                    <a:pt x="562" y="22"/>
                  </a:cubicBezTo>
                  <a:cubicBezTo>
                    <a:pt x="556" y="22"/>
                    <a:pt x="564" y="21"/>
                    <a:pt x="556" y="21"/>
                  </a:cubicBezTo>
                  <a:cubicBezTo>
                    <a:pt x="553" y="21"/>
                    <a:pt x="553" y="21"/>
                    <a:pt x="553" y="21"/>
                  </a:cubicBezTo>
                  <a:cubicBezTo>
                    <a:pt x="552" y="21"/>
                    <a:pt x="552" y="21"/>
                    <a:pt x="554" y="20"/>
                  </a:cubicBezTo>
                  <a:cubicBezTo>
                    <a:pt x="552" y="21"/>
                    <a:pt x="548" y="21"/>
                    <a:pt x="546" y="21"/>
                  </a:cubicBezTo>
                  <a:cubicBezTo>
                    <a:pt x="546" y="20"/>
                    <a:pt x="546" y="20"/>
                    <a:pt x="546" y="20"/>
                  </a:cubicBezTo>
                  <a:cubicBezTo>
                    <a:pt x="543" y="20"/>
                    <a:pt x="536" y="21"/>
                    <a:pt x="532" y="21"/>
                  </a:cubicBezTo>
                  <a:cubicBezTo>
                    <a:pt x="534" y="22"/>
                    <a:pt x="538" y="20"/>
                    <a:pt x="543" y="21"/>
                  </a:cubicBezTo>
                  <a:cubicBezTo>
                    <a:pt x="545" y="22"/>
                    <a:pt x="536" y="22"/>
                    <a:pt x="534" y="22"/>
                  </a:cubicBezTo>
                  <a:cubicBezTo>
                    <a:pt x="537" y="21"/>
                    <a:pt x="523" y="22"/>
                    <a:pt x="513" y="25"/>
                  </a:cubicBezTo>
                  <a:cubicBezTo>
                    <a:pt x="507" y="26"/>
                    <a:pt x="500" y="29"/>
                    <a:pt x="500" y="29"/>
                  </a:cubicBezTo>
                  <a:cubicBezTo>
                    <a:pt x="501" y="30"/>
                    <a:pt x="501" y="30"/>
                    <a:pt x="501" y="30"/>
                  </a:cubicBezTo>
                  <a:cubicBezTo>
                    <a:pt x="493" y="32"/>
                    <a:pt x="499" y="34"/>
                    <a:pt x="498" y="36"/>
                  </a:cubicBezTo>
                  <a:cubicBezTo>
                    <a:pt x="496" y="35"/>
                    <a:pt x="494" y="35"/>
                    <a:pt x="494" y="37"/>
                  </a:cubicBezTo>
                  <a:cubicBezTo>
                    <a:pt x="497" y="35"/>
                    <a:pt x="499" y="38"/>
                    <a:pt x="501" y="37"/>
                  </a:cubicBezTo>
                  <a:cubicBezTo>
                    <a:pt x="501" y="39"/>
                    <a:pt x="496" y="37"/>
                    <a:pt x="494" y="38"/>
                  </a:cubicBezTo>
                  <a:cubicBezTo>
                    <a:pt x="497" y="39"/>
                    <a:pt x="494" y="41"/>
                    <a:pt x="498" y="41"/>
                  </a:cubicBezTo>
                  <a:cubicBezTo>
                    <a:pt x="498" y="40"/>
                    <a:pt x="500" y="41"/>
                    <a:pt x="502" y="41"/>
                  </a:cubicBezTo>
                  <a:cubicBezTo>
                    <a:pt x="503" y="43"/>
                    <a:pt x="500" y="41"/>
                    <a:pt x="500" y="43"/>
                  </a:cubicBezTo>
                  <a:cubicBezTo>
                    <a:pt x="501" y="43"/>
                    <a:pt x="504" y="44"/>
                    <a:pt x="504" y="42"/>
                  </a:cubicBezTo>
                  <a:cubicBezTo>
                    <a:pt x="504" y="43"/>
                    <a:pt x="509" y="44"/>
                    <a:pt x="507" y="45"/>
                  </a:cubicBezTo>
                  <a:cubicBezTo>
                    <a:pt x="506" y="46"/>
                    <a:pt x="505" y="44"/>
                    <a:pt x="504" y="45"/>
                  </a:cubicBezTo>
                  <a:cubicBezTo>
                    <a:pt x="505" y="47"/>
                    <a:pt x="510" y="45"/>
                    <a:pt x="513" y="47"/>
                  </a:cubicBezTo>
                  <a:cubicBezTo>
                    <a:pt x="513" y="45"/>
                    <a:pt x="518" y="45"/>
                    <a:pt x="520" y="46"/>
                  </a:cubicBezTo>
                  <a:cubicBezTo>
                    <a:pt x="521" y="49"/>
                    <a:pt x="518" y="45"/>
                    <a:pt x="516" y="47"/>
                  </a:cubicBezTo>
                  <a:cubicBezTo>
                    <a:pt x="517" y="48"/>
                    <a:pt x="517" y="48"/>
                    <a:pt x="517" y="48"/>
                  </a:cubicBezTo>
                  <a:cubicBezTo>
                    <a:pt x="515" y="50"/>
                    <a:pt x="508" y="46"/>
                    <a:pt x="506" y="48"/>
                  </a:cubicBezTo>
                  <a:cubicBezTo>
                    <a:pt x="509" y="49"/>
                    <a:pt x="509" y="49"/>
                    <a:pt x="509" y="49"/>
                  </a:cubicBezTo>
                  <a:cubicBezTo>
                    <a:pt x="507" y="49"/>
                    <a:pt x="505" y="49"/>
                    <a:pt x="504" y="50"/>
                  </a:cubicBezTo>
                  <a:cubicBezTo>
                    <a:pt x="507" y="50"/>
                    <a:pt x="507" y="52"/>
                    <a:pt x="508" y="52"/>
                  </a:cubicBezTo>
                  <a:cubicBezTo>
                    <a:pt x="511" y="52"/>
                    <a:pt x="507" y="52"/>
                    <a:pt x="509" y="51"/>
                  </a:cubicBezTo>
                  <a:cubicBezTo>
                    <a:pt x="510" y="52"/>
                    <a:pt x="514" y="52"/>
                    <a:pt x="515" y="54"/>
                  </a:cubicBezTo>
                  <a:cubicBezTo>
                    <a:pt x="512" y="53"/>
                    <a:pt x="512" y="55"/>
                    <a:pt x="510" y="55"/>
                  </a:cubicBezTo>
                  <a:cubicBezTo>
                    <a:pt x="510" y="56"/>
                    <a:pt x="513" y="55"/>
                    <a:pt x="513" y="56"/>
                  </a:cubicBezTo>
                  <a:cubicBezTo>
                    <a:pt x="512" y="56"/>
                    <a:pt x="512" y="56"/>
                    <a:pt x="512" y="56"/>
                  </a:cubicBezTo>
                  <a:cubicBezTo>
                    <a:pt x="516" y="61"/>
                    <a:pt x="521" y="66"/>
                    <a:pt x="530" y="69"/>
                  </a:cubicBezTo>
                  <a:cubicBezTo>
                    <a:pt x="528" y="70"/>
                    <a:pt x="529" y="72"/>
                    <a:pt x="529" y="74"/>
                  </a:cubicBezTo>
                  <a:cubicBezTo>
                    <a:pt x="529" y="73"/>
                    <a:pt x="531" y="74"/>
                    <a:pt x="532" y="74"/>
                  </a:cubicBezTo>
                  <a:cubicBezTo>
                    <a:pt x="530" y="76"/>
                    <a:pt x="530" y="76"/>
                    <a:pt x="530" y="76"/>
                  </a:cubicBezTo>
                  <a:cubicBezTo>
                    <a:pt x="530" y="78"/>
                    <a:pt x="533" y="79"/>
                    <a:pt x="535" y="80"/>
                  </a:cubicBezTo>
                  <a:cubicBezTo>
                    <a:pt x="535" y="80"/>
                    <a:pt x="534" y="80"/>
                    <a:pt x="534" y="80"/>
                  </a:cubicBezTo>
                  <a:cubicBezTo>
                    <a:pt x="533" y="82"/>
                    <a:pt x="536" y="81"/>
                    <a:pt x="537" y="82"/>
                  </a:cubicBezTo>
                  <a:cubicBezTo>
                    <a:pt x="535" y="83"/>
                    <a:pt x="535" y="83"/>
                    <a:pt x="535" y="83"/>
                  </a:cubicBezTo>
                  <a:cubicBezTo>
                    <a:pt x="537" y="83"/>
                    <a:pt x="537" y="83"/>
                    <a:pt x="537" y="83"/>
                  </a:cubicBezTo>
                  <a:cubicBezTo>
                    <a:pt x="538" y="84"/>
                    <a:pt x="538" y="86"/>
                    <a:pt x="535" y="86"/>
                  </a:cubicBezTo>
                  <a:cubicBezTo>
                    <a:pt x="536" y="86"/>
                    <a:pt x="536" y="87"/>
                    <a:pt x="537" y="86"/>
                  </a:cubicBezTo>
                  <a:cubicBezTo>
                    <a:pt x="536" y="87"/>
                    <a:pt x="535" y="90"/>
                    <a:pt x="535" y="91"/>
                  </a:cubicBezTo>
                  <a:cubicBezTo>
                    <a:pt x="530" y="91"/>
                    <a:pt x="523" y="91"/>
                    <a:pt x="518" y="91"/>
                  </a:cubicBezTo>
                  <a:cubicBezTo>
                    <a:pt x="516" y="91"/>
                    <a:pt x="516" y="91"/>
                    <a:pt x="515" y="91"/>
                  </a:cubicBezTo>
                  <a:cubicBezTo>
                    <a:pt x="510" y="89"/>
                    <a:pt x="499" y="90"/>
                    <a:pt x="493" y="88"/>
                  </a:cubicBezTo>
                  <a:cubicBezTo>
                    <a:pt x="494" y="89"/>
                    <a:pt x="489" y="90"/>
                    <a:pt x="485" y="90"/>
                  </a:cubicBezTo>
                  <a:cubicBezTo>
                    <a:pt x="479" y="90"/>
                    <a:pt x="486" y="88"/>
                    <a:pt x="483" y="87"/>
                  </a:cubicBezTo>
                  <a:cubicBezTo>
                    <a:pt x="480" y="87"/>
                    <a:pt x="476" y="87"/>
                    <a:pt x="475" y="87"/>
                  </a:cubicBezTo>
                  <a:cubicBezTo>
                    <a:pt x="475" y="87"/>
                    <a:pt x="475" y="87"/>
                    <a:pt x="475" y="87"/>
                  </a:cubicBezTo>
                  <a:cubicBezTo>
                    <a:pt x="472" y="87"/>
                    <a:pt x="468" y="87"/>
                    <a:pt x="466" y="86"/>
                  </a:cubicBezTo>
                  <a:cubicBezTo>
                    <a:pt x="466" y="86"/>
                    <a:pt x="466" y="86"/>
                    <a:pt x="466" y="86"/>
                  </a:cubicBezTo>
                  <a:cubicBezTo>
                    <a:pt x="464" y="86"/>
                    <a:pt x="463" y="85"/>
                    <a:pt x="460" y="85"/>
                  </a:cubicBezTo>
                  <a:cubicBezTo>
                    <a:pt x="457" y="85"/>
                    <a:pt x="453" y="84"/>
                    <a:pt x="450" y="85"/>
                  </a:cubicBezTo>
                  <a:cubicBezTo>
                    <a:pt x="450" y="84"/>
                    <a:pt x="450" y="84"/>
                    <a:pt x="450" y="84"/>
                  </a:cubicBezTo>
                  <a:cubicBezTo>
                    <a:pt x="448" y="85"/>
                    <a:pt x="448" y="85"/>
                    <a:pt x="448" y="85"/>
                  </a:cubicBezTo>
                  <a:cubicBezTo>
                    <a:pt x="444" y="84"/>
                    <a:pt x="444" y="84"/>
                    <a:pt x="444" y="84"/>
                  </a:cubicBezTo>
                  <a:cubicBezTo>
                    <a:pt x="446" y="84"/>
                    <a:pt x="447" y="83"/>
                    <a:pt x="448" y="83"/>
                  </a:cubicBezTo>
                  <a:cubicBezTo>
                    <a:pt x="444" y="82"/>
                    <a:pt x="445" y="84"/>
                    <a:pt x="442" y="84"/>
                  </a:cubicBezTo>
                  <a:cubicBezTo>
                    <a:pt x="437" y="84"/>
                    <a:pt x="439" y="83"/>
                    <a:pt x="438" y="83"/>
                  </a:cubicBezTo>
                  <a:cubicBezTo>
                    <a:pt x="440" y="83"/>
                    <a:pt x="440" y="83"/>
                    <a:pt x="441" y="83"/>
                  </a:cubicBezTo>
                  <a:cubicBezTo>
                    <a:pt x="445" y="83"/>
                    <a:pt x="440" y="83"/>
                    <a:pt x="440" y="82"/>
                  </a:cubicBezTo>
                  <a:cubicBezTo>
                    <a:pt x="440" y="82"/>
                    <a:pt x="438" y="83"/>
                    <a:pt x="435" y="82"/>
                  </a:cubicBezTo>
                  <a:cubicBezTo>
                    <a:pt x="433" y="82"/>
                    <a:pt x="428" y="82"/>
                    <a:pt x="430" y="81"/>
                  </a:cubicBezTo>
                  <a:cubicBezTo>
                    <a:pt x="427" y="81"/>
                    <a:pt x="425" y="81"/>
                    <a:pt x="423" y="81"/>
                  </a:cubicBezTo>
                  <a:cubicBezTo>
                    <a:pt x="424" y="81"/>
                    <a:pt x="427" y="82"/>
                    <a:pt x="427" y="82"/>
                  </a:cubicBezTo>
                  <a:cubicBezTo>
                    <a:pt x="425" y="82"/>
                    <a:pt x="421" y="82"/>
                    <a:pt x="421" y="82"/>
                  </a:cubicBezTo>
                  <a:cubicBezTo>
                    <a:pt x="423" y="82"/>
                    <a:pt x="423" y="82"/>
                    <a:pt x="423" y="82"/>
                  </a:cubicBezTo>
                  <a:cubicBezTo>
                    <a:pt x="421" y="82"/>
                    <a:pt x="417" y="81"/>
                    <a:pt x="418" y="82"/>
                  </a:cubicBezTo>
                  <a:cubicBezTo>
                    <a:pt x="417" y="80"/>
                    <a:pt x="417" y="80"/>
                    <a:pt x="417" y="80"/>
                  </a:cubicBezTo>
                  <a:cubicBezTo>
                    <a:pt x="414" y="81"/>
                    <a:pt x="411" y="80"/>
                    <a:pt x="408" y="80"/>
                  </a:cubicBezTo>
                  <a:cubicBezTo>
                    <a:pt x="409" y="79"/>
                    <a:pt x="413" y="79"/>
                    <a:pt x="408" y="78"/>
                  </a:cubicBezTo>
                  <a:cubicBezTo>
                    <a:pt x="402" y="78"/>
                    <a:pt x="402" y="78"/>
                    <a:pt x="402" y="78"/>
                  </a:cubicBezTo>
                  <a:cubicBezTo>
                    <a:pt x="400" y="78"/>
                    <a:pt x="399" y="78"/>
                    <a:pt x="401" y="77"/>
                  </a:cubicBezTo>
                  <a:cubicBezTo>
                    <a:pt x="393" y="76"/>
                    <a:pt x="388" y="78"/>
                    <a:pt x="383" y="77"/>
                  </a:cubicBezTo>
                  <a:cubicBezTo>
                    <a:pt x="387" y="76"/>
                    <a:pt x="385" y="76"/>
                    <a:pt x="383" y="75"/>
                  </a:cubicBezTo>
                  <a:cubicBezTo>
                    <a:pt x="383" y="75"/>
                    <a:pt x="382" y="76"/>
                    <a:pt x="380" y="76"/>
                  </a:cubicBezTo>
                  <a:cubicBezTo>
                    <a:pt x="380" y="76"/>
                    <a:pt x="383" y="75"/>
                    <a:pt x="384" y="76"/>
                  </a:cubicBezTo>
                  <a:cubicBezTo>
                    <a:pt x="384" y="77"/>
                    <a:pt x="381" y="76"/>
                    <a:pt x="379" y="76"/>
                  </a:cubicBezTo>
                  <a:cubicBezTo>
                    <a:pt x="378" y="73"/>
                    <a:pt x="361" y="73"/>
                    <a:pt x="354" y="71"/>
                  </a:cubicBezTo>
                  <a:cubicBezTo>
                    <a:pt x="352" y="72"/>
                    <a:pt x="349" y="71"/>
                    <a:pt x="346" y="71"/>
                  </a:cubicBezTo>
                  <a:cubicBezTo>
                    <a:pt x="349" y="70"/>
                    <a:pt x="340" y="71"/>
                    <a:pt x="339" y="70"/>
                  </a:cubicBezTo>
                  <a:cubicBezTo>
                    <a:pt x="338" y="71"/>
                    <a:pt x="338" y="71"/>
                    <a:pt x="338" y="71"/>
                  </a:cubicBezTo>
                  <a:cubicBezTo>
                    <a:pt x="333" y="70"/>
                    <a:pt x="325" y="71"/>
                    <a:pt x="324" y="70"/>
                  </a:cubicBezTo>
                  <a:cubicBezTo>
                    <a:pt x="321" y="69"/>
                    <a:pt x="327" y="69"/>
                    <a:pt x="329" y="69"/>
                  </a:cubicBezTo>
                  <a:cubicBezTo>
                    <a:pt x="327" y="67"/>
                    <a:pt x="314" y="69"/>
                    <a:pt x="313" y="67"/>
                  </a:cubicBezTo>
                  <a:cubicBezTo>
                    <a:pt x="312" y="67"/>
                    <a:pt x="312" y="68"/>
                    <a:pt x="307" y="68"/>
                  </a:cubicBezTo>
                  <a:cubicBezTo>
                    <a:pt x="305" y="68"/>
                    <a:pt x="299" y="66"/>
                    <a:pt x="300" y="66"/>
                  </a:cubicBezTo>
                  <a:cubicBezTo>
                    <a:pt x="297" y="66"/>
                    <a:pt x="295" y="67"/>
                    <a:pt x="293" y="66"/>
                  </a:cubicBezTo>
                  <a:cubicBezTo>
                    <a:pt x="294" y="66"/>
                    <a:pt x="295" y="66"/>
                    <a:pt x="297" y="66"/>
                  </a:cubicBezTo>
                  <a:cubicBezTo>
                    <a:pt x="292" y="65"/>
                    <a:pt x="287" y="65"/>
                    <a:pt x="282" y="65"/>
                  </a:cubicBezTo>
                  <a:cubicBezTo>
                    <a:pt x="281" y="64"/>
                    <a:pt x="271" y="64"/>
                    <a:pt x="263" y="64"/>
                  </a:cubicBezTo>
                  <a:cubicBezTo>
                    <a:pt x="259" y="65"/>
                    <a:pt x="244" y="65"/>
                    <a:pt x="240" y="69"/>
                  </a:cubicBezTo>
                  <a:cubicBezTo>
                    <a:pt x="240" y="68"/>
                    <a:pt x="238" y="69"/>
                    <a:pt x="237" y="70"/>
                  </a:cubicBezTo>
                  <a:cubicBezTo>
                    <a:pt x="235" y="72"/>
                    <a:pt x="239" y="72"/>
                    <a:pt x="239" y="73"/>
                  </a:cubicBezTo>
                  <a:cubicBezTo>
                    <a:pt x="236" y="73"/>
                    <a:pt x="236" y="73"/>
                    <a:pt x="236" y="73"/>
                  </a:cubicBezTo>
                  <a:cubicBezTo>
                    <a:pt x="233" y="74"/>
                    <a:pt x="237" y="76"/>
                    <a:pt x="236" y="77"/>
                  </a:cubicBezTo>
                  <a:cubicBezTo>
                    <a:pt x="238" y="76"/>
                    <a:pt x="237" y="78"/>
                    <a:pt x="239" y="77"/>
                  </a:cubicBezTo>
                  <a:cubicBezTo>
                    <a:pt x="241" y="78"/>
                    <a:pt x="241" y="78"/>
                    <a:pt x="241" y="78"/>
                  </a:cubicBezTo>
                  <a:cubicBezTo>
                    <a:pt x="243" y="80"/>
                    <a:pt x="242" y="78"/>
                    <a:pt x="245" y="80"/>
                  </a:cubicBezTo>
                  <a:cubicBezTo>
                    <a:pt x="246" y="81"/>
                    <a:pt x="242" y="81"/>
                    <a:pt x="242" y="81"/>
                  </a:cubicBezTo>
                  <a:cubicBezTo>
                    <a:pt x="241" y="82"/>
                    <a:pt x="243" y="82"/>
                    <a:pt x="245" y="83"/>
                  </a:cubicBezTo>
                  <a:cubicBezTo>
                    <a:pt x="245" y="83"/>
                    <a:pt x="245" y="83"/>
                    <a:pt x="246" y="83"/>
                  </a:cubicBezTo>
                  <a:cubicBezTo>
                    <a:pt x="245" y="83"/>
                    <a:pt x="245" y="83"/>
                    <a:pt x="245" y="83"/>
                  </a:cubicBezTo>
                  <a:cubicBezTo>
                    <a:pt x="246" y="84"/>
                    <a:pt x="246" y="84"/>
                    <a:pt x="247" y="84"/>
                  </a:cubicBezTo>
                  <a:cubicBezTo>
                    <a:pt x="247" y="84"/>
                    <a:pt x="247" y="84"/>
                    <a:pt x="247" y="84"/>
                  </a:cubicBezTo>
                  <a:cubicBezTo>
                    <a:pt x="246" y="84"/>
                    <a:pt x="246" y="84"/>
                    <a:pt x="245" y="83"/>
                  </a:cubicBezTo>
                  <a:cubicBezTo>
                    <a:pt x="245" y="84"/>
                    <a:pt x="246" y="84"/>
                    <a:pt x="246" y="84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7" y="85"/>
                    <a:pt x="247" y="85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50" y="87"/>
                    <a:pt x="251" y="87"/>
                  </a:cubicBezTo>
                  <a:cubicBezTo>
                    <a:pt x="252" y="90"/>
                    <a:pt x="260" y="94"/>
                    <a:pt x="263" y="95"/>
                  </a:cubicBezTo>
                  <a:cubicBezTo>
                    <a:pt x="262" y="95"/>
                    <a:pt x="262" y="95"/>
                    <a:pt x="263" y="95"/>
                  </a:cubicBezTo>
                  <a:cubicBezTo>
                    <a:pt x="265" y="96"/>
                    <a:pt x="268" y="96"/>
                    <a:pt x="267" y="96"/>
                  </a:cubicBezTo>
                  <a:cubicBezTo>
                    <a:pt x="269" y="97"/>
                    <a:pt x="266" y="97"/>
                    <a:pt x="268" y="99"/>
                  </a:cubicBezTo>
                  <a:cubicBezTo>
                    <a:pt x="268" y="99"/>
                    <a:pt x="270" y="98"/>
                    <a:pt x="269" y="98"/>
                  </a:cubicBezTo>
                  <a:cubicBezTo>
                    <a:pt x="270" y="101"/>
                    <a:pt x="279" y="102"/>
                    <a:pt x="281" y="105"/>
                  </a:cubicBezTo>
                  <a:cubicBezTo>
                    <a:pt x="280" y="105"/>
                    <a:pt x="279" y="105"/>
                    <a:pt x="278" y="105"/>
                  </a:cubicBezTo>
                  <a:cubicBezTo>
                    <a:pt x="282" y="106"/>
                    <a:pt x="285" y="108"/>
                    <a:pt x="291" y="109"/>
                  </a:cubicBezTo>
                  <a:cubicBezTo>
                    <a:pt x="289" y="109"/>
                    <a:pt x="289" y="109"/>
                    <a:pt x="287" y="109"/>
                  </a:cubicBezTo>
                  <a:cubicBezTo>
                    <a:pt x="289" y="110"/>
                    <a:pt x="292" y="112"/>
                    <a:pt x="295" y="112"/>
                  </a:cubicBezTo>
                  <a:cubicBezTo>
                    <a:pt x="295" y="111"/>
                    <a:pt x="294" y="112"/>
                    <a:pt x="293" y="111"/>
                  </a:cubicBezTo>
                  <a:cubicBezTo>
                    <a:pt x="293" y="110"/>
                    <a:pt x="298" y="111"/>
                    <a:pt x="299" y="112"/>
                  </a:cubicBezTo>
                  <a:cubicBezTo>
                    <a:pt x="299" y="112"/>
                    <a:pt x="299" y="112"/>
                    <a:pt x="299" y="112"/>
                  </a:cubicBezTo>
                  <a:cubicBezTo>
                    <a:pt x="301" y="113"/>
                    <a:pt x="302" y="113"/>
                    <a:pt x="304" y="114"/>
                  </a:cubicBezTo>
                  <a:cubicBezTo>
                    <a:pt x="304" y="115"/>
                    <a:pt x="302" y="114"/>
                    <a:pt x="302" y="115"/>
                  </a:cubicBezTo>
                  <a:cubicBezTo>
                    <a:pt x="299" y="116"/>
                    <a:pt x="304" y="118"/>
                    <a:pt x="304" y="118"/>
                  </a:cubicBezTo>
                  <a:cubicBezTo>
                    <a:pt x="306" y="118"/>
                    <a:pt x="307" y="119"/>
                    <a:pt x="308" y="118"/>
                  </a:cubicBezTo>
                  <a:cubicBezTo>
                    <a:pt x="310" y="119"/>
                    <a:pt x="307" y="119"/>
                    <a:pt x="308" y="120"/>
                  </a:cubicBezTo>
                  <a:cubicBezTo>
                    <a:pt x="318" y="121"/>
                    <a:pt x="318" y="121"/>
                    <a:pt x="318" y="121"/>
                  </a:cubicBezTo>
                  <a:cubicBezTo>
                    <a:pt x="317" y="121"/>
                    <a:pt x="317" y="123"/>
                    <a:pt x="314" y="122"/>
                  </a:cubicBezTo>
                  <a:cubicBezTo>
                    <a:pt x="318" y="124"/>
                    <a:pt x="324" y="124"/>
                    <a:pt x="328" y="125"/>
                  </a:cubicBezTo>
                  <a:cubicBezTo>
                    <a:pt x="329" y="126"/>
                    <a:pt x="333" y="127"/>
                    <a:pt x="334" y="128"/>
                  </a:cubicBezTo>
                  <a:cubicBezTo>
                    <a:pt x="333" y="129"/>
                    <a:pt x="334" y="127"/>
                    <a:pt x="332" y="128"/>
                  </a:cubicBezTo>
                  <a:cubicBezTo>
                    <a:pt x="332" y="129"/>
                    <a:pt x="332" y="129"/>
                    <a:pt x="332" y="129"/>
                  </a:cubicBezTo>
                  <a:cubicBezTo>
                    <a:pt x="329" y="128"/>
                    <a:pt x="329" y="130"/>
                    <a:pt x="326" y="130"/>
                  </a:cubicBezTo>
                  <a:cubicBezTo>
                    <a:pt x="329" y="131"/>
                    <a:pt x="332" y="133"/>
                    <a:pt x="335" y="135"/>
                  </a:cubicBezTo>
                  <a:cubicBezTo>
                    <a:pt x="336" y="133"/>
                    <a:pt x="340" y="137"/>
                    <a:pt x="343" y="136"/>
                  </a:cubicBezTo>
                  <a:cubicBezTo>
                    <a:pt x="347" y="138"/>
                    <a:pt x="342" y="138"/>
                    <a:pt x="342" y="139"/>
                  </a:cubicBezTo>
                  <a:cubicBezTo>
                    <a:pt x="347" y="140"/>
                    <a:pt x="349" y="143"/>
                    <a:pt x="352" y="144"/>
                  </a:cubicBezTo>
                  <a:cubicBezTo>
                    <a:pt x="352" y="144"/>
                    <a:pt x="352" y="144"/>
                    <a:pt x="351" y="144"/>
                  </a:cubicBezTo>
                  <a:cubicBezTo>
                    <a:pt x="355" y="146"/>
                    <a:pt x="358" y="149"/>
                    <a:pt x="363" y="150"/>
                  </a:cubicBezTo>
                  <a:cubicBezTo>
                    <a:pt x="363" y="150"/>
                    <a:pt x="362" y="150"/>
                    <a:pt x="361" y="150"/>
                  </a:cubicBezTo>
                  <a:cubicBezTo>
                    <a:pt x="362" y="152"/>
                    <a:pt x="366" y="149"/>
                    <a:pt x="367" y="152"/>
                  </a:cubicBezTo>
                  <a:cubicBezTo>
                    <a:pt x="364" y="152"/>
                    <a:pt x="364" y="152"/>
                    <a:pt x="364" y="152"/>
                  </a:cubicBezTo>
                  <a:cubicBezTo>
                    <a:pt x="368" y="153"/>
                    <a:pt x="366" y="155"/>
                    <a:pt x="371" y="156"/>
                  </a:cubicBezTo>
                  <a:cubicBezTo>
                    <a:pt x="370" y="156"/>
                    <a:pt x="369" y="156"/>
                    <a:pt x="368" y="156"/>
                  </a:cubicBezTo>
                  <a:cubicBezTo>
                    <a:pt x="371" y="157"/>
                    <a:pt x="372" y="159"/>
                    <a:pt x="376" y="160"/>
                  </a:cubicBezTo>
                  <a:cubicBezTo>
                    <a:pt x="375" y="160"/>
                    <a:pt x="374" y="160"/>
                    <a:pt x="372" y="160"/>
                  </a:cubicBezTo>
                  <a:cubicBezTo>
                    <a:pt x="372" y="161"/>
                    <a:pt x="377" y="161"/>
                    <a:pt x="376" y="162"/>
                  </a:cubicBezTo>
                  <a:cubicBezTo>
                    <a:pt x="376" y="163"/>
                    <a:pt x="375" y="164"/>
                    <a:pt x="375" y="164"/>
                  </a:cubicBezTo>
                  <a:cubicBezTo>
                    <a:pt x="378" y="164"/>
                    <a:pt x="376" y="167"/>
                    <a:pt x="370" y="167"/>
                  </a:cubicBezTo>
                  <a:cubicBezTo>
                    <a:pt x="370" y="167"/>
                    <a:pt x="368" y="167"/>
                    <a:pt x="365" y="167"/>
                  </a:cubicBezTo>
                  <a:cubicBezTo>
                    <a:pt x="339" y="166"/>
                    <a:pt x="317" y="163"/>
                    <a:pt x="293" y="161"/>
                  </a:cubicBezTo>
                  <a:cubicBezTo>
                    <a:pt x="292" y="159"/>
                    <a:pt x="300" y="161"/>
                    <a:pt x="299" y="160"/>
                  </a:cubicBezTo>
                  <a:cubicBezTo>
                    <a:pt x="297" y="161"/>
                    <a:pt x="295" y="159"/>
                    <a:pt x="288" y="159"/>
                  </a:cubicBezTo>
                  <a:cubicBezTo>
                    <a:pt x="288" y="159"/>
                    <a:pt x="288" y="159"/>
                    <a:pt x="288" y="159"/>
                  </a:cubicBezTo>
                  <a:cubicBezTo>
                    <a:pt x="285" y="158"/>
                    <a:pt x="285" y="157"/>
                    <a:pt x="281" y="157"/>
                  </a:cubicBezTo>
                  <a:cubicBezTo>
                    <a:pt x="280" y="158"/>
                    <a:pt x="280" y="158"/>
                    <a:pt x="280" y="158"/>
                  </a:cubicBezTo>
                  <a:cubicBezTo>
                    <a:pt x="276" y="158"/>
                    <a:pt x="276" y="155"/>
                    <a:pt x="272" y="156"/>
                  </a:cubicBezTo>
                  <a:cubicBezTo>
                    <a:pt x="271" y="155"/>
                    <a:pt x="271" y="155"/>
                    <a:pt x="271" y="155"/>
                  </a:cubicBezTo>
                  <a:cubicBezTo>
                    <a:pt x="265" y="156"/>
                    <a:pt x="267" y="154"/>
                    <a:pt x="261" y="154"/>
                  </a:cubicBezTo>
                  <a:cubicBezTo>
                    <a:pt x="262" y="154"/>
                    <a:pt x="262" y="154"/>
                    <a:pt x="262" y="154"/>
                  </a:cubicBezTo>
                  <a:cubicBezTo>
                    <a:pt x="258" y="153"/>
                    <a:pt x="249" y="154"/>
                    <a:pt x="249" y="152"/>
                  </a:cubicBezTo>
                  <a:cubicBezTo>
                    <a:pt x="244" y="152"/>
                    <a:pt x="239" y="151"/>
                    <a:pt x="236" y="152"/>
                  </a:cubicBezTo>
                  <a:cubicBezTo>
                    <a:pt x="236" y="151"/>
                    <a:pt x="238" y="151"/>
                    <a:pt x="239" y="151"/>
                  </a:cubicBezTo>
                  <a:cubicBezTo>
                    <a:pt x="222" y="149"/>
                    <a:pt x="205" y="145"/>
                    <a:pt x="188" y="144"/>
                  </a:cubicBezTo>
                  <a:cubicBezTo>
                    <a:pt x="188" y="143"/>
                    <a:pt x="189" y="144"/>
                    <a:pt x="190" y="143"/>
                  </a:cubicBezTo>
                  <a:cubicBezTo>
                    <a:pt x="179" y="143"/>
                    <a:pt x="175" y="139"/>
                    <a:pt x="164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59" y="139"/>
                    <a:pt x="160" y="139"/>
                    <a:pt x="159" y="138"/>
                  </a:cubicBezTo>
                  <a:cubicBezTo>
                    <a:pt x="156" y="139"/>
                    <a:pt x="151" y="137"/>
                    <a:pt x="148" y="138"/>
                  </a:cubicBezTo>
                  <a:cubicBezTo>
                    <a:pt x="148" y="137"/>
                    <a:pt x="150" y="137"/>
                    <a:pt x="150" y="137"/>
                  </a:cubicBezTo>
                  <a:cubicBezTo>
                    <a:pt x="147" y="136"/>
                    <a:pt x="139" y="136"/>
                    <a:pt x="136" y="135"/>
                  </a:cubicBezTo>
                  <a:cubicBezTo>
                    <a:pt x="138" y="135"/>
                    <a:pt x="138" y="135"/>
                    <a:pt x="138" y="135"/>
                  </a:cubicBezTo>
                  <a:cubicBezTo>
                    <a:pt x="122" y="130"/>
                    <a:pt x="100" y="124"/>
                    <a:pt x="79" y="123"/>
                  </a:cubicBezTo>
                  <a:cubicBezTo>
                    <a:pt x="74" y="122"/>
                    <a:pt x="80" y="122"/>
                    <a:pt x="78" y="121"/>
                  </a:cubicBezTo>
                  <a:cubicBezTo>
                    <a:pt x="58" y="120"/>
                    <a:pt x="44" y="114"/>
                    <a:pt x="23" y="113"/>
                  </a:cubicBezTo>
                  <a:cubicBezTo>
                    <a:pt x="10" y="111"/>
                    <a:pt x="0" y="113"/>
                    <a:pt x="0" y="113"/>
                  </a:cubicBezTo>
                  <a:cubicBezTo>
                    <a:pt x="31" y="117"/>
                    <a:pt x="53" y="123"/>
                    <a:pt x="78" y="130"/>
                  </a:cubicBezTo>
                  <a:close/>
                  <a:moveTo>
                    <a:pt x="656" y="33"/>
                  </a:moveTo>
                  <a:cubicBezTo>
                    <a:pt x="656" y="33"/>
                    <a:pt x="656" y="33"/>
                    <a:pt x="656" y="33"/>
                  </a:cubicBezTo>
                  <a:moveTo>
                    <a:pt x="655" y="33"/>
                  </a:moveTo>
                  <a:cubicBezTo>
                    <a:pt x="655" y="33"/>
                    <a:pt x="655" y="33"/>
                    <a:pt x="655" y="33"/>
                  </a:cubicBezTo>
                  <a:cubicBezTo>
                    <a:pt x="656" y="33"/>
                    <a:pt x="656" y="33"/>
                    <a:pt x="655" y="33"/>
                  </a:cubicBezTo>
                  <a:close/>
                  <a:moveTo>
                    <a:pt x="650" y="3"/>
                  </a:moveTo>
                  <a:cubicBezTo>
                    <a:pt x="650" y="3"/>
                    <a:pt x="650" y="4"/>
                    <a:pt x="650" y="4"/>
                  </a:cubicBezTo>
                  <a:cubicBezTo>
                    <a:pt x="650" y="4"/>
                    <a:pt x="649" y="4"/>
                    <a:pt x="648" y="5"/>
                  </a:cubicBezTo>
                  <a:cubicBezTo>
                    <a:pt x="648" y="4"/>
                    <a:pt x="648" y="3"/>
                    <a:pt x="650" y="3"/>
                  </a:cubicBezTo>
                  <a:close/>
                  <a:moveTo>
                    <a:pt x="649" y="34"/>
                  </a:moveTo>
                  <a:cubicBezTo>
                    <a:pt x="650" y="34"/>
                    <a:pt x="651" y="34"/>
                    <a:pt x="653" y="34"/>
                  </a:cubicBezTo>
                  <a:cubicBezTo>
                    <a:pt x="653" y="33"/>
                    <a:pt x="653" y="33"/>
                    <a:pt x="653" y="33"/>
                  </a:cubicBezTo>
                  <a:cubicBezTo>
                    <a:pt x="653" y="34"/>
                    <a:pt x="653" y="34"/>
                    <a:pt x="653" y="34"/>
                  </a:cubicBezTo>
                  <a:cubicBezTo>
                    <a:pt x="654" y="34"/>
                    <a:pt x="655" y="33"/>
                    <a:pt x="655" y="33"/>
                  </a:cubicBezTo>
                  <a:cubicBezTo>
                    <a:pt x="654" y="34"/>
                    <a:pt x="654" y="34"/>
                    <a:pt x="653" y="34"/>
                  </a:cubicBezTo>
                  <a:cubicBezTo>
                    <a:pt x="653" y="34"/>
                    <a:pt x="653" y="35"/>
                    <a:pt x="652" y="35"/>
                  </a:cubicBezTo>
                  <a:cubicBezTo>
                    <a:pt x="652" y="35"/>
                    <a:pt x="652" y="35"/>
                    <a:pt x="652" y="35"/>
                  </a:cubicBezTo>
                  <a:cubicBezTo>
                    <a:pt x="652" y="35"/>
                    <a:pt x="651" y="35"/>
                    <a:pt x="650" y="35"/>
                  </a:cubicBezTo>
                  <a:cubicBezTo>
                    <a:pt x="649" y="35"/>
                    <a:pt x="649" y="35"/>
                    <a:pt x="649" y="35"/>
                  </a:cubicBezTo>
                  <a:cubicBezTo>
                    <a:pt x="647" y="36"/>
                    <a:pt x="650" y="36"/>
                    <a:pt x="648" y="37"/>
                  </a:cubicBezTo>
                  <a:cubicBezTo>
                    <a:pt x="646" y="37"/>
                    <a:pt x="644" y="37"/>
                    <a:pt x="643" y="37"/>
                  </a:cubicBezTo>
                  <a:cubicBezTo>
                    <a:pt x="643" y="36"/>
                    <a:pt x="646" y="35"/>
                    <a:pt x="640" y="34"/>
                  </a:cubicBezTo>
                  <a:cubicBezTo>
                    <a:pt x="644" y="33"/>
                    <a:pt x="649" y="35"/>
                    <a:pt x="649" y="34"/>
                  </a:cubicBezTo>
                  <a:close/>
                  <a:moveTo>
                    <a:pt x="539" y="91"/>
                  </a:moveTo>
                  <a:cubicBezTo>
                    <a:pt x="541" y="91"/>
                    <a:pt x="537" y="92"/>
                    <a:pt x="538" y="92"/>
                  </a:cubicBezTo>
                  <a:cubicBezTo>
                    <a:pt x="537" y="92"/>
                    <a:pt x="535" y="93"/>
                    <a:pt x="535" y="92"/>
                  </a:cubicBezTo>
                  <a:cubicBezTo>
                    <a:pt x="538" y="92"/>
                    <a:pt x="539" y="91"/>
                    <a:pt x="539" y="9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</p:grpSp>
      <p:sp>
        <p:nvSpPr>
          <p:cNvPr id="5" name="í$ľïde"/>
          <p:cNvSpPr/>
          <p:nvPr/>
        </p:nvSpPr>
        <p:spPr bwMode="auto">
          <a:xfrm>
            <a:off x="704169" y="1812261"/>
            <a:ext cx="544678" cy="475468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iṥlïḑe"/>
          <p:cNvSpPr/>
          <p:nvPr/>
        </p:nvSpPr>
        <p:spPr bwMode="auto">
          <a:xfrm>
            <a:off x="704169" y="3310692"/>
            <a:ext cx="570046" cy="461400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10" name="iṣ1îḓé"/>
          <p:cNvSpPr/>
          <p:nvPr/>
        </p:nvSpPr>
        <p:spPr bwMode="auto">
          <a:xfrm>
            <a:off x="704169" y="4845849"/>
            <a:ext cx="497132" cy="478102"/>
          </a:xfrm>
          <a:custGeom>
            <a:avLst/>
            <a:gdLst>
              <a:gd name="connsiteX0" fmla="*/ 61288 w 609549"/>
              <a:gd name="connsiteY0" fmla="*/ 383285 h 586216"/>
              <a:gd name="connsiteX1" fmla="*/ 71162 w 609549"/>
              <a:gd name="connsiteY1" fmla="*/ 387101 h 586216"/>
              <a:gd name="connsiteX2" fmla="*/ 120018 w 609549"/>
              <a:gd name="connsiteY2" fmla="*/ 435892 h 586216"/>
              <a:gd name="connsiteX3" fmla="*/ 120018 w 609549"/>
              <a:gd name="connsiteY3" fmla="*/ 454200 h 586216"/>
              <a:gd name="connsiteX4" fmla="*/ 56639 w 609549"/>
              <a:gd name="connsiteY4" fmla="*/ 517543 h 586216"/>
              <a:gd name="connsiteX5" fmla="*/ 35592 w 609549"/>
              <a:gd name="connsiteY5" fmla="*/ 513644 h 586216"/>
              <a:gd name="connsiteX6" fmla="*/ 51877 w 609549"/>
              <a:gd name="connsiteY6" fmla="*/ 388099 h 586216"/>
              <a:gd name="connsiteX7" fmla="*/ 61288 w 609549"/>
              <a:gd name="connsiteY7" fmla="*/ 383285 h 586216"/>
              <a:gd name="connsiteX8" fmla="*/ 235245 w 609549"/>
              <a:gd name="connsiteY8" fmla="*/ 302810 h 586216"/>
              <a:gd name="connsiteX9" fmla="*/ 306042 w 609549"/>
              <a:gd name="connsiteY9" fmla="*/ 373466 h 586216"/>
              <a:gd name="connsiteX10" fmla="*/ 258717 w 609549"/>
              <a:gd name="connsiteY10" fmla="*/ 420680 h 586216"/>
              <a:gd name="connsiteX11" fmla="*/ 230246 w 609549"/>
              <a:gd name="connsiteY11" fmla="*/ 550152 h 586216"/>
              <a:gd name="connsiteX12" fmla="*/ 92223 w 609549"/>
              <a:gd name="connsiteY12" fmla="*/ 575305 h 586216"/>
              <a:gd name="connsiteX13" fmla="*/ 88748 w 609549"/>
              <a:gd name="connsiteY13" fmla="*/ 556143 h 586216"/>
              <a:gd name="connsiteX14" fmla="*/ 165115 w 609549"/>
              <a:gd name="connsiteY14" fmla="*/ 479877 h 586216"/>
              <a:gd name="connsiteX15" fmla="*/ 165115 w 609549"/>
              <a:gd name="connsiteY15" fmla="*/ 446308 h 586216"/>
              <a:gd name="connsiteX16" fmla="*/ 88700 w 609549"/>
              <a:gd name="connsiteY16" fmla="*/ 369995 h 586216"/>
              <a:gd name="connsiteX17" fmla="*/ 92128 w 609549"/>
              <a:gd name="connsiteY17" fmla="*/ 350976 h 586216"/>
              <a:gd name="connsiteX18" fmla="*/ 189111 w 609549"/>
              <a:gd name="connsiteY18" fmla="*/ 348884 h 586216"/>
              <a:gd name="connsiteX19" fmla="*/ 257958 w 609549"/>
              <a:gd name="connsiteY19" fmla="*/ 161679 h 586216"/>
              <a:gd name="connsiteX20" fmla="*/ 317251 w 609549"/>
              <a:gd name="connsiteY20" fmla="*/ 220879 h 586216"/>
              <a:gd name="connsiteX21" fmla="*/ 388070 w 609549"/>
              <a:gd name="connsiteY21" fmla="*/ 291586 h 586216"/>
              <a:gd name="connsiteX22" fmla="*/ 604906 w 609549"/>
              <a:gd name="connsiteY22" fmla="*/ 508130 h 586216"/>
              <a:gd name="connsiteX23" fmla="*/ 604906 w 609549"/>
              <a:gd name="connsiteY23" fmla="*/ 530526 h 586216"/>
              <a:gd name="connsiteX24" fmla="*/ 556567 w 609549"/>
              <a:gd name="connsiteY24" fmla="*/ 578789 h 586216"/>
              <a:gd name="connsiteX25" fmla="*/ 545327 w 609549"/>
              <a:gd name="connsiteY25" fmla="*/ 583449 h 586216"/>
              <a:gd name="connsiteX26" fmla="*/ 534135 w 609549"/>
              <a:gd name="connsiteY26" fmla="*/ 578789 h 586216"/>
              <a:gd name="connsiteX27" fmla="*/ 317251 w 609549"/>
              <a:gd name="connsiteY27" fmla="*/ 362293 h 586216"/>
              <a:gd name="connsiteX28" fmla="*/ 246481 w 609549"/>
              <a:gd name="connsiteY28" fmla="*/ 291586 h 586216"/>
              <a:gd name="connsiteX29" fmla="*/ 187140 w 609549"/>
              <a:gd name="connsiteY29" fmla="*/ 232339 h 586216"/>
              <a:gd name="connsiteX30" fmla="*/ 58606 w 609549"/>
              <a:gd name="connsiteY30" fmla="*/ 160814 h 586216"/>
              <a:gd name="connsiteX31" fmla="*/ 126401 w 609549"/>
              <a:gd name="connsiteY31" fmla="*/ 228498 h 586216"/>
              <a:gd name="connsiteX32" fmla="*/ 111975 w 609549"/>
              <a:gd name="connsiteY32" fmla="*/ 242899 h 586216"/>
              <a:gd name="connsiteX33" fmla="*/ 119307 w 609549"/>
              <a:gd name="connsiteY33" fmla="*/ 250219 h 586216"/>
              <a:gd name="connsiteX34" fmla="*/ 119307 w 609549"/>
              <a:gd name="connsiteY34" fmla="*/ 277692 h 586216"/>
              <a:gd name="connsiteX35" fmla="*/ 115641 w 609549"/>
              <a:gd name="connsiteY35" fmla="*/ 281352 h 586216"/>
              <a:gd name="connsiteX36" fmla="*/ 88123 w 609549"/>
              <a:gd name="connsiteY36" fmla="*/ 281352 h 586216"/>
              <a:gd name="connsiteX37" fmla="*/ 5712 w 609549"/>
              <a:gd name="connsiteY37" fmla="*/ 199029 h 586216"/>
              <a:gd name="connsiteX38" fmla="*/ 5712 w 609549"/>
              <a:gd name="connsiteY38" fmla="*/ 171604 h 586216"/>
              <a:gd name="connsiteX39" fmla="*/ 9378 w 609549"/>
              <a:gd name="connsiteY39" fmla="*/ 167944 h 586216"/>
              <a:gd name="connsiteX40" fmla="*/ 36849 w 609549"/>
              <a:gd name="connsiteY40" fmla="*/ 167944 h 586216"/>
              <a:gd name="connsiteX41" fmla="*/ 44180 w 609549"/>
              <a:gd name="connsiteY41" fmla="*/ 175264 h 586216"/>
              <a:gd name="connsiteX42" fmla="*/ 585775 w 609549"/>
              <a:gd name="connsiteY42" fmla="*/ 66370 h 586216"/>
              <a:gd name="connsiteX43" fmla="*/ 595263 w 609549"/>
              <a:gd name="connsiteY43" fmla="*/ 73839 h 586216"/>
              <a:gd name="connsiteX44" fmla="*/ 578978 w 609549"/>
              <a:gd name="connsiteY44" fmla="*/ 199341 h 586216"/>
              <a:gd name="connsiteX45" fmla="*/ 559693 w 609549"/>
              <a:gd name="connsiteY45" fmla="*/ 200387 h 586216"/>
              <a:gd name="connsiteX46" fmla="*/ 510789 w 609549"/>
              <a:gd name="connsiteY46" fmla="*/ 151612 h 586216"/>
              <a:gd name="connsiteX47" fmla="*/ 510789 w 609549"/>
              <a:gd name="connsiteY47" fmla="*/ 133262 h 586216"/>
              <a:gd name="connsiteX48" fmla="*/ 574216 w 609549"/>
              <a:gd name="connsiteY48" fmla="*/ 69988 h 586216"/>
              <a:gd name="connsiteX49" fmla="*/ 585775 w 609549"/>
              <a:gd name="connsiteY49" fmla="*/ 66370 h 586216"/>
              <a:gd name="connsiteX50" fmla="*/ 158702 w 609549"/>
              <a:gd name="connsiteY50" fmla="*/ 26758 h 586216"/>
              <a:gd name="connsiteX51" fmla="*/ 172463 w 609549"/>
              <a:gd name="connsiteY51" fmla="*/ 32464 h 586216"/>
              <a:gd name="connsiteX52" fmla="*/ 179701 w 609549"/>
              <a:gd name="connsiteY52" fmla="*/ 39691 h 586216"/>
              <a:gd name="connsiteX53" fmla="*/ 246935 w 609549"/>
              <a:gd name="connsiteY53" fmla="*/ 106831 h 586216"/>
              <a:gd name="connsiteX54" fmla="*/ 254886 w 609549"/>
              <a:gd name="connsiteY54" fmla="*/ 114819 h 586216"/>
              <a:gd name="connsiteX55" fmla="*/ 257600 w 609549"/>
              <a:gd name="connsiteY55" fmla="*/ 138879 h 586216"/>
              <a:gd name="connsiteX56" fmla="*/ 254886 w 609549"/>
              <a:gd name="connsiteY56" fmla="*/ 142255 h 586216"/>
              <a:gd name="connsiteX57" fmla="*/ 252315 w 609549"/>
              <a:gd name="connsiteY57" fmla="*/ 144823 h 586216"/>
              <a:gd name="connsiteX58" fmla="*/ 246696 w 609549"/>
              <a:gd name="connsiteY58" fmla="*/ 150434 h 586216"/>
              <a:gd name="connsiteX59" fmla="*/ 175892 w 609549"/>
              <a:gd name="connsiteY59" fmla="*/ 221140 h 586216"/>
              <a:gd name="connsiteX60" fmla="*/ 172463 w 609549"/>
              <a:gd name="connsiteY60" fmla="*/ 224611 h 586216"/>
              <a:gd name="connsiteX61" fmla="*/ 170130 w 609549"/>
              <a:gd name="connsiteY61" fmla="*/ 226560 h 586216"/>
              <a:gd name="connsiteX62" fmla="*/ 162274 w 609549"/>
              <a:gd name="connsiteY62" fmla="*/ 229936 h 586216"/>
              <a:gd name="connsiteX63" fmla="*/ 158702 w 609549"/>
              <a:gd name="connsiteY63" fmla="*/ 230269 h 586216"/>
              <a:gd name="connsiteX64" fmla="*/ 144942 w 609549"/>
              <a:gd name="connsiteY64" fmla="*/ 224611 h 586216"/>
              <a:gd name="connsiteX65" fmla="*/ 137609 w 609549"/>
              <a:gd name="connsiteY65" fmla="*/ 217288 h 586216"/>
              <a:gd name="connsiteX66" fmla="*/ 69804 w 609549"/>
              <a:gd name="connsiteY66" fmla="*/ 149578 h 586216"/>
              <a:gd name="connsiteX67" fmla="*/ 62519 w 609549"/>
              <a:gd name="connsiteY67" fmla="*/ 142255 h 586216"/>
              <a:gd name="connsiteX68" fmla="*/ 62519 w 609549"/>
              <a:gd name="connsiteY68" fmla="*/ 114819 h 586216"/>
              <a:gd name="connsiteX69" fmla="*/ 144942 w 609549"/>
              <a:gd name="connsiteY69" fmla="*/ 32464 h 586216"/>
              <a:gd name="connsiteX70" fmla="*/ 158702 w 609549"/>
              <a:gd name="connsiteY70" fmla="*/ 26758 h 586216"/>
              <a:gd name="connsiteX71" fmla="*/ 254809 w 609549"/>
              <a:gd name="connsiteY71" fmla="*/ 6542 h 586216"/>
              <a:gd name="connsiteX72" fmla="*/ 321015 w 609549"/>
              <a:gd name="connsiteY72" fmla="*/ 29913 h 586216"/>
              <a:gd name="connsiteX73" fmla="*/ 260017 w 609549"/>
              <a:gd name="connsiteY73" fmla="*/ 97465 h 586216"/>
              <a:gd name="connsiteX74" fmla="*/ 193067 w 609549"/>
              <a:gd name="connsiteY74" fmla="*/ 30626 h 586216"/>
              <a:gd name="connsiteX75" fmla="*/ 254809 w 609549"/>
              <a:gd name="connsiteY75" fmla="*/ 6542 h 586216"/>
              <a:gd name="connsiteX76" fmla="*/ 503105 w 609549"/>
              <a:gd name="connsiteY76" fmla="*/ 953 h 586216"/>
              <a:gd name="connsiteX77" fmla="*/ 538560 w 609549"/>
              <a:gd name="connsiteY77" fmla="*/ 10911 h 586216"/>
              <a:gd name="connsiteX78" fmla="*/ 542083 w 609549"/>
              <a:gd name="connsiteY78" fmla="*/ 30073 h 586216"/>
              <a:gd name="connsiteX79" fmla="*/ 465709 w 609549"/>
              <a:gd name="connsiteY79" fmla="*/ 106341 h 586216"/>
              <a:gd name="connsiteX80" fmla="*/ 465709 w 609549"/>
              <a:gd name="connsiteY80" fmla="*/ 139911 h 586216"/>
              <a:gd name="connsiteX81" fmla="*/ 542131 w 609549"/>
              <a:gd name="connsiteY81" fmla="*/ 216227 h 586216"/>
              <a:gd name="connsiteX82" fmla="*/ 538655 w 609549"/>
              <a:gd name="connsiteY82" fmla="*/ 235246 h 586216"/>
              <a:gd name="connsiteX83" fmla="*/ 442187 w 609549"/>
              <a:gd name="connsiteY83" fmla="*/ 237528 h 586216"/>
              <a:gd name="connsiteX84" fmla="*/ 399238 w 609549"/>
              <a:gd name="connsiteY84" fmla="*/ 280370 h 586216"/>
              <a:gd name="connsiteX85" fmla="*/ 328482 w 609549"/>
              <a:gd name="connsiteY85" fmla="*/ 209712 h 586216"/>
              <a:gd name="connsiteX86" fmla="*/ 372240 w 609549"/>
              <a:gd name="connsiteY86" fmla="*/ 166015 h 586216"/>
              <a:gd name="connsiteX87" fmla="*/ 400571 w 609549"/>
              <a:gd name="connsiteY87" fmla="*/ 36064 h 586216"/>
              <a:gd name="connsiteX88" fmla="*/ 503105 w 609549"/>
              <a:gd name="connsiteY88" fmla="*/ 953 h 586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609549" h="586216">
                <a:moveTo>
                  <a:pt x="61288" y="383285"/>
                </a:moveTo>
                <a:cubicBezTo>
                  <a:pt x="64829" y="383106"/>
                  <a:pt x="68448" y="384367"/>
                  <a:pt x="71162" y="387101"/>
                </a:cubicBezTo>
                <a:lnTo>
                  <a:pt x="120018" y="435892"/>
                </a:lnTo>
                <a:cubicBezTo>
                  <a:pt x="125113" y="440933"/>
                  <a:pt x="125113" y="449160"/>
                  <a:pt x="120018" y="454200"/>
                </a:cubicBezTo>
                <a:lnTo>
                  <a:pt x="56639" y="517543"/>
                </a:lnTo>
                <a:cubicBezTo>
                  <a:pt x="50211" y="523963"/>
                  <a:pt x="39211" y="522013"/>
                  <a:pt x="35592" y="513644"/>
                </a:cubicBezTo>
                <a:cubicBezTo>
                  <a:pt x="17783" y="472794"/>
                  <a:pt x="23211" y="424288"/>
                  <a:pt x="51877" y="388099"/>
                </a:cubicBezTo>
                <a:cubicBezTo>
                  <a:pt x="54282" y="385079"/>
                  <a:pt x="57746" y="383463"/>
                  <a:pt x="61288" y="383285"/>
                </a:cubicBezTo>
                <a:close/>
                <a:moveTo>
                  <a:pt x="235245" y="302810"/>
                </a:moveTo>
                <a:lnTo>
                  <a:pt x="306042" y="373466"/>
                </a:lnTo>
                <a:lnTo>
                  <a:pt x="258717" y="420680"/>
                </a:lnTo>
                <a:cubicBezTo>
                  <a:pt x="274667" y="464329"/>
                  <a:pt x="265192" y="515300"/>
                  <a:pt x="230246" y="550152"/>
                </a:cubicBezTo>
                <a:cubicBezTo>
                  <a:pt x="192919" y="587430"/>
                  <a:pt x="137644" y="595798"/>
                  <a:pt x="92223" y="575305"/>
                </a:cubicBezTo>
                <a:cubicBezTo>
                  <a:pt x="84701" y="571882"/>
                  <a:pt x="82892" y="561992"/>
                  <a:pt x="88748" y="556143"/>
                </a:cubicBezTo>
                <a:lnTo>
                  <a:pt x="165115" y="479877"/>
                </a:lnTo>
                <a:cubicBezTo>
                  <a:pt x="174399" y="470605"/>
                  <a:pt x="174399" y="455580"/>
                  <a:pt x="165115" y="446308"/>
                </a:cubicBezTo>
                <a:lnTo>
                  <a:pt x="88700" y="369995"/>
                </a:lnTo>
                <a:cubicBezTo>
                  <a:pt x="82844" y="364194"/>
                  <a:pt x="84653" y="354399"/>
                  <a:pt x="92128" y="350976"/>
                </a:cubicBezTo>
                <a:cubicBezTo>
                  <a:pt x="122789" y="337092"/>
                  <a:pt x="157973" y="336379"/>
                  <a:pt x="189111" y="348884"/>
                </a:cubicBezTo>
                <a:close/>
                <a:moveTo>
                  <a:pt x="257958" y="161679"/>
                </a:moveTo>
                <a:lnTo>
                  <a:pt x="317251" y="220879"/>
                </a:lnTo>
                <a:lnTo>
                  <a:pt x="388070" y="291586"/>
                </a:lnTo>
                <a:lnTo>
                  <a:pt x="604906" y="508130"/>
                </a:lnTo>
                <a:cubicBezTo>
                  <a:pt x="611097" y="514311"/>
                  <a:pt x="611097" y="524344"/>
                  <a:pt x="604906" y="530526"/>
                </a:cubicBezTo>
                <a:lnTo>
                  <a:pt x="556567" y="578789"/>
                </a:lnTo>
                <a:cubicBezTo>
                  <a:pt x="553471" y="581880"/>
                  <a:pt x="549423" y="583449"/>
                  <a:pt x="545327" y="583449"/>
                </a:cubicBezTo>
                <a:cubicBezTo>
                  <a:pt x="541279" y="583449"/>
                  <a:pt x="537231" y="581880"/>
                  <a:pt x="534135" y="578789"/>
                </a:cubicBezTo>
                <a:lnTo>
                  <a:pt x="317251" y="362293"/>
                </a:lnTo>
                <a:lnTo>
                  <a:pt x="246481" y="291586"/>
                </a:lnTo>
                <a:lnTo>
                  <a:pt x="187140" y="232339"/>
                </a:lnTo>
                <a:close/>
                <a:moveTo>
                  <a:pt x="58606" y="160814"/>
                </a:moveTo>
                <a:lnTo>
                  <a:pt x="126401" y="228498"/>
                </a:lnTo>
                <a:lnTo>
                  <a:pt x="111975" y="242899"/>
                </a:lnTo>
                <a:lnTo>
                  <a:pt x="119307" y="250219"/>
                </a:lnTo>
                <a:cubicBezTo>
                  <a:pt x="126877" y="257824"/>
                  <a:pt x="126877" y="270087"/>
                  <a:pt x="119307" y="277692"/>
                </a:cubicBezTo>
                <a:lnTo>
                  <a:pt x="115641" y="281352"/>
                </a:lnTo>
                <a:cubicBezTo>
                  <a:pt x="108024" y="288909"/>
                  <a:pt x="95741" y="288909"/>
                  <a:pt x="88123" y="281352"/>
                </a:cubicBezTo>
                <a:lnTo>
                  <a:pt x="5712" y="199029"/>
                </a:lnTo>
                <a:cubicBezTo>
                  <a:pt x="-1905" y="191424"/>
                  <a:pt x="-1905" y="179161"/>
                  <a:pt x="5712" y="171604"/>
                </a:cubicBezTo>
                <a:lnTo>
                  <a:pt x="9378" y="167944"/>
                </a:lnTo>
                <a:cubicBezTo>
                  <a:pt x="16948" y="160339"/>
                  <a:pt x="29231" y="160339"/>
                  <a:pt x="36849" y="167944"/>
                </a:cubicBezTo>
                <a:lnTo>
                  <a:pt x="44180" y="175264"/>
                </a:lnTo>
                <a:close/>
                <a:moveTo>
                  <a:pt x="585775" y="66370"/>
                </a:moveTo>
                <a:cubicBezTo>
                  <a:pt x="589775" y="67101"/>
                  <a:pt x="593430" y="69680"/>
                  <a:pt x="595263" y="73839"/>
                </a:cubicBezTo>
                <a:cubicBezTo>
                  <a:pt x="613072" y="114675"/>
                  <a:pt x="607644" y="163212"/>
                  <a:pt x="578978" y="199341"/>
                </a:cubicBezTo>
                <a:cubicBezTo>
                  <a:pt x="574168" y="205379"/>
                  <a:pt x="565121" y="205854"/>
                  <a:pt x="559693" y="200387"/>
                </a:cubicBezTo>
                <a:lnTo>
                  <a:pt x="510789" y="151612"/>
                </a:lnTo>
                <a:cubicBezTo>
                  <a:pt x="505742" y="146526"/>
                  <a:pt x="505742" y="138349"/>
                  <a:pt x="510789" y="133262"/>
                </a:cubicBezTo>
                <a:lnTo>
                  <a:pt x="574216" y="69988"/>
                </a:lnTo>
                <a:cubicBezTo>
                  <a:pt x="577430" y="66756"/>
                  <a:pt x="581775" y="65639"/>
                  <a:pt x="585775" y="66370"/>
                </a:cubicBezTo>
                <a:close/>
                <a:moveTo>
                  <a:pt x="158702" y="26758"/>
                </a:moveTo>
                <a:cubicBezTo>
                  <a:pt x="163655" y="26758"/>
                  <a:pt x="168654" y="28660"/>
                  <a:pt x="172463" y="32464"/>
                </a:cubicBezTo>
                <a:lnTo>
                  <a:pt x="179701" y="39691"/>
                </a:lnTo>
                <a:lnTo>
                  <a:pt x="246935" y="106831"/>
                </a:lnTo>
                <a:lnTo>
                  <a:pt x="254886" y="114819"/>
                </a:lnTo>
                <a:cubicBezTo>
                  <a:pt x="261457" y="121334"/>
                  <a:pt x="262362" y="131414"/>
                  <a:pt x="257600" y="138879"/>
                </a:cubicBezTo>
                <a:cubicBezTo>
                  <a:pt x="256839" y="140068"/>
                  <a:pt x="255934" y="141209"/>
                  <a:pt x="254886" y="142255"/>
                </a:cubicBezTo>
                <a:lnTo>
                  <a:pt x="252315" y="144823"/>
                </a:lnTo>
                <a:lnTo>
                  <a:pt x="246696" y="150434"/>
                </a:lnTo>
                <a:lnTo>
                  <a:pt x="175892" y="221140"/>
                </a:lnTo>
                <a:lnTo>
                  <a:pt x="172463" y="224611"/>
                </a:lnTo>
                <a:cubicBezTo>
                  <a:pt x="171702" y="225324"/>
                  <a:pt x="170940" y="225990"/>
                  <a:pt x="170130" y="226560"/>
                </a:cubicBezTo>
                <a:cubicBezTo>
                  <a:pt x="167749" y="228319"/>
                  <a:pt x="165083" y="229413"/>
                  <a:pt x="162274" y="229936"/>
                </a:cubicBezTo>
                <a:cubicBezTo>
                  <a:pt x="161083" y="230174"/>
                  <a:pt x="159893" y="230269"/>
                  <a:pt x="158702" y="230269"/>
                </a:cubicBezTo>
                <a:cubicBezTo>
                  <a:pt x="153703" y="230269"/>
                  <a:pt x="148751" y="228367"/>
                  <a:pt x="144942" y="224611"/>
                </a:cubicBezTo>
                <a:lnTo>
                  <a:pt x="137609" y="217288"/>
                </a:lnTo>
                <a:lnTo>
                  <a:pt x="69804" y="149578"/>
                </a:lnTo>
                <a:lnTo>
                  <a:pt x="62519" y="142255"/>
                </a:lnTo>
                <a:cubicBezTo>
                  <a:pt x="54900" y="134647"/>
                  <a:pt x="54900" y="122380"/>
                  <a:pt x="62519" y="114819"/>
                </a:cubicBezTo>
                <a:lnTo>
                  <a:pt x="144942" y="32464"/>
                </a:lnTo>
                <a:cubicBezTo>
                  <a:pt x="148751" y="28660"/>
                  <a:pt x="153750" y="26758"/>
                  <a:pt x="158702" y="26758"/>
                </a:cubicBezTo>
                <a:close/>
                <a:moveTo>
                  <a:pt x="254809" y="6542"/>
                </a:moveTo>
                <a:cubicBezTo>
                  <a:pt x="277279" y="4029"/>
                  <a:pt x="300492" y="9424"/>
                  <a:pt x="321015" y="29913"/>
                </a:cubicBezTo>
                <a:cubicBezTo>
                  <a:pt x="380347" y="89193"/>
                  <a:pt x="337205" y="46124"/>
                  <a:pt x="260017" y="97465"/>
                </a:cubicBezTo>
                <a:lnTo>
                  <a:pt x="193067" y="30626"/>
                </a:lnTo>
                <a:cubicBezTo>
                  <a:pt x="210614" y="19479"/>
                  <a:pt x="232340" y="9056"/>
                  <a:pt x="254809" y="6542"/>
                </a:cubicBezTo>
                <a:close/>
                <a:moveTo>
                  <a:pt x="503105" y="953"/>
                </a:moveTo>
                <a:cubicBezTo>
                  <a:pt x="515252" y="2468"/>
                  <a:pt x="527216" y="5788"/>
                  <a:pt x="538560" y="10911"/>
                </a:cubicBezTo>
                <a:cubicBezTo>
                  <a:pt x="546131" y="14334"/>
                  <a:pt x="547940" y="24224"/>
                  <a:pt x="542083" y="30073"/>
                </a:cubicBezTo>
                <a:lnTo>
                  <a:pt x="465709" y="106341"/>
                </a:lnTo>
                <a:cubicBezTo>
                  <a:pt x="456424" y="115613"/>
                  <a:pt x="456424" y="130639"/>
                  <a:pt x="465709" y="139911"/>
                </a:cubicBezTo>
                <a:lnTo>
                  <a:pt x="542131" y="216227"/>
                </a:lnTo>
                <a:cubicBezTo>
                  <a:pt x="547940" y="222028"/>
                  <a:pt x="546178" y="231823"/>
                  <a:pt x="538655" y="235246"/>
                </a:cubicBezTo>
                <a:cubicBezTo>
                  <a:pt x="508181" y="249035"/>
                  <a:pt x="473184" y="249844"/>
                  <a:pt x="442187" y="237528"/>
                </a:cubicBezTo>
                <a:lnTo>
                  <a:pt x="399238" y="280370"/>
                </a:lnTo>
                <a:lnTo>
                  <a:pt x="328482" y="209712"/>
                </a:lnTo>
                <a:lnTo>
                  <a:pt x="372240" y="166015"/>
                </a:lnTo>
                <a:cubicBezTo>
                  <a:pt x="356051" y="122270"/>
                  <a:pt x="365527" y="71060"/>
                  <a:pt x="400571" y="36064"/>
                </a:cubicBezTo>
                <a:cubicBezTo>
                  <a:pt x="428569" y="8106"/>
                  <a:pt x="466664" y="-3592"/>
                  <a:pt x="503105" y="953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1518281" y="2846046"/>
            <a:ext cx="362755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18281" y="4363499"/>
            <a:ext cx="362755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íşḻiḓe"/>
          <p:cNvSpPr/>
          <p:nvPr/>
        </p:nvSpPr>
        <p:spPr bwMode="auto">
          <a:xfrm>
            <a:off x="1509087" y="1881591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熟。业务只进 yianlian，不另起后台。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ïsļïdé"/>
          <p:cNvSpPr txBox="1"/>
          <p:nvPr/>
        </p:nvSpPr>
        <p:spPr bwMode="auto">
          <a:xfrm>
            <a:off x="1509087" y="1591358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 / 若依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íşḻiḓe"/>
          <p:cNvSpPr/>
          <p:nvPr/>
        </p:nvSpPr>
        <p:spPr bwMode="auto">
          <a:xfrm>
            <a:off x="1509086" y="3501124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零基础。先一个列表 Demo，再对照已有页长。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ïsļïdé"/>
          <p:cNvSpPr txBox="1"/>
          <p:nvPr/>
        </p:nvSpPr>
        <p:spPr bwMode="auto">
          <a:xfrm>
            <a:off x="1509086" y="3210891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管理端 Vue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íşḻiḓe"/>
          <p:cNvSpPr/>
          <p:nvPr/>
        </p:nvSpPr>
        <p:spPr bwMode="auto">
          <a:xfrm>
            <a:off x="1518281" y="4872164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不会 QML/CMake。否 Electron，先窗口能编再五步法。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ïsļïdé"/>
          <p:cNvSpPr txBox="1"/>
          <p:nvPr/>
        </p:nvSpPr>
        <p:spPr bwMode="auto">
          <a:xfrm>
            <a:off x="1518281" y="4581931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Qt 桌面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íşḻiḓe"/>
          <p:cNvSpPr/>
          <p:nvPr/>
        </p:nvSpPr>
        <p:spPr bwMode="auto">
          <a:xfrm>
            <a:off x="8419475" y="2578838"/>
            <a:ext cx="2873365" cy="12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PHASE2 S-01～S-09 已勾。抓包密文，不自动验收。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sļïdé"/>
          <p:cNvSpPr txBox="1"/>
          <p:nvPr/>
        </p:nvSpPr>
        <p:spPr bwMode="auto">
          <a:xfrm>
            <a:off x="8419475" y="2151645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S0 传输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当时一个人会什么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YES, VUE/QT NO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 rot="16200000">
            <a:off x="337935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2" rIns="120016" bIns="2117726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5" name="任意多边形: 形状 4"/>
          <p:cNvSpPr/>
          <p:nvPr/>
        </p:nvSpPr>
        <p:spPr>
          <a:xfrm>
            <a:off x="1132082" y="2029104"/>
            <a:ext cx="1972131" cy="3176587"/>
          </a:xfrm>
          <a:custGeom>
            <a:avLst/>
            <a:gdLst>
              <a:gd name="connsiteX0" fmla="*/ 0 w 1972131"/>
              <a:gd name="connsiteY0" fmla="*/ 0 h 3176587"/>
              <a:gd name="connsiteX1" fmla="*/ 1972131 w 1972131"/>
              <a:gd name="connsiteY1" fmla="*/ 0 h 3176587"/>
              <a:gd name="connsiteX2" fmla="*/ 1972131 w 1972131"/>
              <a:gd name="connsiteY2" fmla="*/ 3176587 h 3176587"/>
              <a:gd name="connsiteX3" fmla="*/ 0 w 1972131"/>
              <a:gd name="connsiteY3" fmla="*/ 3176587 h 3176587"/>
              <a:gd name="connsiteX4" fmla="*/ 0 w 1972131"/>
              <a:gd name="connsiteY4" fmla="*/ 0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2131" h="3176587">
                <a:moveTo>
                  <a:pt x="0" y="0"/>
                </a:moveTo>
                <a:lnTo>
                  <a:pt x="1972131" y="0"/>
                </a:lnTo>
                <a:lnTo>
                  <a:pt x="1972131" y="3176587"/>
                </a:lnTo>
                <a:lnTo>
                  <a:pt x="0" y="31765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222885" rIns="0" bIns="0" numCol="1" spcCol="1270" anchor="t" anchorCtr="0">
            <a:noAutofit/>
          </a:bodyPr>
          <a:lstStyle/>
          <a:p>
            <a:pPr marL="0" lvl="0" indent="0" algn="l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500" kern="1200"/>
          </a:p>
        </p:txBody>
      </p:sp>
      <p:sp>
        <p:nvSpPr>
          <p:cNvPr id="6" name="任意多边形: 形状 5"/>
          <p:cNvSpPr/>
          <p:nvPr/>
        </p:nvSpPr>
        <p:spPr>
          <a:xfrm rot="16200000">
            <a:off x="3082641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3" rIns="120016" bIns="2117726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7" name="流程图: 摘录 6"/>
          <p:cNvSpPr/>
          <p:nvPr/>
        </p:nvSpPr>
        <p:spPr>
          <a:xfrm rot="5400000">
            <a:off x="3122335" y="4553076"/>
            <a:ext cx="466715" cy="397073"/>
          </a:xfrm>
          <a:prstGeom prst="flowChartExtra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任意多边形: 形状 7"/>
          <p:cNvSpPr/>
          <p:nvPr/>
        </p:nvSpPr>
        <p:spPr>
          <a:xfrm>
            <a:off x="3871889" y="2029104"/>
            <a:ext cx="1972131" cy="3176587"/>
          </a:xfrm>
          <a:custGeom>
            <a:avLst/>
            <a:gdLst>
              <a:gd name="connsiteX0" fmla="*/ 0 w 1972131"/>
              <a:gd name="connsiteY0" fmla="*/ 0 h 3176587"/>
              <a:gd name="connsiteX1" fmla="*/ 1972131 w 1972131"/>
              <a:gd name="connsiteY1" fmla="*/ 0 h 3176587"/>
              <a:gd name="connsiteX2" fmla="*/ 1972131 w 1972131"/>
              <a:gd name="connsiteY2" fmla="*/ 3176587 h 3176587"/>
              <a:gd name="connsiteX3" fmla="*/ 0 w 1972131"/>
              <a:gd name="connsiteY3" fmla="*/ 3176587 h 3176587"/>
              <a:gd name="connsiteX4" fmla="*/ 0 w 1972131"/>
              <a:gd name="connsiteY4" fmla="*/ 0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2131" h="3176587">
                <a:moveTo>
                  <a:pt x="0" y="0"/>
                </a:moveTo>
                <a:lnTo>
                  <a:pt x="1972131" y="0"/>
                </a:lnTo>
                <a:lnTo>
                  <a:pt x="1972131" y="3176587"/>
                </a:lnTo>
                <a:lnTo>
                  <a:pt x="0" y="31765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222885" rIns="0" bIns="0" numCol="1" spcCol="1270" anchor="t" anchorCtr="0">
            <a:noAutofit/>
          </a:bodyPr>
          <a:lstStyle/>
          <a:p>
            <a:pPr marL="0" lvl="0" indent="0" algn="l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500" kern="1200"/>
          </a:p>
        </p:txBody>
      </p:sp>
      <p:sp>
        <p:nvSpPr>
          <p:cNvPr id="9" name="任意多边形: 形状 8"/>
          <p:cNvSpPr/>
          <p:nvPr/>
        </p:nvSpPr>
        <p:spPr>
          <a:xfrm rot="16200000">
            <a:off x="5827347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3" rIns="120016" bIns="2117725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10" name="流程图: 摘录 9"/>
          <p:cNvSpPr/>
          <p:nvPr/>
        </p:nvSpPr>
        <p:spPr>
          <a:xfrm rot="5400000">
            <a:off x="5862142" y="4553076"/>
            <a:ext cx="466715" cy="397073"/>
          </a:xfrm>
          <a:prstGeom prst="flowChartExtra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文本框 11"/>
          <p:cNvSpPr txBox="1"/>
          <p:nvPr/>
        </p:nvSpPr>
        <p:spPr>
          <a:xfrm>
            <a:off x="1577415" y="2253570"/>
            <a:ext cx="697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拆解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57028" y="2253570"/>
            <a:ext cx="697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分流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17221" y="2253570"/>
            <a:ext cx="697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批契约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657217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397023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136360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任意多边形: 形状 22"/>
          <p:cNvSpPr/>
          <p:nvPr/>
        </p:nvSpPr>
        <p:spPr>
          <a:xfrm rot="16200000">
            <a:off x="8572053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3" rIns="120016" bIns="2117725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24" name="流程图: 摘录 23"/>
          <p:cNvSpPr/>
          <p:nvPr/>
        </p:nvSpPr>
        <p:spPr>
          <a:xfrm rot="5400000">
            <a:off x="8603410" y="4553075"/>
            <a:ext cx="466715" cy="397073"/>
          </a:xfrm>
          <a:prstGeom prst="flowChartExtra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íşḻiḓe"/>
          <p:cNvSpPr/>
          <p:nvPr/>
        </p:nvSpPr>
        <p:spPr bwMode="auto">
          <a:xfrm>
            <a:off x="3588335" y="3118388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spec 写路径和文案。未批不写业务码。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íşḻiḓe"/>
          <p:cNvSpPr/>
          <p:nvPr/>
        </p:nvSpPr>
        <p:spPr bwMode="auto">
          <a:xfrm>
            <a:off x="6386523" y="3118387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Vue/Qt 先 Demo；Java 对照已有 Service。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íşḻiḓe"/>
          <p:cNvSpPr/>
          <p:nvPr/>
        </p:nvSpPr>
        <p:spPr bwMode="auto">
          <a:xfrm>
            <a:off x="818659" y="3118387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当次目录写模块清单。人认熟悉度和安全级。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694406" y="2253570"/>
            <a:ext cx="697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门禁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9773738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íşḻiḓe"/>
          <p:cNvSpPr/>
          <p:nvPr/>
        </p:nvSpPr>
        <p:spPr bwMode="auto">
          <a:xfrm>
            <a:off x="9023901" y="3118387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质量门禁.md 有 --run。客户端只人勾 PHASE2。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六阶段，同一套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FILES, NOT SLOGANS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ṧ1îďê"/>
          <p:cNvSpPr/>
          <p:nvPr/>
        </p:nvSpPr>
        <p:spPr>
          <a:xfrm rot="19200000">
            <a:off x="5720636" y="3151680"/>
            <a:ext cx="1713959" cy="1701568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íŝľiḋe"/>
          <p:cNvSpPr/>
          <p:nvPr/>
        </p:nvSpPr>
        <p:spPr>
          <a:xfrm rot="19200000">
            <a:off x="6859176" y="2150057"/>
            <a:ext cx="1376220" cy="1366272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íSlide"/>
          <p:cNvSpPr/>
          <p:nvPr/>
        </p:nvSpPr>
        <p:spPr>
          <a:xfrm rot="19200000">
            <a:off x="4630312" y="4407761"/>
            <a:ext cx="1780436" cy="1750771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iślîḑé"/>
          <p:cNvSpPr/>
          <p:nvPr/>
        </p:nvSpPr>
        <p:spPr>
          <a:xfrm rot="19200000">
            <a:off x="3576144" y="3061494"/>
            <a:ext cx="1826039" cy="1812839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ïş1îdè"/>
          <p:cNvSpPr/>
          <p:nvPr/>
        </p:nvSpPr>
        <p:spPr bwMode="auto">
          <a:xfrm>
            <a:off x="6414702" y="3860104"/>
            <a:ext cx="325827" cy="310737"/>
          </a:xfrm>
          <a:custGeom>
            <a:avLst/>
            <a:gdLst>
              <a:gd name="connsiteX0" fmla="*/ 315778 w 607639"/>
              <a:gd name="connsiteY0" fmla="*/ 173080 h 579502"/>
              <a:gd name="connsiteX1" fmla="*/ 315778 w 607639"/>
              <a:gd name="connsiteY1" fmla="*/ 266058 h 579502"/>
              <a:gd name="connsiteX2" fmla="*/ 303493 w 607639"/>
              <a:gd name="connsiteY2" fmla="*/ 278325 h 579502"/>
              <a:gd name="connsiteX3" fmla="*/ 210375 w 607639"/>
              <a:gd name="connsiteY3" fmla="*/ 278325 h 579502"/>
              <a:gd name="connsiteX4" fmla="*/ 303493 w 607639"/>
              <a:gd name="connsiteY4" fmla="*/ 359925 h 579502"/>
              <a:gd name="connsiteX5" fmla="*/ 397500 w 607639"/>
              <a:gd name="connsiteY5" fmla="*/ 266058 h 579502"/>
              <a:gd name="connsiteX6" fmla="*/ 315778 w 607639"/>
              <a:gd name="connsiteY6" fmla="*/ 173080 h 579502"/>
              <a:gd name="connsiteX7" fmla="*/ 249814 w 607639"/>
              <a:gd name="connsiteY7" fmla="*/ 160816 h 579502"/>
              <a:gd name="connsiteX8" fmla="*/ 198110 w 607639"/>
              <a:gd name="connsiteY8" fmla="*/ 212449 h 579502"/>
              <a:gd name="connsiteX9" fmla="*/ 249814 w 607639"/>
              <a:gd name="connsiteY9" fmla="*/ 212449 h 579502"/>
              <a:gd name="connsiteX10" fmla="*/ 303493 w 607639"/>
              <a:gd name="connsiteY10" fmla="*/ 147835 h 579502"/>
              <a:gd name="connsiteX11" fmla="*/ 421981 w 607639"/>
              <a:gd name="connsiteY11" fmla="*/ 266058 h 579502"/>
              <a:gd name="connsiteX12" fmla="*/ 303493 w 607639"/>
              <a:gd name="connsiteY12" fmla="*/ 384370 h 579502"/>
              <a:gd name="connsiteX13" fmla="*/ 185093 w 607639"/>
              <a:gd name="connsiteY13" fmla="*/ 266058 h 579502"/>
              <a:gd name="connsiteX14" fmla="*/ 197289 w 607639"/>
              <a:gd name="connsiteY14" fmla="*/ 253880 h 579502"/>
              <a:gd name="connsiteX15" fmla="*/ 291297 w 607639"/>
              <a:gd name="connsiteY15" fmla="*/ 253880 h 579502"/>
              <a:gd name="connsiteX16" fmla="*/ 291297 w 607639"/>
              <a:gd name="connsiteY16" fmla="*/ 160013 h 579502"/>
              <a:gd name="connsiteX17" fmla="*/ 303493 w 607639"/>
              <a:gd name="connsiteY17" fmla="*/ 147835 h 579502"/>
              <a:gd name="connsiteX18" fmla="*/ 262095 w 607639"/>
              <a:gd name="connsiteY18" fmla="*/ 135133 h 579502"/>
              <a:gd name="connsiteX19" fmla="*/ 274287 w 607639"/>
              <a:gd name="connsiteY19" fmla="*/ 147397 h 579502"/>
              <a:gd name="connsiteX20" fmla="*/ 274287 w 607639"/>
              <a:gd name="connsiteY20" fmla="*/ 224713 h 579502"/>
              <a:gd name="connsiteX21" fmla="*/ 262095 w 607639"/>
              <a:gd name="connsiteY21" fmla="*/ 236888 h 579502"/>
              <a:gd name="connsiteX22" fmla="*/ 184672 w 607639"/>
              <a:gd name="connsiteY22" fmla="*/ 236888 h 579502"/>
              <a:gd name="connsiteX23" fmla="*/ 172391 w 607639"/>
              <a:gd name="connsiteY23" fmla="*/ 224713 h 579502"/>
              <a:gd name="connsiteX24" fmla="*/ 262095 w 607639"/>
              <a:gd name="connsiteY24" fmla="*/ 135133 h 579502"/>
              <a:gd name="connsiteX25" fmla="*/ 58120 w 607639"/>
              <a:gd name="connsiteY25" fmla="*/ 108514 h 579502"/>
              <a:gd name="connsiteX26" fmla="*/ 58120 w 607639"/>
              <a:gd name="connsiteY26" fmla="*/ 413970 h 579502"/>
              <a:gd name="connsiteX27" fmla="*/ 549430 w 607639"/>
              <a:gd name="connsiteY27" fmla="*/ 413970 h 579502"/>
              <a:gd name="connsiteX28" fmla="*/ 549430 w 607639"/>
              <a:gd name="connsiteY28" fmla="*/ 108514 h 579502"/>
              <a:gd name="connsiteX29" fmla="*/ 27236 w 607639"/>
              <a:gd name="connsiteY29" fmla="*/ 56079 h 579502"/>
              <a:gd name="connsiteX30" fmla="*/ 27236 w 607639"/>
              <a:gd name="connsiteY30" fmla="*/ 81319 h 579502"/>
              <a:gd name="connsiteX31" fmla="*/ 580403 w 607639"/>
              <a:gd name="connsiteY31" fmla="*/ 81319 h 579502"/>
              <a:gd name="connsiteX32" fmla="*/ 580403 w 607639"/>
              <a:gd name="connsiteY32" fmla="*/ 56079 h 579502"/>
              <a:gd name="connsiteX33" fmla="*/ 303775 w 607639"/>
              <a:gd name="connsiteY33" fmla="*/ 0 h 579502"/>
              <a:gd name="connsiteX34" fmla="*/ 317393 w 607639"/>
              <a:gd name="connsiteY34" fmla="*/ 13597 h 579502"/>
              <a:gd name="connsiteX35" fmla="*/ 317393 w 607639"/>
              <a:gd name="connsiteY35" fmla="*/ 28884 h 579502"/>
              <a:gd name="connsiteX36" fmla="*/ 580403 w 607639"/>
              <a:gd name="connsiteY36" fmla="*/ 28884 h 579502"/>
              <a:gd name="connsiteX37" fmla="*/ 607639 w 607639"/>
              <a:gd name="connsiteY37" fmla="*/ 56079 h 579502"/>
              <a:gd name="connsiteX38" fmla="*/ 607639 w 607639"/>
              <a:gd name="connsiteY38" fmla="*/ 81319 h 579502"/>
              <a:gd name="connsiteX39" fmla="*/ 580403 w 607639"/>
              <a:gd name="connsiteY39" fmla="*/ 108514 h 579502"/>
              <a:gd name="connsiteX40" fmla="*/ 576665 w 607639"/>
              <a:gd name="connsiteY40" fmla="*/ 108514 h 579502"/>
              <a:gd name="connsiteX41" fmla="*/ 576665 w 607639"/>
              <a:gd name="connsiteY41" fmla="*/ 413970 h 579502"/>
              <a:gd name="connsiteX42" fmla="*/ 549430 w 607639"/>
              <a:gd name="connsiteY42" fmla="*/ 441165 h 579502"/>
              <a:gd name="connsiteX43" fmla="*/ 317393 w 607639"/>
              <a:gd name="connsiteY43" fmla="*/ 441165 h 579502"/>
              <a:gd name="connsiteX44" fmla="*/ 317393 w 607639"/>
              <a:gd name="connsiteY44" fmla="*/ 481069 h 579502"/>
              <a:gd name="connsiteX45" fmla="*/ 418236 w 607639"/>
              <a:gd name="connsiteY45" fmla="*/ 554923 h 579502"/>
              <a:gd name="connsiteX46" fmla="*/ 421173 w 607639"/>
              <a:gd name="connsiteY46" fmla="*/ 573942 h 579502"/>
              <a:gd name="connsiteX47" fmla="*/ 410225 w 607639"/>
              <a:gd name="connsiteY47" fmla="*/ 579452 h 579502"/>
              <a:gd name="connsiteX48" fmla="*/ 402215 w 607639"/>
              <a:gd name="connsiteY48" fmla="*/ 576874 h 579502"/>
              <a:gd name="connsiteX49" fmla="*/ 317393 w 607639"/>
              <a:gd name="connsiteY49" fmla="*/ 514752 h 579502"/>
              <a:gd name="connsiteX50" fmla="*/ 317393 w 607639"/>
              <a:gd name="connsiteY50" fmla="*/ 565854 h 579502"/>
              <a:gd name="connsiteX51" fmla="*/ 303775 w 607639"/>
              <a:gd name="connsiteY51" fmla="*/ 579452 h 579502"/>
              <a:gd name="connsiteX52" fmla="*/ 290157 w 607639"/>
              <a:gd name="connsiteY52" fmla="*/ 565854 h 579502"/>
              <a:gd name="connsiteX53" fmla="*/ 290157 w 607639"/>
              <a:gd name="connsiteY53" fmla="*/ 514752 h 579502"/>
              <a:gd name="connsiteX54" fmla="*/ 205424 w 607639"/>
              <a:gd name="connsiteY54" fmla="*/ 576874 h 579502"/>
              <a:gd name="connsiteX55" fmla="*/ 186377 w 607639"/>
              <a:gd name="connsiteY55" fmla="*/ 573942 h 579502"/>
              <a:gd name="connsiteX56" fmla="*/ 189314 w 607639"/>
              <a:gd name="connsiteY56" fmla="*/ 554923 h 579502"/>
              <a:gd name="connsiteX57" fmla="*/ 290157 w 607639"/>
              <a:gd name="connsiteY57" fmla="*/ 481069 h 579502"/>
              <a:gd name="connsiteX58" fmla="*/ 290157 w 607639"/>
              <a:gd name="connsiteY58" fmla="*/ 441165 h 579502"/>
              <a:gd name="connsiteX59" fmla="*/ 58120 w 607639"/>
              <a:gd name="connsiteY59" fmla="*/ 441165 h 579502"/>
              <a:gd name="connsiteX60" fmla="*/ 30885 w 607639"/>
              <a:gd name="connsiteY60" fmla="*/ 413970 h 579502"/>
              <a:gd name="connsiteX61" fmla="*/ 30885 w 607639"/>
              <a:gd name="connsiteY61" fmla="*/ 108514 h 579502"/>
              <a:gd name="connsiteX62" fmla="*/ 27236 w 607639"/>
              <a:gd name="connsiteY62" fmla="*/ 108514 h 579502"/>
              <a:gd name="connsiteX63" fmla="*/ 0 w 607639"/>
              <a:gd name="connsiteY63" fmla="*/ 81319 h 579502"/>
              <a:gd name="connsiteX64" fmla="*/ 0 w 607639"/>
              <a:gd name="connsiteY64" fmla="*/ 56079 h 579502"/>
              <a:gd name="connsiteX65" fmla="*/ 27236 w 607639"/>
              <a:gd name="connsiteY65" fmla="*/ 28884 h 579502"/>
              <a:gd name="connsiteX66" fmla="*/ 290157 w 607639"/>
              <a:gd name="connsiteY66" fmla="*/ 28884 h 579502"/>
              <a:gd name="connsiteX67" fmla="*/ 290157 w 607639"/>
              <a:gd name="connsiteY67" fmla="*/ 13597 h 579502"/>
              <a:gd name="connsiteX68" fmla="*/ 303775 w 607639"/>
              <a:gd name="connsiteY68" fmla="*/ 0 h 57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07639" h="579502">
                <a:moveTo>
                  <a:pt x="315778" y="173080"/>
                </a:moveTo>
                <a:lnTo>
                  <a:pt x="315778" y="266058"/>
                </a:lnTo>
                <a:cubicBezTo>
                  <a:pt x="315778" y="272814"/>
                  <a:pt x="310258" y="278325"/>
                  <a:pt x="303493" y="278325"/>
                </a:cubicBezTo>
                <a:lnTo>
                  <a:pt x="210375" y="278325"/>
                </a:lnTo>
                <a:cubicBezTo>
                  <a:pt x="216429" y="324281"/>
                  <a:pt x="255866" y="359925"/>
                  <a:pt x="303493" y="359925"/>
                </a:cubicBezTo>
                <a:cubicBezTo>
                  <a:pt x="355303" y="359925"/>
                  <a:pt x="397500" y="317792"/>
                  <a:pt x="397500" y="266058"/>
                </a:cubicBezTo>
                <a:cubicBezTo>
                  <a:pt x="397500" y="218502"/>
                  <a:pt x="361802" y="179124"/>
                  <a:pt x="315778" y="173080"/>
                </a:cubicBezTo>
                <a:close/>
                <a:moveTo>
                  <a:pt x="249814" y="160816"/>
                </a:moveTo>
                <a:cubicBezTo>
                  <a:pt x="223740" y="165793"/>
                  <a:pt x="203093" y="186410"/>
                  <a:pt x="198110" y="212449"/>
                </a:cubicBezTo>
                <a:lnTo>
                  <a:pt x="249814" y="212449"/>
                </a:lnTo>
                <a:close/>
                <a:moveTo>
                  <a:pt x="303493" y="147835"/>
                </a:moveTo>
                <a:cubicBezTo>
                  <a:pt x="368835" y="147835"/>
                  <a:pt x="421981" y="200902"/>
                  <a:pt x="421981" y="266058"/>
                </a:cubicBezTo>
                <a:cubicBezTo>
                  <a:pt x="421981" y="331303"/>
                  <a:pt x="368835" y="384370"/>
                  <a:pt x="303493" y="384370"/>
                </a:cubicBezTo>
                <a:cubicBezTo>
                  <a:pt x="238239" y="384370"/>
                  <a:pt x="185093" y="331303"/>
                  <a:pt x="185093" y="266058"/>
                </a:cubicBezTo>
                <a:cubicBezTo>
                  <a:pt x="185093" y="259303"/>
                  <a:pt x="190523" y="253880"/>
                  <a:pt x="197289" y="253880"/>
                </a:cubicBezTo>
                <a:lnTo>
                  <a:pt x="291297" y="253880"/>
                </a:lnTo>
                <a:lnTo>
                  <a:pt x="291297" y="160013"/>
                </a:lnTo>
                <a:cubicBezTo>
                  <a:pt x="291297" y="153257"/>
                  <a:pt x="296727" y="147835"/>
                  <a:pt x="303493" y="147835"/>
                </a:cubicBezTo>
                <a:close/>
                <a:moveTo>
                  <a:pt x="262095" y="135133"/>
                </a:moveTo>
                <a:cubicBezTo>
                  <a:pt x="268859" y="135133"/>
                  <a:pt x="274287" y="140643"/>
                  <a:pt x="274287" y="147397"/>
                </a:cubicBezTo>
                <a:lnTo>
                  <a:pt x="274287" y="224713"/>
                </a:lnTo>
                <a:cubicBezTo>
                  <a:pt x="274287" y="231467"/>
                  <a:pt x="268859" y="236888"/>
                  <a:pt x="262095" y="236888"/>
                </a:cubicBezTo>
                <a:lnTo>
                  <a:pt x="184672" y="236888"/>
                </a:lnTo>
                <a:cubicBezTo>
                  <a:pt x="177909" y="236888"/>
                  <a:pt x="172391" y="231467"/>
                  <a:pt x="172391" y="224713"/>
                </a:cubicBezTo>
                <a:cubicBezTo>
                  <a:pt x="172391" y="175302"/>
                  <a:pt x="212616" y="135133"/>
                  <a:pt x="262095" y="135133"/>
                </a:cubicBezTo>
                <a:close/>
                <a:moveTo>
                  <a:pt x="58120" y="108514"/>
                </a:moveTo>
                <a:lnTo>
                  <a:pt x="58120" y="413970"/>
                </a:lnTo>
                <a:lnTo>
                  <a:pt x="549430" y="413970"/>
                </a:lnTo>
                <a:lnTo>
                  <a:pt x="549430" y="108514"/>
                </a:lnTo>
                <a:close/>
                <a:moveTo>
                  <a:pt x="27236" y="56079"/>
                </a:moveTo>
                <a:lnTo>
                  <a:pt x="27236" y="81319"/>
                </a:lnTo>
                <a:lnTo>
                  <a:pt x="580403" y="81319"/>
                </a:lnTo>
                <a:lnTo>
                  <a:pt x="580403" y="56079"/>
                </a:lnTo>
                <a:close/>
                <a:moveTo>
                  <a:pt x="303775" y="0"/>
                </a:moveTo>
                <a:cubicBezTo>
                  <a:pt x="311341" y="0"/>
                  <a:pt x="317393" y="6132"/>
                  <a:pt x="317393" y="13597"/>
                </a:cubicBezTo>
                <a:lnTo>
                  <a:pt x="317393" y="28884"/>
                </a:lnTo>
                <a:lnTo>
                  <a:pt x="580403" y="28884"/>
                </a:lnTo>
                <a:cubicBezTo>
                  <a:pt x="595356" y="28884"/>
                  <a:pt x="607639" y="41148"/>
                  <a:pt x="607639" y="56079"/>
                </a:cubicBezTo>
                <a:lnTo>
                  <a:pt x="607639" y="81319"/>
                </a:lnTo>
                <a:cubicBezTo>
                  <a:pt x="607639" y="96338"/>
                  <a:pt x="595356" y="108514"/>
                  <a:pt x="580403" y="108514"/>
                </a:cubicBezTo>
                <a:lnTo>
                  <a:pt x="576665" y="108514"/>
                </a:lnTo>
                <a:lnTo>
                  <a:pt x="576665" y="413970"/>
                </a:lnTo>
                <a:cubicBezTo>
                  <a:pt x="576665" y="428990"/>
                  <a:pt x="564472" y="441165"/>
                  <a:pt x="549430" y="441165"/>
                </a:cubicBezTo>
                <a:lnTo>
                  <a:pt x="317393" y="441165"/>
                </a:lnTo>
                <a:lnTo>
                  <a:pt x="317393" y="481069"/>
                </a:lnTo>
                <a:lnTo>
                  <a:pt x="418236" y="554923"/>
                </a:lnTo>
                <a:cubicBezTo>
                  <a:pt x="424377" y="559366"/>
                  <a:pt x="425623" y="567898"/>
                  <a:pt x="421173" y="573942"/>
                </a:cubicBezTo>
                <a:cubicBezTo>
                  <a:pt x="418503" y="577585"/>
                  <a:pt x="414409" y="579452"/>
                  <a:pt x="410225" y="579452"/>
                </a:cubicBezTo>
                <a:cubicBezTo>
                  <a:pt x="407466" y="579452"/>
                  <a:pt x="404618" y="578652"/>
                  <a:pt x="402215" y="576874"/>
                </a:cubicBezTo>
                <a:lnTo>
                  <a:pt x="317393" y="514752"/>
                </a:lnTo>
                <a:lnTo>
                  <a:pt x="317393" y="565854"/>
                </a:lnTo>
                <a:cubicBezTo>
                  <a:pt x="317393" y="573408"/>
                  <a:pt x="311341" y="579452"/>
                  <a:pt x="303775" y="579452"/>
                </a:cubicBezTo>
                <a:cubicBezTo>
                  <a:pt x="296299" y="579452"/>
                  <a:pt x="290157" y="573408"/>
                  <a:pt x="290157" y="565854"/>
                </a:cubicBezTo>
                <a:lnTo>
                  <a:pt x="290157" y="514752"/>
                </a:lnTo>
                <a:lnTo>
                  <a:pt x="205424" y="576874"/>
                </a:lnTo>
                <a:cubicBezTo>
                  <a:pt x="199372" y="581318"/>
                  <a:pt x="190827" y="579985"/>
                  <a:pt x="186377" y="573942"/>
                </a:cubicBezTo>
                <a:cubicBezTo>
                  <a:pt x="181927" y="567898"/>
                  <a:pt x="183262" y="559366"/>
                  <a:pt x="189314" y="554923"/>
                </a:cubicBezTo>
                <a:lnTo>
                  <a:pt x="290157" y="481069"/>
                </a:lnTo>
                <a:lnTo>
                  <a:pt x="290157" y="441165"/>
                </a:lnTo>
                <a:lnTo>
                  <a:pt x="58120" y="441165"/>
                </a:lnTo>
                <a:cubicBezTo>
                  <a:pt x="43167" y="441165"/>
                  <a:pt x="30885" y="428990"/>
                  <a:pt x="30885" y="413970"/>
                </a:cubicBezTo>
                <a:lnTo>
                  <a:pt x="30885" y="108514"/>
                </a:lnTo>
                <a:lnTo>
                  <a:pt x="27236" y="108514"/>
                </a:lnTo>
                <a:cubicBezTo>
                  <a:pt x="12194" y="108514"/>
                  <a:pt x="0" y="96338"/>
                  <a:pt x="0" y="81319"/>
                </a:cubicBezTo>
                <a:lnTo>
                  <a:pt x="0" y="56079"/>
                </a:lnTo>
                <a:cubicBezTo>
                  <a:pt x="0" y="41148"/>
                  <a:pt x="12194" y="28884"/>
                  <a:pt x="27236" y="28884"/>
                </a:cubicBezTo>
                <a:lnTo>
                  <a:pt x="290157" y="28884"/>
                </a:lnTo>
                <a:lnTo>
                  <a:pt x="290157" y="13597"/>
                </a:lnTo>
                <a:cubicBezTo>
                  <a:pt x="290157" y="6132"/>
                  <a:pt x="296299" y="0"/>
                  <a:pt x="303775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íṩ1ïḓe"/>
          <p:cNvSpPr/>
          <p:nvPr/>
        </p:nvSpPr>
        <p:spPr bwMode="auto">
          <a:xfrm>
            <a:off x="4281308" y="3834860"/>
            <a:ext cx="415713" cy="292123"/>
          </a:xfrm>
          <a:custGeom>
            <a:avLst/>
            <a:gdLst>
              <a:gd name="connsiteX0" fmla="*/ 450100 w 607639"/>
              <a:gd name="connsiteY0" fmla="*/ 313203 h 426991"/>
              <a:gd name="connsiteX1" fmla="*/ 450100 w 607639"/>
              <a:gd name="connsiteY1" fmla="*/ 403167 h 426991"/>
              <a:gd name="connsiteX2" fmla="*/ 585744 w 607639"/>
              <a:gd name="connsiteY2" fmla="*/ 403167 h 426991"/>
              <a:gd name="connsiteX3" fmla="*/ 586100 w 607639"/>
              <a:gd name="connsiteY3" fmla="*/ 313203 h 426991"/>
              <a:gd name="connsiteX4" fmla="*/ 530294 w 607639"/>
              <a:gd name="connsiteY4" fmla="*/ 313203 h 426991"/>
              <a:gd name="connsiteX5" fmla="*/ 530116 w 607639"/>
              <a:gd name="connsiteY5" fmla="*/ 313203 h 426991"/>
              <a:gd name="connsiteX6" fmla="*/ 529760 w 607639"/>
              <a:gd name="connsiteY6" fmla="*/ 313203 h 426991"/>
              <a:gd name="connsiteX7" fmla="*/ 450901 w 607639"/>
              <a:gd name="connsiteY7" fmla="*/ 313203 h 426991"/>
              <a:gd name="connsiteX8" fmla="*/ 236309 w 607639"/>
              <a:gd name="connsiteY8" fmla="*/ 313203 h 426991"/>
              <a:gd name="connsiteX9" fmla="*/ 236309 w 607639"/>
              <a:gd name="connsiteY9" fmla="*/ 403167 h 426991"/>
              <a:gd name="connsiteX10" fmla="*/ 371953 w 607639"/>
              <a:gd name="connsiteY10" fmla="*/ 403167 h 426991"/>
              <a:gd name="connsiteX11" fmla="*/ 372754 w 607639"/>
              <a:gd name="connsiteY11" fmla="*/ 313203 h 426991"/>
              <a:gd name="connsiteX12" fmla="*/ 237110 w 607639"/>
              <a:gd name="connsiteY12" fmla="*/ 313203 h 426991"/>
              <a:gd name="connsiteX13" fmla="*/ 22519 w 607639"/>
              <a:gd name="connsiteY13" fmla="*/ 313203 h 426991"/>
              <a:gd name="connsiteX14" fmla="*/ 22519 w 607639"/>
              <a:gd name="connsiteY14" fmla="*/ 403167 h 426991"/>
              <a:gd name="connsiteX15" fmla="*/ 158163 w 607639"/>
              <a:gd name="connsiteY15" fmla="*/ 403167 h 426991"/>
              <a:gd name="connsiteX16" fmla="*/ 158964 w 607639"/>
              <a:gd name="connsiteY16" fmla="*/ 313203 h 426991"/>
              <a:gd name="connsiteX17" fmla="*/ 91498 w 607639"/>
              <a:gd name="connsiteY17" fmla="*/ 313203 h 426991"/>
              <a:gd name="connsiteX18" fmla="*/ 91231 w 607639"/>
              <a:gd name="connsiteY18" fmla="*/ 313203 h 426991"/>
              <a:gd name="connsiteX19" fmla="*/ 90964 w 607639"/>
              <a:gd name="connsiteY19" fmla="*/ 313203 h 426991"/>
              <a:gd name="connsiteX20" fmla="*/ 23320 w 607639"/>
              <a:gd name="connsiteY20" fmla="*/ 313203 h 426991"/>
              <a:gd name="connsiteX21" fmla="*/ 91409 w 607639"/>
              <a:gd name="connsiteY21" fmla="*/ 224751 h 426991"/>
              <a:gd name="connsiteX22" fmla="*/ 530294 w 607639"/>
              <a:gd name="connsiteY22" fmla="*/ 224751 h 426991"/>
              <a:gd name="connsiteX23" fmla="*/ 540084 w 607639"/>
              <a:gd name="connsiteY23" fmla="*/ 234530 h 426991"/>
              <a:gd name="connsiteX24" fmla="*/ 540084 w 607639"/>
              <a:gd name="connsiteY24" fmla="*/ 292135 h 426991"/>
              <a:gd name="connsiteX25" fmla="*/ 586456 w 607639"/>
              <a:gd name="connsiteY25" fmla="*/ 292135 h 426991"/>
              <a:gd name="connsiteX26" fmla="*/ 607639 w 607639"/>
              <a:gd name="connsiteY26" fmla="*/ 313203 h 426991"/>
              <a:gd name="connsiteX27" fmla="*/ 607639 w 607639"/>
              <a:gd name="connsiteY27" fmla="*/ 403167 h 426991"/>
              <a:gd name="connsiteX28" fmla="*/ 586456 w 607639"/>
              <a:gd name="connsiteY28" fmla="*/ 426991 h 426991"/>
              <a:gd name="connsiteX29" fmla="*/ 451524 w 607639"/>
              <a:gd name="connsiteY29" fmla="*/ 426991 h 426991"/>
              <a:gd name="connsiteX30" fmla="*/ 427582 w 607639"/>
              <a:gd name="connsiteY30" fmla="*/ 403167 h 426991"/>
              <a:gd name="connsiteX31" fmla="*/ 427582 w 607639"/>
              <a:gd name="connsiteY31" fmla="*/ 313203 h 426991"/>
              <a:gd name="connsiteX32" fmla="*/ 451524 w 607639"/>
              <a:gd name="connsiteY32" fmla="*/ 292135 h 426991"/>
              <a:gd name="connsiteX33" fmla="*/ 517566 w 607639"/>
              <a:gd name="connsiteY33" fmla="*/ 292135 h 426991"/>
              <a:gd name="connsiteX34" fmla="*/ 517566 w 607639"/>
              <a:gd name="connsiteY34" fmla="*/ 247242 h 426991"/>
              <a:gd name="connsiteX35" fmla="*/ 315079 w 607639"/>
              <a:gd name="connsiteY35" fmla="*/ 247242 h 426991"/>
              <a:gd name="connsiteX36" fmla="*/ 315079 w 607639"/>
              <a:gd name="connsiteY36" fmla="*/ 292135 h 426991"/>
              <a:gd name="connsiteX37" fmla="*/ 372665 w 607639"/>
              <a:gd name="connsiteY37" fmla="*/ 292135 h 426991"/>
              <a:gd name="connsiteX38" fmla="*/ 393849 w 607639"/>
              <a:gd name="connsiteY38" fmla="*/ 313203 h 426991"/>
              <a:gd name="connsiteX39" fmla="*/ 393849 w 607639"/>
              <a:gd name="connsiteY39" fmla="*/ 403167 h 426991"/>
              <a:gd name="connsiteX40" fmla="*/ 372665 w 607639"/>
              <a:gd name="connsiteY40" fmla="*/ 426991 h 426991"/>
              <a:gd name="connsiteX41" fmla="*/ 237733 w 607639"/>
              <a:gd name="connsiteY41" fmla="*/ 426991 h 426991"/>
              <a:gd name="connsiteX42" fmla="*/ 213791 w 607639"/>
              <a:gd name="connsiteY42" fmla="*/ 403167 h 426991"/>
              <a:gd name="connsiteX43" fmla="*/ 213791 w 607639"/>
              <a:gd name="connsiteY43" fmla="*/ 313203 h 426991"/>
              <a:gd name="connsiteX44" fmla="*/ 237733 w 607639"/>
              <a:gd name="connsiteY44" fmla="*/ 292135 h 426991"/>
              <a:gd name="connsiteX45" fmla="*/ 292561 w 607639"/>
              <a:gd name="connsiteY45" fmla="*/ 292135 h 426991"/>
              <a:gd name="connsiteX46" fmla="*/ 292561 w 607639"/>
              <a:gd name="connsiteY46" fmla="*/ 247242 h 426991"/>
              <a:gd name="connsiteX47" fmla="*/ 101288 w 607639"/>
              <a:gd name="connsiteY47" fmla="*/ 247242 h 426991"/>
              <a:gd name="connsiteX48" fmla="*/ 101288 w 607639"/>
              <a:gd name="connsiteY48" fmla="*/ 292135 h 426991"/>
              <a:gd name="connsiteX49" fmla="*/ 158875 w 607639"/>
              <a:gd name="connsiteY49" fmla="*/ 292135 h 426991"/>
              <a:gd name="connsiteX50" fmla="*/ 180058 w 607639"/>
              <a:gd name="connsiteY50" fmla="*/ 313203 h 426991"/>
              <a:gd name="connsiteX51" fmla="*/ 180058 w 607639"/>
              <a:gd name="connsiteY51" fmla="*/ 403167 h 426991"/>
              <a:gd name="connsiteX52" fmla="*/ 158875 w 607639"/>
              <a:gd name="connsiteY52" fmla="*/ 426991 h 426991"/>
              <a:gd name="connsiteX53" fmla="*/ 24032 w 607639"/>
              <a:gd name="connsiteY53" fmla="*/ 426991 h 426991"/>
              <a:gd name="connsiteX54" fmla="*/ 0 w 607639"/>
              <a:gd name="connsiteY54" fmla="*/ 403167 h 426991"/>
              <a:gd name="connsiteX55" fmla="*/ 0 w 607639"/>
              <a:gd name="connsiteY55" fmla="*/ 313203 h 426991"/>
              <a:gd name="connsiteX56" fmla="*/ 24032 w 607639"/>
              <a:gd name="connsiteY56" fmla="*/ 292135 h 426991"/>
              <a:gd name="connsiteX57" fmla="*/ 78770 w 607639"/>
              <a:gd name="connsiteY57" fmla="*/ 292135 h 426991"/>
              <a:gd name="connsiteX58" fmla="*/ 78770 w 607639"/>
              <a:gd name="connsiteY58" fmla="*/ 234530 h 426991"/>
              <a:gd name="connsiteX59" fmla="*/ 91409 w 607639"/>
              <a:gd name="connsiteY59" fmla="*/ 224751 h 426991"/>
              <a:gd name="connsiteX60" fmla="*/ 236326 w 607639"/>
              <a:gd name="connsiteY60" fmla="*/ 21066 h 426991"/>
              <a:gd name="connsiteX61" fmla="*/ 236326 w 607639"/>
              <a:gd name="connsiteY61" fmla="*/ 111021 h 426991"/>
              <a:gd name="connsiteX62" fmla="*/ 371758 w 607639"/>
              <a:gd name="connsiteY62" fmla="*/ 111021 h 426991"/>
              <a:gd name="connsiteX63" fmla="*/ 372380 w 607639"/>
              <a:gd name="connsiteY63" fmla="*/ 21066 h 426991"/>
              <a:gd name="connsiteX64" fmla="*/ 237127 w 607639"/>
              <a:gd name="connsiteY64" fmla="*/ 21066 h 426991"/>
              <a:gd name="connsiteX65" fmla="*/ 237750 w 607639"/>
              <a:gd name="connsiteY65" fmla="*/ 0 h 426991"/>
              <a:gd name="connsiteX66" fmla="*/ 372647 w 607639"/>
              <a:gd name="connsiteY66" fmla="*/ 0 h 426991"/>
              <a:gd name="connsiteX67" fmla="*/ 393825 w 607639"/>
              <a:gd name="connsiteY67" fmla="*/ 21066 h 426991"/>
              <a:gd name="connsiteX68" fmla="*/ 393825 w 607639"/>
              <a:gd name="connsiteY68" fmla="*/ 111021 h 426991"/>
              <a:gd name="connsiteX69" fmla="*/ 372647 w 607639"/>
              <a:gd name="connsiteY69" fmla="*/ 134843 h 426991"/>
              <a:gd name="connsiteX70" fmla="*/ 315076 w 607639"/>
              <a:gd name="connsiteY70" fmla="*/ 134843 h 426991"/>
              <a:gd name="connsiteX71" fmla="*/ 315076 w 607639"/>
              <a:gd name="connsiteY71" fmla="*/ 191020 h 426991"/>
              <a:gd name="connsiteX72" fmla="*/ 292563 w 607639"/>
              <a:gd name="connsiteY72" fmla="*/ 191020 h 426991"/>
              <a:gd name="connsiteX73" fmla="*/ 292563 w 607639"/>
              <a:gd name="connsiteY73" fmla="*/ 134843 h 426991"/>
              <a:gd name="connsiteX74" fmla="*/ 237750 w 607639"/>
              <a:gd name="connsiteY74" fmla="*/ 134843 h 426991"/>
              <a:gd name="connsiteX75" fmla="*/ 213813 w 607639"/>
              <a:gd name="connsiteY75" fmla="*/ 111021 h 426991"/>
              <a:gd name="connsiteX76" fmla="*/ 213813 w 607639"/>
              <a:gd name="connsiteY76" fmla="*/ 21066 h 426991"/>
              <a:gd name="connsiteX77" fmla="*/ 237750 w 607639"/>
              <a:gd name="connsiteY77" fmla="*/ 0 h 426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607639" h="426991">
                <a:moveTo>
                  <a:pt x="450100" y="313203"/>
                </a:moveTo>
                <a:lnTo>
                  <a:pt x="450100" y="403167"/>
                </a:lnTo>
                <a:lnTo>
                  <a:pt x="585744" y="403167"/>
                </a:lnTo>
                <a:lnTo>
                  <a:pt x="586100" y="313203"/>
                </a:lnTo>
                <a:lnTo>
                  <a:pt x="530294" y="313203"/>
                </a:lnTo>
                <a:cubicBezTo>
                  <a:pt x="530294" y="313203"/>
                  <a:pt x="530116" y="313203"/>
                  <a:pt x="530116" y="313203"/>
                </a:cubicBezTo>
                <a:cubicBezTo>
                  <a:pt x="530027" y="313203"/>
                  <a:pt x="529849" y="313203"/>
                  <a:pt x="529760" y="313203"/>
                </a:cubicBezTo>
                <a:lnTo>
                  <a:pt x="450901" y="313203"/>
                </a:lnTo>
                <a:close/>
                <a:moveTo>
                  <a:pt x="236309" y="313203"/>
                </a:moveTo>
                <a:lnTo>
                  <a:pt x="236309" y="403167"/>
                </a:lnTo>
                <a:lnTo>
                  <a:pt x="371953" y="403167"/>
                </a:lnTo>
                <a:lnTo>
                  <a:pt x="372754" y="313203"/>
                </a:lnTo>
                <a:lnTo>
                  <a:pt x="237110" y="313203"/>
                </a:lnTo>
                <a:close/>
                <a:moveTo>
                  <a:pt x="22519" y="313203"/>
                </a:moveTo>
                <a:lnTo>
                  <a:pt x="22519" y="403167"/>
                </a:lnTo>
                <a:lnTo>
                  <a:pt x="158163" y="403167"/>
                </a:lnTo>
                <a:lnTo>
                  <a:pt x="158964" y="313203"/>
                </a:lnTo>
                <a:lnTo>
                  <a:pt x="91498" y="313203"/>
                </a:lnTo>
                <a:cubicBezTo>
                  <a:pt x="91409" y="313203"/>
                  <a:pt x="91320" y="313203"/>
                  <a:pt x="91231" y="313203"/>
                </a:cubicBezTo>
                <a:cubicBezTo>
                  <a:pt x="91231" y="313203"/>
                  <a:pt x="90964" y="313203"/>
                  <a:pt x="90964" y="313203"/>
                </a:cubicBezTo>
                <a:lnTo>
                  <a:pt x="23320" y="313203"/>
                </a:lnTo>
                <a:close/>
                <a:moveTo>
                  <a:pt x="91409" y="224751"/>
                </a:moveTo>
                <a:lnTo>
                  <a:pt x="530294" y="224751"/>
                </a:lnTo>
                <a:cubicBezTo>
                  <a:pt x="536435" y="224751"/>
                  <a:pt x="540084" y="228396"/>
                  <a:pt x="540084" y="234530"/>
                </a:cubicBezTo>
                <a:lnTo>
                  <a:pt x="540084" y="292135"/>
                </a:lnTo>
                <a:lnTo>
                  <a:pt x="586456" y="292135"/>
                </a:lnTo>
                <a:cubicBezTo>
                  <a:pt x="598917" y="292135"/>
                  <a:pt x="607639" y="300847"/>
                  <a:pt x="607639" y="313203"/>
                </a:cubicBezTo>
                <a:lnTo>
                  <a:pt x="607639" y="403167"/>
                </a:lnTo>
                <a:cubicBezTo>
                  <a:pt x="607639" y="415524"/>
                  <a:pt x="598917" y="426991"/>
                  <a:pt x="586456" y="426991"/>
                </a:cubicBezTo>
                <a:lnTo>
                  <a:pt x="451524" y="426991"/>
                </a:lnTo>
                <a:cubicBezTo>
                  <a:pt x="439152" y="426991"/>
                  <a:pt x="427582" y="415524"/>
                  <a:pt x="427582" y="403167"/>
                </a:cubicBezTo>
                <a:lnTo>
                  <a:pt x="427582" y="313203"/>
                </a:lnTo>
                <a:cubicBezTo>
                  <a:pt x="427582" y="300847"/>
                  <a:pt x="439152" y="292135"/>
                  <a:pt x="451524" y="292135"/>
                </a:cubicBezTo>
                <a:lnTo>
                  <a:pt x="517566" y="292135"/>
                </a:lnTo>
                <a:lnTo>
                  <a:pt x="517566" y="247242"/>
                </a:lnTo>
                <a:lnTo>
                  <a:pt x="315079" y="247242"/>
                </a:lnTo>
                <a:lnTo>
                  <a:pt x="315079" y="292135"/>
                </a:lnTo>
                <a:lnTo>
                  <a:pt x="372665" y="292135"/>
                </a:lnTo>
                <a:cubicBezTo>
                  <a:pt x="385126" y="292135"/>
                  <a:pt x="393849" y="300847"/>
                  <a:pt x="393849" y="313203"/>
                </a:cubicBezTo>
                <a:lnTo>
                  <a:pt x="393849" y="403167"/>
                </a:lnTo>
                <a:cubicBezTo>
                  <a:pt x="393849" y="415524"/>
                  <a:pt x="385126" y="426991"/>
                  <a:pt x="372665" y="426991"/>
                </a:cubicBezTo>
                <a:lnTo>
                  <a:pt x="237733" y="426991"/>
                </a:lnTo>
                <a:cubicBezTo>
                  <a:pt x="225362" y="426991"/>
                  <a:pt x="213791" y="415524"/>
                  <a:pt x="213791" y="403167"/>
                </a:cubicBezTo>
                <a:lnTo>
                  <a:pt x="213791" y="313203"/>
                </a:lnTo>
                <a:cubicBezTo>
                  <a:pt x="213791" y="300847"/>
                  <a:pt x="225362" y="292135"/>
                  <a:pt x="237733" y="292135"/>
                </a:cubicBezTo>
                <a:lnTo>
                  <a:pt x="292561" y="292135"/>
                </a:lnTo>
                <a:lnTo>
                  <a:pt x="292561" y="247242"/>
                </a:lnTo>
                <a:lnTo>
                  <a:pt x="101288" y="247242"/>
                </a:lnTo>
                <a:lnTo>
                  <a:pt x="101288" y="292135"/>
                </a:lnTo>
                <a:lnTo>
                  <a:pt x="158875" y="292135"/>
                </a:lnTo>
                <a:cubicBezTo>
                  <a:pt x="171335" y="292135"/>
                  <a:pt x="180058" y="300847"/>
                  <a:pt x="180058" y="313203"/>
                </a:cubicBezTo>
                <a:lnTo>
                  <a:pt x="180058" y="403167"/>
                </a:lnTo>
                <a:cubicBezTo>
                  <a:pt x="180058" y="415524"/>
                  <a:pt x="171335" y="426991"/>
                  <a:pt x="158875" y="426991"/>
                </a:cubicBezTo>
                <a:lnTo>
                  <a:pt x="24032" y="426991"/>
                </a:lnTo>
                <a:cubicBezTo>
                  <a:pt x="11571" y="426991"/>
                  <a:pt x="0" y="415524"/>
                  <a:pt x="0" y="403167"/>
                </a:cubicBezTo>
                <a:lnTo>
                  <a:pt x="0" y="313203"/>
                </a:lnTo>
                <a:cubicBezTo>
                  <a:pt x="0" y="300847"/>
                  <a:pt x="11571" y="292135"/>
                  <a:pt x="24032" y="292135"/>
                </a:cubicBezTo>
                <a:lnTo>
                  <a:pt x="78770" y="292135"/>
                </a:lnTo>
                <a:lnTo>
                  <a:pt x="78770" y="234530"/>
                </a:lnTo>
                <a:cubicBezTo>
                  <a:pt x="78770" y="228396"/>
                  <a:pt x="85178" y="224751"/>
                  <a:pt x="91409" y="224751"/>
                </a:cubicBezTo>
                <a:close/>
                <a:moveTo>
                  <a:pt x="236326" y="21066"/>
                </a:moveTo>
                <a:lnTo>
                  <a:pt x="236326" y="111021"/>
                </a:lnTo>
                <a:lnTo>
                  <a:pt x="371758" y="111021"/>
                </a:lnTo>
                <a:lnTo>
                  <a:pt x="372380" y="21066"/>
                </a:lnTo>
                <a:lnTo>
                  <a:pt x="237127" y="21066"/>
                </a:lnTo>
                <a:close/>
                <a:moveTo>
                  <a:pt x="237750" y="0"/>
                </a:moveTo>
                <a:lnTo>
                  <a:pt x="372647" y="0"/>
                </a:lnTo>
                <a:cubicBezTo>
                  <a:pt x="385105" y="0"/>
                  <a:pt x="393825" y="8711"/>
                  <a:pt x="393825" y="21066"/>
                </a:cubicBezTo>
                <a:lnTo>
                  <a:pt x="393825" y="111021"/>
                </a:lnTo>
                <a:cubicBezTo>
                  <a:pt x="393825" y="123376"/>
                  <a:pt x="385105" y="134843"/>
                  <a:pt x="372647" y="134843"/>
                </a:cubicBezTo>
                <a:lnTo>
                  <a:pt x="315076" y="134843"/>
                </a:lnTo>
                <a:lnTo>
                  <a:pt x="315076" y="191020"/>
                </a:lnTo>
                <a:lnTo>
                  <a:pt x="292563" y="191020"/>
                </a:lnTo>
                <a:lnTo>
                  <a:pt x="292563" y="134843"/>
                </a:lnTo>
                <a:lnTo>
                  <a:pt x="237750" y="134843"/>
                </a:lnTo>
                <a:cubicBezTo>
                  <a:pt x="225381" y="134843"/>
                  <a:pt x="213813" y="123376"/>
                  <a:pt x="213813" y="111021"/>
                </a:cubicBezTo>
                <a:lnTo>
                  <a:pt x="213813" y="21066"/>
                </a:lnTo>
                <a:cubicBezTo>
                  <a:pt x="213813" y="8711"/>
                  <a:pt x="225381" y="0"/>
                  <a:pt x="237750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iSḷîḓe"/>
          <p:cNvSpPr/>
          <p:nvPr/>
        </p:nvSpPr>
        <p:spPr bwMode="auto">
          <a:xfrm>
            <a:off x="5310404" y="5144519"/>
            <a:ext cx="420255" cy="303269"/>
          </a:xfrm>
          <a:custGeom>
            <a:avLst/>
            <a:gdLst>
              <a:gd name="connsiteX0" fmla="*/ 91000 w 605879"/>
              <a:gd name="connsiteY0" fmla="*/ 173662 h 437224"/>
              <a:gd name="connsiteX1" fmla="*/ 331193 w 605879"/>
              <a:gd name="connsiteY1" fmla="*/ 173662 h 437224"/>
              <a:gd name="connsiteX2" fmla="*/ 342454 w 605879"/>
              <a:gd name="connsiteY2" fmla="*/ 184882 h 437224"/>
              <a:gd name="connsiteX3" fmla="*/ 331193 w 605879"/>
              <a:gd name="connsiteY3" fmla="*/ 196102 h 437224"/>
              <a:gd name="connsiteX4" fmla="*/ 91000 w 605879"/>
              <a:gd name="connsiteY4" fmla="*/ 196102 h 437224"/>
              <a:gd name="connsiteX5" fmla="*/ 79739 w 605879"/>
              <a:gd name="connsiteY5" fmla="*/ 184882 h 437224"/>
              <a:gd name="connsiteX6" fmla="*/ 91000 w 605879"/>
              <a:gd name="connsiteY6" fmla="*/ 173662 h 437224"/>
              <a:gd name="connsiteX7" fmla="*/ 421630 w 605879"/>
              <a:gd name="connsiteY7" fmla="*/ 131441 h 437224"/>
              <a:gd name="connsiteX8" fmla="*/ 423552 w 605879"/>
              <a:gd name="connsiteY8" fmla="*/ 152274 h 437224"/>
              <a:gd name="connsiteX9" fmla="*/ 275961 w 605879"/>
              <a:gd name="connsiteY9" fmla="*/ 300986 h 437224"/>
              <a:gd name="connsiteX10" fmla="*/ 408175 w 605879"/>
              <a:gd name="connsiteY10" fmla="*/ 358277 h 437224"/>
              <a:gd name="connsiteX11" fmla="*/ 418060 w 605879"/>
              <a:gd name="connsiteY11" fmla="*/ 365267 h 437224"/>
              <a:gd name="connsiteX12" fmla="*/ 488218 w 605879"/>
              <a:gd name="connsiteY12" fmla="*/ 410360 h 437224"/>
              <a:gd name="connsiteX13" fmla="*/ 474214 w 605879"/>
              <a:gd name="connsiteY13" fmla="*/ 363348 h 437224"/>
              <a:gd name="connsiteX14" fmla="*/ 482039 w 605879"/>
              <a:gd name="connsiteY14" fmla="*/ 349916 h 437224"/>
              <a:gd name="connsiteX15" fmla="*/ 583363 w 605879"/>
              <a:gd name="connsiteY15" fmla="*/ 244928 h 437224"/>
              <a:gd name="connsiteX16" fmla="*/ 421630 w 605879"/>
              <a:gd name="connsiteY16" fmla="*/ 131441 h 437224"/>
              <a:gd name="connsiteX17" fmla="*/ 75898 w 605879"/>
              <a:gd name="connsiteY17" fmla="*/ 120173 h 437224"/>
              <a:gd name="connsiteX18" fmla="*/ 340509 w 605879"/>
              <a:gd name="connsiteY18" fmla="*/ 120173 h 437224"/>
              <a:gd name="connsiteX19" fmla="*/ 351769 w 605879"/>
              <a:gd name="connsiteY19" fmla="*/ 131428 h 437224"/>
              <a:gd name="connsiteX20" fmla="*/ 340509 w 605879"/>
              <a:gd name="connsiteY20" fmla="*/ 142683 h 437224"/>
              <a:gd name="connsiteX21" fmla="*/ 75898 w 605879"/>
              <a:gd name="connsiteY21" fmla="*/ 142683 h 437224"/>
              <a:gd name="connsiteX22" fmla="*/ 64638 w 605879"/>
              <a:gd name="connsiteY22" fmla="*/ 131428 h 437224"/>
              <a:gd name="connsiteX23" fmla="*/ 75898 w 605879"/>
              <a:gd name="connsiteY23" fmla="*/ 120173 h 437224"/>
              <a:gd name="connsiteX24" fmla="*/ 210609 w 605879"/>
              <a:gd name="connsiteY24" fmla="*/ 22478 h 437224"/>
              <a:gd name="connsiteX25" fmla="*/ 22516 w 605879"/>
              <a:gd name="connsiteY25" fmla="*/ 153508 h 437224"/>
              <a:gd name="connsiteX26" fmla="*/ 139216 w 605879"/>
              <a:gd name="connsiteY26" fmla="*/ 274807 h 437224"/>
              <a:gd name="connsiteX27" fmla="*/ 147042 w 605879"/>
              <a:gd name="connsiteY27" fmla="*/ 288102 h 437224"/>
              <a:gd name="connsiteX28" fmla="*/ 130017 w 605879"/>
              <a:gd name="connsiteY28" fmla="*/ 344297 h 437224"/>
              <a:gd name="connsiteX29" fmla="*/ 214041 w 605879"/>
              <a:gd name="connsiteY29" fmla="*/ 291254 h 437224"/>
              <a:gd name="connsiteX30" fmla="*/ 223927 w 605879"/>
              <a:gd name="connsiteY30" fmla="*/ 284264 h 437224"/>
              <a:gd name="connsiteX31" fmla="*/ 398839 w 605879"/>
              <a:gd name="connsiteY31" fmla="*/ 152960 h 437224"/>
              <a:gd name="connsiteX32" fmla="*/ 369596 w 605879"/>
              <a:gd name="connsiteY32" fmla="*/ 80592 h 437224"/>
              <a:gd name="connsiteX33" fmla="*/ 210609 w 605879"/>
              <a:gd name="connsiteY33" fmla="*/ 22478 h 437224"/>
              <a:gd name="connsiteX34" fmla="*/ 210609 w 605879"/>
              <a:gd name="connsiteY34" fmla="*/ 0 h 437224"/>
              <a:gd name="connsiteX35" fmla="*/ 385796 w 605879"/>
              <a:gd name="connsiteY35" fmla="*/ 64967 h 437224"/>
              <a:gd name="connsiteX36" fmla="*/ 414079 w 605879"/>
              <a:gd name="connsiteY36" fmla="*/ 109100 h 437224"/>
              <a:gd name="connsiteX37" fmla="*/ 419845 w 605879"/>
              <a:gd name="connsiteY37" fmla="*/ 108963 h 437224"/>
              <a:gd name="connsiteX38" fmla="*/ 605879 w 605879"/>
              <a:gd name="connsiteY38" fmla="*/ 244928 h 437224"/>
              <a:gd name="connsiteX39" fmla="*/ 498515 w 605879"/>
              <a:gd name="connsiteY39" fmla="*/ 368420 h 437224"/>
              <a:gd name="connsiteX40" fmla="*/ 516088 w 605879"/>
              <a:gd name="connsiteY40" fmla="*/ 414609 h 437224"/>
              <a:gd name="connsiteX41" fmla="*/ 522953 w 605879"/>
              <a:gd name="connsiteY41" fmla="*/ 428178 h 437224"/>
              <a:gd name="connsiteX42" fmla="*/ 510185 w 605879"/>
              <a:gd name="connsiteY42" fmla="*/ 437224 h 437224"/>
              <a:gd name="connsiteX43" fmla="*/ 400487 w 605879"/>
              <a:gd name="connsiteY43" fmla="*/ 380344 h 437224"/>
              <a:gd name="connsiteX44" fmla="*/ 250836 w 605879"/>
              <a:gd name="connsiteY44" fmla="*/ 304275 h 437224"/>
              <a:gd name="connsiteX45" fmla="*/ 231752 w 605879"/>
              <a:gd name="connsiteY45" fmla="*/ 306331 h 437224"/>
              <a:gd name="connsiteX46" fmla="*/ 107639 w 605879"/>
              <a:gd name="connsiteY46" fmla="*/ 371161 h 437224"/>
              <a:gd name="connsiteX47" fmla="*/ 94596 w 605879"/>
              <a:gd name="connsiteY47" fmla="*/ 361978 h 437224"/>
              <a:gd name="connsiteX48" fmla="*/ 102009 w 605879"/>
              <a:gd name="connsiteY48" fmla="*/ 348135 h 437224"/>
              <a:gd name="connsiteX49" fmla="*/ 122741 w 605879"/>
              <a:gd name="connsiteY49" fmla="*/ 293173 h 437224"/>
              <a:gd name="connsiteX50" fmla="*/ 0 w 605879"/>
              <a:gd name="connsiteY50" fmla="*/ 153508 h 437224"/>
              <a:gd name="connsiteX51" fmla="*/ 210609 w 605879"/>
              <a:gd name="connsiteY51" fmla="*/ 0 h 43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879" h="437224">
                <a:moveTo>
                  <a:pt x="91000" y="173662"/>
                </a:moveTo>
                <a:lnTo>
                  <a:pt x="331193" y="173662"/>
                </a:lnTo>
                <a:cubicBezTo>
                  <a:pt x="337373" y="173662"/>
                  <a:pt x="342454" y="178725"/>
                  <a:pt x="342454" y="184882"/>
                </a:cubicBezTo>
                <a:cubicBezTo>
                  <a:pt x="342454" y="191040"/>
                  <a:pt x="337373" y="196102"/>
                  <a:pt x="331193" y="196102"/>
                </a:cubicBezTo>
                <a:lnTo>
                  <a:pt x="91000" y="196102"/>
                </a:lnTo>
                <a:cubicBezTo>
                  <a:pt x="84683" y="196102"/>
                  <a:pt x="79739" y="191040"/>
                  <a:pt x="79739" y="184882"/>
                </a:cubicBezTo>
                <a:cubicBezTo>
                  <a:pt x="79739" y="178725"/>
                  <a:pt x="84683" y="173662"/>
                  <a:pt x="91000" y="173662"/>
                </a:cubicBezTo>
                <a:close/>
                <a:moveTo>
                  <a:pt x="421630" y="131441"/>
                </a:moveTo>
                <a:cubicBezTo>
                  <a:pt x="423003" y="138294"/>
                  <a:pt x="423552" y="145284"/>
                  <a:pt x="423552" y="152274"/>
                </a:cubicBezTo>
                <a:cubicBezTo>
                  <a:pt x="423552" y="220668"/>
                  <a:pt x="362456" y="281249"/>
                  <a:pt x="275961" y="300986"/>
                </a:cubicBezTo>
                <a:cubicBezTo>
                  <a:pt x="302047" y="334017"/>
                  <a:pt x="350924" y="355536"/>
                  <a:pt x="408175" y="358277"/>
                </a:cubicBezTo>
                <a:cubicBezTo>
                  <a:pt x="412569" y="358551"/>
                  <a:pt x="416413" y="361293"/>
                  <a:pt x="418060" y="365267"/>
                </a:cubicBezTo>
                <a:cubicBezTo>
                  <a:pt x="427259" y="388019"/>
                  <a:pt x="463505" y="403370"/>
                  <a:pt x="488218" y="410360"/>
                </a:cubicBezTo>
                <a:cubicBezTo>
                  <a:pt x="483962" y="399944"/>
                  <a:pt x="479156" y="385004"/>
                  <a:pt x="474214" y="363348"/>
                </a:cubicBezTo>
                <a:cubicBezTo>
                  <a:pt x="472841" y="357455"/>
                  <a:pt x="476273" y="351698"/>
                  <a:pt x="482039" y="349916"/>
                </a:cubicBezTo>
                <a:cubicBezTo>
                  <a:pt x="543685" y="332236"/>
                  <a:pt x="583500" y="290980"/>
                  <a:pt x="583363" y="244928"/>
                </a:cubicBezTo>
                <a:cubicBezTo>
                  <a:pt x="583363" y="182839"/>
                  <a:pt x="511009" y="132126"/>
                  <a:pt x="421630" y="131441"/>
                </a:cubicBezTo>
                <a:close/>
                <a:moveTo>
                  <a:pt x="75898" y="120173"/>
                </a:moveTo>
                <a:lnTo>
                  <a:pt x="340509" y="120173"/>
                </a:lnTo>
                <a:cubicBezTo>
                  <a:pt x="346826" y="120173"/>
                  <a:pt x="351769" y="125114"/>
                  <a:pt x="351769" y="131428"/>
                </a:cubicBezTo>
                <a:cubicBezTo>
                  <a:pt x="351769" y="137604"/>
                  <a:pt x="346826" y="142683"/>
                  <a:pt x="340509" y="142683"/>
                </a:cubicBezTo>
                <a:lnTo>
                  <a:pt x="75898" y="142683"/>
                </a:lnTo>
                <a:cubicBezTo>
                  <a:pt x="69719" y="142683"/>
                  <a:pt x="64638" y="137604"/>
                  <a:pt x="64638" y="131428"/>
                </a:cubicBezTo>
                <a:cubicBezTo>
                  <a:pt x="64638" y="125114"/>
                  <a:pt x="69719" y="120173"/>
                  <a:pt x="75898" y="120173"/>
                </a:cubicBezTo>
                <a:close/>
                <a:moveTo>
                  <a:pt x="210609" y="22478"/>
                </a:moveTo>
                <a:cubicBezTo>
                  <a:pt x="106952" y="22478"/>
                  <a:pt x="22516" y="81277"/>
                  <a:pt x="22516" y="153508"/>
                </a:cubicBezTo>
                <a:cubicBezTo>
                  <a:pt x="22516" y="206688"/>
                  <a:pt x="68372" y="254385"/>
                  <a:pt x="139216" y="274807"/>
                </a:cubicBezTo>
                <a:cubicBezTo>
                  <a:pt x="144983" y="276452"/>
                  <a:pt x="148415" y="282208"/>
                  <a:pt x="147042" y="288102"/>
                </a:cubicBezTo>
                <a:cubicBezTo>
                  <a:pt x="140864" y="314966"/>
                  <a:pt x="135097" y="332647"/>
                  <a:pt x="130017" y="344297"/>
                </a:cubicBezTo>
                <a:cubicBezTo>
                  <a:pt x="158437" y="336622"/>
                  <a:pt x="203058" y="318667"/>
                  <a:pt x="214041" y="291254"/>
                </a:cubicBezTo>
                <a:cubicBezTo>
                  <a:pt x="215689" y="287280"/>
                  <a:pt x="219533" y="284538"/>
                  <a:pt x="223927" y="284264"/>
                </a:cubicBezTo>
                <a:cubicBezTo>
                  <a:pt x="320170" y="279604"/>
                  <a:pt x="395407" y="223135"/>
                  <a:pt x="398839" y="152960"/>
                </a:cubicBezTo>
                <a:cubicBezTo>
                  <a:pt x="400075" y="126918"/>
                  <a:pt x="389915" y="101836"/>
                  <a:pt x="369596" y="80592"/>
                </a:cubicBezTo>
                <a:cubicBezTo>
                  <a:pt x="334860" y="44133"/>
                  <a:pt x="275412" y="22478"/>
                  <a:pt x="210609" y="22478"/>
                </a:cubicBezTo>
                <a:close/>
                <a:moveTo>
                  <a:pt x="210609" y="0"/>
                </a:moveTo>
                <a:cubicBezTo>
                  <a:pt x="281453" y="0"/>
                  <a:pt x="346942" y="24260"/>
                  <a:pt x="385796" y="64967"/>
                </a:cubicBezTo>
                <a:cubicBezTo>
                  <a:pt x="398702" y="78536"/>
                  <a:pt x="408175" y="93338"/>
                  <a:pt x="414079" y="109100"/>
                </a:cubicBezTo>
                <a:cubicBezTo>
                  <a:pt x="416001" y="108963"/>
                  <a:pt x="417923" y="108963"/>
                  <a:pt x="419845" y="108963"/>
                </a:cubicBezTo>
                <a:cubicBezTo>
                  <a:pt x="522404" y="108963"/>
                  <a:pt x="606016" y="169955"/>
                  <a:pt x="605879" y="244928"/>
                </a:cubicBezTo>
                <a:cubicBezTo>
                  <a:pt x="605879" y="298519"/>
                  <a:pt x="564141" y="346079"/>
                  <a:pt x="498515" y="368420"/>
                </a:cubicBezTo>
                <a:cubicBezTo>
                  <a:pt x="506066" y="398025"/>
                  <a:pt x="512931" y="412279"/>
                  <a:pt x="516088" y="414609"/>
                </a:cubicBezTo>
                <a:cubicBezTo>
                  <a:pt x="524601" y="418858"/>
                  <a:pt x="523228" y="426671"/>
                  <a:pt x="522953" y="428178"/>
                </a:cubicBezTo>
                <a:cubicBezTo>
                  <a:pt x="522541" y="429686"/>
                  <a:pt x="520207" y="437224"/>
                  <a:pt x="510185" y="437224"/>
                </a:cubicBezTo>
                <a:cubicBezTo>
                  <a:pt x="497828" y="437224"/>
                  <a:pt x="423689" y="421325"/>
                  <a:pt x="400487" y="380344"/>
                </a:cubicBezTo>
                <a:cubicBezTo>
                  <a:pt x="333899" y="375410"/>
                  <a:pt x="277746" y="346764"/>
                  <a:pt x="250836" y="304275"/>
                </a:cubicBezTo>
                <a:cubicBezTo>
                  <a:pt x="244521" y="305098"/>
                  <a:pt x="238205" y="305783"/>
                  <a:pt x="231752" y="306331"/>
                </a:cubicBezTo>
                <a:cubicBezTo>
                  <a:pt x="206216" y="353069"/>
                  <a:pt x="121643" y="371161"/>
                  <a:pt x="107639" y="371161"/>
                </a:cubicBezTo>
                <a:cubicBezTo>
                  <a:pt x="97616" y="371161"/>
                  <a:pt x="95145" y="364171"/>
                  <a:pt x="94596" y="361978"/>
                </a:cubicBezTo>
                <a:cubicBezTo>
                  <a:pt x="94184" y="360470"/>
                  <a:pt x="92948" y="352658"/>
                  <a:pt x="102009" y="348135"/>
                </a:cubicBezTo>
                <a:cubicBezTo>
                  <a:pt x="105030" y="345942"/>
                  <a:pt x="113130" y="331550"/>
                  <a:pt x="122741" y="293173"/>
                </a:cubicBezTo>
                <a:cubicBezTo>
                  <a:pt x="47778" y="268228"/>
                  <a:pt x="0" y="214226"/>
                  <a:pt x="0" y="153508"/>
                </a:cubicBezTo>
                <a:cubicBezTo>
                  <a:pt x="0" y="68804"/>
                  <a:pt x="94458" y="0"/>
                  <a:pt x="21060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ïṣļïḓè"/>
          <p:cNvSpPr/>
          <p:nvPr/>
        </p:nvSpPr>
        <p:spPr bwMode="auto">
          <a:xfrm>
            <a:off x="7377632" y="2730434"/>
            <a:ext cx="339304" cy="231533"/>
          </a:xfrm>
          <a:custGeom>
            <a:avLst/>
            <a:gdLst>
              <a:gd name="connsiteX0" fmla="*/ 20293 w 607639"/>
              <a:gd name="connsiteY0" fmla="*/ 364067 h 414642"/>
              <a:gd name="connsiteX1" fmla="*/ 20293 w 607639"/>
              <a:gd name="connsiteY1" fmla="*/ 384244 h 414642"/>
              <a:gd name="connsiteX2" fmla="*/ 30351 w 607639"/>
              <a:gd name="connsiteY2" fmla="*/ 394377 h 414642"/>
              <a:gd name="connsiteX3" fmla="*/ 577199 w 607639"/>
              <a:gd name="connsiteY3" fmla="*/ 394377 h 414642"/>
              <a:gd name="connsiteX4" fmla="*/ 587346 w 607639"/>
              <a:gd name="connsiteY4" fmla="*/ 384244 h 414642"/>
              <a:gd name="connsiteX5" fmla="*/ 587346 w 607639"/>
              <a:gd name="connsiteY5" fmla="*/ 364067 h 414642"/>
              <a:gd name="connsiteX6" fmla="*/ 556995 w 607639"/>
              <a:gd name="connsiteY6" fmla="*/ 364067 h 414642"/>
              <a:gd name="connsiteX7" fmla="*/ 394916 w 607639"/>
              <a:gd name="connsiteY7" fmla="*/ 364067 h 414642"/>
              <a:gd name="connsiteX8" fmla="*/ 394916 w 607639"/>
              <a:gd name="connsiteY8" fmla="*/ 374200 h 414642"/>
              <a:gd name="connsiteX9" fmla="*/ 384859 w 607639"/>
              <a:gd name="connsiteY9" fmla="*/ 384244 h 414642"/>
              <a:gd name="connsiteX10" fmla="*/ 222780 w 607639"/>
              <a:gd name="connsiteY10" fmla="*/ 384244 h 414642"/>
              <a:gd name="connsiteX11" fmla="*/ 212634 w 607639"/>
              <a:gd name="connsiteY11" fmla="*/ 374200 h 414642"/>
              <a:gd name="connsiteX12" fmla="*/ 212634 w 607639"/>
              <a:gd name="connsiteY12" fmla="*/ 364067 h 414642"/>
              <a:gd name="connsiteX13" fmla="*/ 50644 w 607639"/>
              <a:gd name="connsiteY13" fmla="*/ 364067 h 414642"/>
              <a:gd name="connsiteX14" fmla="*/ 182270 w 607639"/>
              <a:gd name="connsiteY14" fmla="*/ 262926 h 414642"/>
              <a:gd name="connsiteX15" fmla="*/ 192432 w 607639"/>
              <a:gd name="connsiteY15" fmla="*/ 262926 h 414642"/>
              <a:gd name="connsiteX16" fmla="*/ 202593 w 607639"/>
              <a:gd name="connsiteY16" fmla="*/ 273052 h 414642"/>
              <a:gd name="connsiteX17" fmla="*/ 192432 w 607639"/>
              <a:gd name="connsiteY17" fmla="*/ 283178 h 414642"/>
              <a:gd name="connsiteX18" fmla="*/ 182270 w 607639"/>
              <a:gd name="connsiteY18" fmla="*/ 283178 h 414642"/>
              <a:gd name="connsiteX19" fmla="*/ 172109 w 607639"/>
              <a:gd name="connsiteY19" fmla="*/ 273052 h 414642"/>
              <a:gd name="connsiteX20" fmla="*/ 182270 w 607639"/>
              <a:gd name="connsiteY20" fmla="*/ 262926 h 414642"/>
              <a:gd name="connsiteX21" fmla="*/ 91153 w 607639"/>
              <a:gd name="connsiteY21" fmla="*/ 262926 h 414642"/>
              <a:gd name="connsiteX22" fmla="*/ 141783 w 607639"/>
              <a:gd name="connsiteY22" fmla="*/ 262926 h 414642"/>
              <a:gd name="connsiteX23" fmla="*/ 151927 w 607639"/>
              <a:gd name="connsiteY23" fmla="*/ 273052 h 414642"/>
              <a:gd name="connsiteX24" fmla="*/ 141783 w 607639"/>
              <a:gd name="connsiteY24" fmla="*/ 283178 h 414642"/>
              <a:gd name="connsiteX25" fmla="*/ 91153 w 607639"/>
              <a:gd name="connsiteY25" fmla="*/ 283178 h 414642"/>
              <a:gd name="connsiteX26" fmla="*/ 81009 w 607639"/>
              <a:gd name="connsiteY26" fmla="*/ 273052 h 414642"/>
              <a:gd name="connsiteX27" fmla="*/ 91153 w 607639"/>
              <a:gd name="connsiteY27" fmla="*/ 262926 h 414642"/>
              <a:gd name="connsiteX28" fmla="*/ 161988 w 607639"/>
              <a:gd name="connsiteY28" fmla="*/ 222493 h 414642"/>
              <a:gd name="connsiteX29" fmla="*/ 232948 w 607639"/>
              <a:gd name="connsiteY29" fmla="*/ 222493 h 414642"/>
              <a:gd name="connsiteX30" fmla="*/ 243098 w 607639"/>
              <a:gd name="connsiteY30" fmla="*/ 232619 h 414642"/>
              <a:gd name="connsiteX31" fmla="*/ 232948 w 607639"/>
              <a:gd name="connsiteY31" fmla="*/ 242745 h 414642"/>
              <a:gd name="connsiteX32" fmla="*/ 161988 w 607639"/>
              <a:gd name="connsiteY32" fmla="*/ 242745 h 414642"/>
              <a:gd name="connsiteX33" fmla="*/ 151927 w 607639"/>
              <a:gd name="connsiteY33" fmla="*/ 232619 h 414642"/>
              <a:gd name="connsiteX34" fmla="*/ 161988 w 607639"/>
              <a:gd name="connsiteY34" fmla="*/ 222493 h 414642"/>
              <a:gd name="connsiteX35" fmla="*/ 91146 w 607639"/>
              <a:gd name="connsiteY35" fmla="*/ 222493 h 414642"/>
              <a:gd name="connsiteX36" fmla="*/ 121467 w 607639"/>
              <a:gd name="connsiteY36" fmla="*/ 222493 h 414642"/>
              <a:gd name="connsiteX37" fmla="*/ 131604 w 607639"/>
              <a:gd name="connsiteY37" fmla="*/ 232619 h 414642"/>
              <a:gd name="connsiteX38" fmla="*/ 121467 w 607639"/>
              <a:gd name="connsiteY38" fmla="*/ 242745 h 414642"/>
              <a:gd name="connsiteX39" fmla="*/ 91146 w 607639"/>
              <a:gd name="connsiteY39" fmla="*/ 242745 h 414642"/>
              <a:gd name="connsiteX40" fmla="*/ 81009 w 607639"/>
              <a:gd name="connsiteY40" fmla="*/ 232619 h 414642"/>
              <a:gd name="connsiteX41" fmla="*/ 91146 w 607639"/>
              <a:gd name="connsiteY41" fmla="*/ 222493 h 414642"/>
              <a:gd name="connsiteX42" fmla="*/ 182270 w 607639"/>
              <a:gd name="connsiteY42" fmla="*/ 182059 h 414642"/>
              <a:gd name="connsiteX43" fmla="*/ 192432 w 607639"/>
              <a:gd name="connsiteY43" fmla="*/ 182059 h 414642"/>
              <a:gd name="connsiteX44" fmla="*/ 202593 w 607639"/>
              <a:gd name="connsiteY44" fmla="*/ 192195 h 414642"/>
              <a:gd name="connsiteX45" fmla="*/ 192432 w 607639"/>
              <a:gd name="connsiteY45" fmla="*/ 202241 h 414642"/>
              <a:gd name="connsiteX46" fmla="*/ 182270 w 607639"/>
              <a:gd name="connsiteY46" fmla="*/ 202241 h 414642"/>
              <a:gd name="connsiteX47" fmla="*/ 172109 w 607639"/>
              <a:gd name="connsiteY47" fmla="*/ 192195 h 414642"/>
              <a:gd name="connsiteX48" fmla="*/ 182270 w 607639"/>
              <a:gd name="connsiteY48" fmla="*/ 182059 h 414642"/>
              <a:gd name="connsiteX49" fmla="*/ 91153 w 607639"/>
              <a:gd name="connsiteY49" fmla="*/ 182059 h 414642"/>
              <a:gd name="connsiteX50" fmla="*/ 141783 w 607639"/>
              <a:gd name="connsiteY50" fmla="*/ 182059 h 414642"/>
              <a:gd name="connsiteX51" fmla="*/ 151927 w 607639"/>
              <a:gd name="connsiteY51" fmla="*/ 192195 h 414642"/>
              <a:gd name="connsiteX52" fmla="*/ 141783 w 607639"/>
              <a:gd name="connsiteY52" fmla="*/ 202241 h 414642"/>
              <a:gd name="connsiteX53" fmla="*/ 91153 w 607639"/>
              <a:gd name="connsiteY53" fmla="*/ 202241 h 414642"/>
              <a:gd name="connsiteX54" fmla="*/ 81009 w 607639"/>
              <a:gd name="connsiteY54" fmla="*/ 192195 h 414642"/>
              <a:gd name="connsiteX55" fmla="*/ 91153 w 607639"/>
              <a:gd name="connsiteY55" fmla="*/ 182059 h 414642"/>
              <a:gd name="connsiteX56" fmla="*/ 161988 w 607639"/>
              <a:gd name="connsiteY56" fmla="*/ 141625 h 414642"/>
              <a:gd name="connsiteX57" fmla="*/ 232948 w 607639"/>
              <a:gd name="connsiteY57" fmla="*/ 141625 h 414642"/>
              <a:gd name="connsiteX58" fmla="*/ 243098 w 607639"/>
              <a:gd name="connsiteY58" fmla="*/ 151761 h 414642"/>
              <a:gd name="connsiteX59" fmla="*/ 232948 w 607639"/>
              <a:gd name="connsiteY59" fmla="*/ 161807 h 414642"/>
              <a:gd name="connsiteX60" fmla="*/ 161988 w 607639"/>
              <a:gd name="connsiteY60" fmla="*/ 161807 h 414642"/>
              <a:gd name="connsiteX61" fmla="*/ 151927 w 607639"/>
              <a:gd name="connsiteY61" fmla="*/ 151761 h 414642"/>
              <a:gd name="connsiteX62" fmla="*/ 161988 w 607639"/>
              <a:gd name="connsiteY62" fmla="*/ 141625 h 414642"/>
              <a:gd name="connsiteX63" fmla="*/ 91146 w 607639"/>
              <a:gd name="connsiteY63" fmla="*/ 141625 h 414642"/>
              <a:gd name="connsiteX64" fmla="*/ 121467 w 607639"/>
              <a:gd name="connsiteY64" fmla="*/ 141625 h 414642"/>
              <a:gd name="connsiteX65" fmla="*/ 131604 w 607639"/>
              <a:gd name="connsiteY65" fmla="*/ 151761 h 414642"/>
              <a:gd name="connsiteX66" fmla="*/ 121467 w 607639"/>
              <a:gd name="connsiteY66" fmla="*/ 161807 h 414642"/>
              <a:gd name="connsiteX67" fmla="*/ 91146 w 607639"/>
              <a:gd name="connsiteY67" fmla="*/ 161807 h 414642"/>
              <a:gd name="connsiteX68" fmla="*/ 81009 w 607639"/>
              <a:gd name="connsiteY68" fmla="*/ 151761 h 414642"/>
              <a:gd name="connsiteX69" fmla="*/ 91146 w 607639"/>
              <a:gd name="connsiteY69" fmla="*/ 141625 h 414642"/>
              <a:gd name="connsiteX70" fmla="*/ 364566 w 607639"/>
              <a:gd name="connsiteY70" fmla="*/ 102176 h 414642"/>
              <a:gd name="connsiteX71" fmla="*/ 283573 w 607639"/>
              <a:gd name="connsiteY71" fmla="*/ 192194 h 414642"/>
              <a:gd name="connsiteX72" fmla="*/ 374712 w 607639"/>
              <a:gd name="connsiteY72" fmla="*/ 283188 h 414642"/>
              <a:gd name="connsiteX73" fmla="*/ 464783 w 607639"/>
              <a:gd name="connsiteY73" fmla="*/ 202235 h 414642"/>
              <a:gd name="connsiteX74" fmla="*/ 374712 w 607639"/>
              <a:gd name="connsiteY74" fmla="*/ 202235 h 414642"/>
              <a:gd name="connsiteX75" fmla="*/ 364566 w 607639"/>
              <a:gd name="connsiteY75" fmla="*/ 192194 h 414642"/>
              <a:gd name="connsiteX76" fmla="*/ 182270 w 607639"/>
              <a:gd name="connsiteY76" fmla="*/ 101191 h 414642"/>
              <a:gd name="connsiteX77" fmla="*/ 192432 w 607639"/>
              <a:gd name="connsiteY77" fmla="*/ 101191 h 414642"/>
              <a:gd name="connsiteX78" fmla="*/ 202593 w 607639"/>
              <a:gd name="connsiteY78" fmla="*/ 111238 h 414642"/>
              <a:gd name="connsiteX79" fmla="*/ 192432 w 607639"/>
              <a:gd name="connsiteY79" fmla="*/ 121373 h 414642"/>
              <a:gd name="connsiteX80" fmla="*/ 182270 w 607639"/>
              <a:gd name="connsiteY80" fmla="*/ 121373 h 414642"/>
              <a:gd name="connsiteX81" fmla="*/ 172109 w 607639"/>
              <a:gd name="connsiteY81" fmla="*/ 111238 h 414642"/>
              <a:gd name="connsiteX82" fmla="*/ 182270 w 607639"/>
              <a:gd name="connsiteY82" fmla="*/ 101191 h 414642"/>
              <a:gd name="connsiteX83" fmla="*/ 91153 w 607639"/>
              <a:gd name="connsiteY83" fmla="*/ 101191 h 414642"/>
              <a:gd name="connsiteX84" fmla="*/ 141783 w 607639"/>
              <a:gd name="connsiteY84" fmla="*/ 101191 h 414642"/>
              <a:gd name="connsiteX85" fmla="*/ 151927 w 607639"/>
              <a:gd name="connsiteY85" fmla="*/ 111238 h 414642"/>
              <a:gd name="connsiteX86" fmla="*/ 141783 w 607639"/>
              <a:gd name="connsiteY86" fmla="*/ 121373 h 414642"/>
              <a:gd name="connsiteX87" fmla="*/ 91153 w 607639"/>
              <a:gd name="connsiteY87" fmla="*/ 121373 h 414642"/>
              <a:gd name="connsiteX88" fmla="*/ 81009 w 607639"/>
              <a:gd name="connsiteY88" fmla="*/ 111238 h 414642"/>
              <a:gd name="connsiteX89" fmla="*/ 91153 w 607639"/>
              <a:gd name="connsiteY89" fmla="*/ 101191 h 414642"/>
              <a:gd name="connsiteX90" fmla="*/ 374712 w 607639"/>
              <a:gd name="connsiteY90" fmla="*/ 80938 h 414642"/>
              <a:gd name="connsiteX91" fmla="*/ 384858 w 607639"/>
              <a:gd name="connsiteY91" fmla="*/ 91068 h 414642"/>
              <a:gd name="connsiteX92" fmla="*/ 384858 w 607639"/>
              <a:gd name="connsiteY92" fmla="*/ 182063 h 414642"/>
              <a:gd name="connsiteX93" fmla="*/ 475998 w 607639"/>
              <a:gd name="connsiteY93" fmla="*/ 182063 h 414642"/>
              <a:gd name="connsiteX94" fmla="*/ 486055 w 607639"/>
              <a:gd name="connsiteY94" fmla="*/ 192194 h 414642"/>
              <a:gd name="connsiteX95" fmla="*/ 374712 w 607639"/>
              <a:gd name="connsiteY95" fmla="*/ 303360 h 414642"/>
              <a:gd name="connsiteX96" fmla="*/ 263280 w 607639"/>
              <a:gd name="connsiteY96" fmla="*/ 192194 h 414642"/>
              <a:gd name="connsiteX97" fmla="*/ 374712 w 607639"/>
              <a:gd name="connsiteY97" fmla="*/ 80938 h 414642"/>
              <a:gd name="connsiteX98" fmla="*/ 425343 w 607639"/>
              <a:gd name="connsiteY98" fmla="*/ 61744 h 414642"/>
              <a:gd name="connsiteX99" fmla="*/ 425343 w 607639"/>
              <a:gd name="connsiteY99" fmla="*/ 141635 h 414642"/>
              <a:gd name="connsiteX100" fmla="*/ 505373 w 607639"/>
              <a:gd name="connsiteY100" fmla="*/ 141635 h 414642"/>
              <a:gd name="connsiteX101" fmla="*/ 425343 w 607639"/>
              <a:gd name="connsiteY101" fmla="*/ 61744 h 414642"/>
              <a:gd name="connsiteX102" fmla="*/ 161988 w 607639"/>
              <a:gd name="connsiteY102" fmla="*/ 60757 h 414642"/>
              <a:gd name="connsiteX103" fmla="*/ 232948 w 607639"/>
              <a:gd name="connsiteY103" fmla="*/ 60757 h 414642"/>
              <a:gd name="connsiteX104" fmla="*/ 243098 w 607639"/>
              <a:gd name="connsiteY104" fmla="*/ 70804 h 414642"/>
              <a:gd name="connsiteX105" fmla="*/ 232948 w 607639"/>
              <a:gd name="connsiteY105" fmla="*/ 80939 h 414642"/>
              <a:gd name="connsiteX106" fmla="*/ 161988 w 607639"/>
              <a:gd name="connsiteY106" fmla="*/ 80939 h 414642"/>
              <a:gd name="connsiteX107" fmla="*/ 151927 w 607639"/>
              <a:gd name="connsiteY107" fmla="*/ 70804 h 414642"/>
              <a:gd name="connsiteX108" fmla="*/ 161988 w 607639"/>
              <a:gd name="connsiteY108" fmla="*/ 60757 h 414642"/>
              <a:gd name="connsiteX109" fmla="*/ 91146 w 607639"/>
              <a:gd name="connsiteY109" fmla="*/ 60757 h 414642"/>
              <a:gd name="connsiteX110" fmla="*/ 121467 w 607639"/>
              <a:gd name="connsiteY110" fmla="*/ 60757 h 414642"/>
              <a:gd name="connsiteX111" fmla="*/ 131604 w 607639"/>
              <a:gd name="connsiteY111" fmla="*/ 70804 h 414642"/>
              <a:gd name="connsiteX112" fmla="*/ 121467 w 607639"/>
              <a:gd name="connsiteY112" fmla="*/ 80939 h 414642"/>
              <a:gd name="connsiteX113" fmla="*/ 91146 w 607639"/>
              <a:gd name="connsiteY113" fmla="*/ 80939 h 414642"/>
              <a:gd name="connsiteX114" fmla="*/ 81009 w 607639"/>
              <a:gd name="connsiteY114" fmla="*/ 70804 h 414642"/>
              <a:gd name="connsiteX115" fmla="*/ 91146 w 607639"/>
              <a:gd name="connsiteY115" fmla="*/ 60757 h 414642"/>
              <a:gd name="connsiteX116" fmla="*/ 415194 w 607639"/>
              <a:gd name="connsiteY116" fmla="*/ 40505 h 414642"/>
              <a:gd name="connsiteX117" fmla="*/ 526560 w 607639"/>
              <a:gd name="connsiteY117" fmla="*/ 151765 h 414642"/>
              <a:gd name="connsiteX118" fmla="*/ 516501 w 607639"/>
              <a:gd name="connsiteY118" fmla="*/ 161807 h 414642"/>
              <a:gd name="connsiteX119" fmla="*/ 415194 w 607639"/>
              <a:gd name="connsiteY119" fmla="*/ 161807 h 414642"/>
              <a:gd name="connsiteX120" fmla="*/ 405046 w 607639"/>
              <a:gd name="connsiteY120" fmla="*/ 151765 h 414642"/>
              <a:gd name="connsiteX121" fmla="*/ 405046 w 607639"/>
              <a:gd name="connsiteY121" fmla="*/ 50636 h 414642"/>
              <a:gd name="connsiteX122" fmla="*/ 415194 w 607639"/>
              <a:gd name="connsiteY122" fmla="*/ 40505 h 414642"/>
              <a:gd name="connsiteX123" fmla="*/ 70848 w 607639"/>
              <a:gd name="connsiteY123" fmla="*/ 20177 h 414642"/>
              <a:gd name="connsiteX124" fmla="*/ 60791 w 607639"/>
              <a:gd name="connsiteY124" fmla="*/ 30309 h 414642"/>
              <a:gd name="connsiteX125" fmla="*/ 60791 w 607639"/>
              <a:gd name="connsiteY125" fmla="*/ 343802 h 414642"/>
              <a:gd name="connsiteX126" fmla="*/ 222780 w 607639"/>
              <a:gd name="connsiteY126" fmla="*/ 343802 h 414642"/>
              <a:gd name="connsiteX127" fmla="*/ 232927 w 607639"/>
              <a:gd name="connsiteY127" fmla="*/ 353935 h 414642"/>
              <a:gd name="connsiteX128" fmla="*/ 232927 w 607639"/>
              <a:gd name="connsiteY128" fmla="*/ 364067 h 414642"/>
              <a:gd name="connsiteX129" fmla="*/ 374712 w 607639"/>
              <a:gd name="connsiteY129" fmla="*/ 364067 h 414642"/>
              <a:gd name="connsiteX130" fmla="*/ 374712 w 607639"/>
              <a:gd name="connsiteY130" fmla="*/ 353935 h 414642"/>
              <a:gd name="connsiteX131" fmla="*/ 384859 w 607639"/>
              <a:gd name="connsiteY131" fmla="*/ 343802 h 414642"/>
              <a:gd name="connsiteX132" fmla="*/ 546848 w 607639"/>
              <a:gd name="connsiteY132" fmla="*/ 343802 h 414642"/>
              <a:gd name="connsiteX133" fmla="*/ 546848 w 607639"/>
              <a:gd name="connsiteY133" fmla="*/ 30309 h 414642"/>
              <a:gd name="connsiteX134" fmla="*/ 536702 w 607639"/>
              <a:gd name="connsiteY134" fmla="*/ 20177 h 414642"/>
              <a:gd name="connsiteX135" fmla="*/ 70848 w 607639"/>
              <a:gd name="connsiteY135" fmla="*/ 0 h 414642"/>
              <a:gd name="connsiteX136" fmla="*/ 536702 w 607639"/>
              <a:gd name="connsiteY136" fmla="*/ 0 h 414642"/>
              <a:gd name="connsiteX137" fmla="*/ 567142 w 607639"/>
              <a:gd name="connsiteY137" fmla="*/ 30309 h 414642"/>
              <a:gd name="connsiteX138" fmla="*/ 567142 w 607639"/>
              <a:gd name="connsiteY138" fmla="*/ 343802 h 414642"/>
              <a:gd name="connsiteX139" fmla="*/ 597492 w 607639"/>
              <a:gd name="connsiteY139" fmla="*/ 343802 h 414642"/>
              <a:gd name="connsiteX140" fmla="*/ 607639 w 607639"/>
              <a:gd name="connsiteY140" fmla="*/ 353935 h 414642"/>
              <a:gd name="connsiteX141" fmla="*/ 607639 w 607639"/>
              <a:gd name="connsiteY141" fmla="*/ 384244 h 414642"/>
              <a:gd name="connsiteX142" fmla="*/ 577199 w 607639"/>
              <a:gd name="connsiteY142" fmla="*/ 414642 h 414642"/>
              <a:gd name="connsiteX143" fmla="*/ 30351 w 607639"/>
              <a:gd name="connsiteY143" fmla="*/ 414642 h 414642"/>
              <a:gd name="connsiteX144" fmla="*/ 0 w 607639"/>
              <a:gd name="connsiteY144" fmla="*/ 384244 h 414642"/>
              <a:gd name="connsiteX145" fmla="*/ 0 w 607639"/>
              <a:gd name="connsiteY145" fmla="*/ 353935 h 414642"/>
              <a:gd name="connsiteX146" fmla="*/ 10147 w 607639"/>
              <a:gd name="connsiteY146" fmla="*/ 343802 h 414642"/>
              <a:gd name="connsiteX147" fmla="*/ 40497 w 607639"/>
              <a:gd name="connsiteY147" fmla="*/ 343802 h 414642"/>
              <a:gd name="connsiteX148" fmla="*/ 40497 w 607639"/>
              <a:gd name="connsiteY148" fmla="*/ 30309 h 414642"/>
              <a:gd name="connsiteX149" fmla="*/ 70848 w 607639"/>
              <a:gd name="connsiteY149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9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82270" y="262926"/>
                </a:moveTo>
                <a:lnTo>
                  <a:pt x="192432" y="262926"/>
                </a:lnTo>
                <a:cubicBezTo>
                  <a:pt x="198493" y="262926"/>
                  <a:pt x="202593" y="267012"/>
                  <a:pt x="202593" y="273052"/>
                </a:cubicBezTo>
                <a:cubicBezTo>
                  <a:pt x="202593" y="279092"/>
                  <a:pt x="198493" y="283178"/>
                  <a:pt x="192432" y="283178"/>
                </a:cubicBezTo>
                <a:lnTo>
                  <a:pt x="182270" y="283178"/>
                </a:lnTo>
                <a:cubicBezTo>
                  <a:pt x="176209" y="283178"/>
                  <a:pt x="172109" y="279092"/>
                  <a:pt x="172109" y="273052"/>
                </a:cubicBezTo>
                <a:cubicBezTo>
                  <a:pt x="172109" y="267012"/>
                  <a:pt x="176209" y="262926"/>
                  <a:pt x="182270" y="262926"/>
                </a:cubicBezTo>
                <a:close/>
                <a:moveTo>
                  <a:pt x="91153" y="262926"/>
                </a:moveTo>
                <a:lnTo>
                  <a:pt x="141783" y="262926"/>
                </a:lnTo>
                <a:cubicBezTo>
                  <a:pt x="147834" y="262926"/>
                  <a:pt x="151927" y="267012"/>
                  <a:pt x="151927" y="273052"/>
                </a:cubicBezTo>
                <a:cubicBezTo>
                  <a:pt x="151927" y="279092"/>
                  <a:pt x="147834" y="283178"/>
                  <a:pt x="141783" y="283178"/>
                </a:cubicBezTo>
                <a:lnTo>
                  <a:pt x="91153" y="283178"/>
                </a:lnTo>
                <a:cubicBezTo>
                  <a:pt x="85102" y="283178"/>
                  <a:pt x="81009" y="279092"/>
                  <a:pt x="81009" y="273052"/>
                </a:cubicBezTo>
                <a:cubicBezTo>
                  <a:pt x="81009" y="267012"/>
                  <a:pt x="85102" y="262926"/>
                  <a:pt x="91153" y="262926"/>
                </a:cubicBezTo>
                <a:close/>
                <a:moveTo>
                  <a:pt x="161988" y="222493"/>
                </a:moveTo>
                <a:lnTo>
                  <a:pt x="232948" y="222493"/>
                </a:lnTo>
                <a:cubicBezTo>
                  <a:pt x="239002" y="222493"/>
                  <a:pt x="243098" y="226579"/>
                  <a:pt x="243098" y="232619"/>
                </a:cubicBezTo>
                <a:cubicBezTo>
                  <a:pt x="243098" y="238659"/>
                  <a:pt x="239002" y="242745"/>
                  <a:pt x="232948" y="242745"/>
                </a:cubicBezTo>
                <a:lnTo>
                  <a:pt x="161988" y="242745"/>
                </a:lnTo>
                <a:cubicBezTo>
                  <a:pt x="155934" y="242745"/>
                  <a:pt x="151927" y="238659"/>
                  <a:pt x="151927" y="232619"/>
                </a:cubicBezTo>
                <a:cubicBezTo>
                  <a:pt x="151927" y="226579"/>
                  <a:pt x="155934" y="222493"/>
                  <a:pt x="161988" y="222493"/>
                </a:cubicBezTo>
                <a:close/>
                <a:moveTo>
                  <a:pt x="91146" y="222493"/>
                </a:moveTo>
                <a:lnTo>
                  <a:pt x="121467" y="222493"/>
                </a:lnTo>
                <a:cubicBezTo>
                  <a:pt x="127603" y="222493"/>
                  <a:pt x="131604" y="226579"/>
                  <a:pt x="131604" y="232619"/>
                </a:cubicBezTo>
                <a:cubicBezTo>
                  <a:pt x="131604" y="238659"/>
                  <a:pt x="127603" y="242745"/>
                  <a:pt x="121467" y="242745"/>
                </a:cubicBezTo>
                <a:lnTo>
                  <a:pt x="91146" y="242745"/>
                </a:lnTo>
                <a:cubicBezTo>
                  <a:pt x="85099" y="242745"/>
                  <a:pt x="81009" y="238659"/>
                  <a:pt x="81009" y="232619"/>
                </a:cubicBezTo>
                <a:cubicBezTo>
                  <a:pt x="81009" y="226579"/>
                  <a:pt x="85099" y="222493"/>
                  <a:pt x="91146" y="222493"/>
                </a:cubicBezTo>
                <a:close/>
                <a:moveTo>
                  <a:pt x="182270" y="182059"/>
                </a:moveTo>
                <a:lnTo>
                  <a:pt x="192432" y="182059"/>
                </a:lnTo>
                <a:cubicBezTo>
                  <a:pt x="198493" y="182059"/>
                  <a:pt x="202593" y="186060"/>
                  <a:pt x="202593" y="192195"/>
                </a:cubicBezTo>
                <a:cubicBezTo>
                  <a:pt x="202593" y="198240"/>
                  <a:pt x="198493" y="202241"/>
                  <a:pt x="192432" y="202241"/>
                </a:cubicBezTo>
                <a:lnTo>
                  <a:pt x="182270" y="202241"/>
                </a:lnTo>
                <a:cubicBezTo>
                  <a:pt x="176209" y="202241"/>
                  <a:pt x="172109" y="198240"/>
                  <a:pt x="172109" y="192195"/>
                </a:cubicBezTo>
                <a:cubicBezTo>
                  <a:pt x="172109" y="186060"/>
                  <a:pt x="176209" y="182059"/>
                  <a:pt x="182270" y="182059"/>
                </a:cubicBezTo>
                <a:close/>
                <a:moveTo>
                  <a:pt x="91153" y="182059"/>
                </a:moveTo>
                <a:lnTo>
                  <a:pt x="141783" y="182059"/>
                </a:lnTo>
                <a:cubicBezTo>
                  <a:pt x="147834" y="182059"/>
                  <a:pt x="151927" y="186060"/>
                  <a:pt x="151927" y="192195"/>
                </a:cubicBezTo>
                <a:cubicBezTo>
                  <a:pt x="151927" y="198240"/>
                  <a:pt x="147834" y="202241"/>
                  <a:pt x="141783" y="202241"/>
                </a:cubicBezTo>
                <a:lnTo>
                  <a:pt x="91153" y="202241"/>
                </a:lnTo>
                <a:cubicBezTo>
                  <a:pt x="85102" y="202241"/>
                  <a:pt x="81009" y="198240"/>
                  <a:pt x="81009" y="192195"/>
                </a:cubicBezTo>
                <a:cubicBezTo>
                  <a:pt x="81009" y="186060"/>
                  <a:pt x="85102" y="182059"/>
                  <a:pt x="91153" y="182059"/>
                </a:cubicBezTo>
                <a:close/>
                <a:moveTo>
                  <a:pt x="161988" y="141625"/>
                </a:moveTo>
                <a:lnTo>
                  <a:pt x="232948" y="141625"/>
                </a:lnTo>
                <a:cubicBezTo>
                  <a:pt x="239002" y="141625"/>
                  <a:pt x="243098" y="145626"/>
                  <a:pt x="243098" y="151761"/>
                </a:cubicBezTo>
                <a:cubicBezTo>
                  <a:pt x="243098" y="157806"/>
                  <a:pt x="239002" y="161807"/>
                  <a:pt x="232948" y="161807"/>
                </a:cubicBezTo>
                <a:lnTo>
                  <a:pt x="161988" y="161807"/>
                </a:lnTo>
                <a:cubicBezTo>
                  <a:pt x="155934" y="161807"/>
                  <a:pt x="151927" y="157806"/>
                  <a:pt x="151927" y="151761"/>
                </a:cubicBezTo>
                <a:cubicBezTo>
                  <a:pt x="151927" y="145626"/>
                  <a:pt x="155934" y="141625"/>
                  <a:pt x="161988" y="141625"/>
                </a:cubicBezTo>
                <a:close/>
                <a:moveTo>
                  <a:pt x="91146" y="141625"/>
                </a:moveTo>
                <a:lnTo>
                  <a:pt x="121467" y="141625"/>
                </a:lnTo>
                <a:cubicBezTo>
                  <a:pt x="127603" y="141625"/>
                  <a:pt x="131604" y="145626"/>
                  <a:pt x="131604" y="151761"/>
                </a:cubicBezTo>
                <a:cubicBezTo>
                  <a:pt x="131604" y="157806"/>
                  <a:pt x="127603" y="161807"/>
                  <a:pt x="121467" y="161807"/>
                </a:cubicBezTo>
                <a:lnTo>
                  <a:pt x="91146" y="161807"/>
                </a:lnTo>
                <a:cubicBezTo>
                  <a:pt x="85099" y="161807"/>
                  <a:pt x="81009" y="157806"/>
                  <a:pt x="81009" y="151761"/>
                </a:cubicBezTo>
                <a:cubicBezTo>
                  <a:pt x="81009" y="145626"/>
                  <a:pt x="85099" y="141625"/>
                  <a:pt x="91146" y="141625"/>
                </a:cubicBezTo>
                <a:close/>
                <a:moveTo>
                  <a:pt x="364566" y="102176"/>
                </a:moveTo>
                <a:cubicBezTo>
                  <a:pt x="318996" y="107241"/>
                  <a:pt x="283573" y="145630"/>
                  <a:pt x="283573" y="192194"/>
                </a:cubicBezTo>
                <a:cubicBezTo>
                  <a:pt x="283573" y="242756"/>
                  <a:pt x="324069" y="283188"/>
                  <a:pt x="374712" y="283188"/>
                </a:cubicBezTo>
                <a:cubicBezTo>
                  <a:pt x="421261" y="283188"/>
                  <a:pt x="459799" y="247732"/>
                  <a:pt x="464783" y="202235"/>
                </a:cubicBezTo>
                <a:lnTo>
                  <a:pt x="374712" y="202235"/>
                </a:lnTo>
                <a:cubicBezTo>
                  <a:pt x="368660" y="202235"/>
                  <a:pt x="364566" y="198236"/>
                  <a:pt x="364566" y="192194"/>
                </a:cubicBezTo>
                <a:close/>
                <a:moveTo>
                  <a:pt x="182270" y="101191"/>
                </a:moveTo>
                <a:lnTo>
                  <a:pt x="192432" y="101191"/>
                </a:lnTo>
                <a:cubicBezTo>
                  <a:pt x="198493" y="101191"/>
                  <a:pt x="202593" y="105192"/>
                  <a:pt x="202593" y="111238"/>
                </a:cubicBezTo>
                <a:cubicBezTo>
                  <a:pt x="202593" y="117372"/>
                  <a:pt x="198493" y="121373"/>
                  <a:pt x="192432" y="121373"/>
                </a:cubicBezTo>
                <a:lnTo>
                  <a:pt x="182270" y="121373"/>
                </a:lnTo>
                <a:cubicBezTo>
                  <a:pt x="176209" y="121373"/>
                  <a:pt x="172109" y="117372"/>
                  <a:pt x="172109" y="111238"/>
                </a:cubicBezTo>
                <a:cubicBezTo>
                  <a:pt x="172109" y="105192"/>
                  <a:pt x="176209" y="101191"/>
                  <a:pt x="182270" y="101191"/>
                </a:cubicBezTo>
                <a:close/>
                <a:moveTo>
                  <a:pt x="91153" y="101191"/>
                </a:moveTo>
                <a:lnTo>
                  <a:pt x="141783" y="101191"/>
                </a:lnTo>
                <a:cubicBezTo>
                  <a:pt x="147834" y="101191"/>
                  <a:pt x="151927" y="105192"/>
                  <a:pt x="151927" y="111238"/>
                </a:cubicBezTo>
                <a:cubicBezTo>
                  <a:pt x="151927" y="117372"/>
                  <a:pt x="147834" y="121373"/>
                  <a:pt x="141783" y="121373"/>
                </a:cubicBezTo>
                <a:lnTo>
                  <a:pt x="91153" y="121373"/>
                </a:lnTo>
                <a:cubicBezTo>
                  <a:pt x="85102" y="121373"/>
                  <a:pt x="81009" y="117372"/>
                  <a:pt x="81009" y="111238"/>
                </a:cubicBezTo>
                <a:cubicBezTo>
                  <a:pt x="81009" y="105192"/>
                  <a:pt x="85102" y="101191"/>
                  <a:pt x="91153" y="101191"/>
                </a:cubicBezTo>
                <a:close/>
                <a:moveTo>
                  <a:pt x="374712" y="80938"/>
                </a:moveTo>
                <a:cubicBezTo>
                  <a:pt x="380764" y="80938"/>
                  <a:pt x="384858" y="85026"/>
                  <a:pt x="384858" y="91068"/>
                </a:cubicBezTo>
                <a:lnTo>
                  <a:pt x="384858" y="182063"/>
                </a:lnTo>
                <a:lnTo>
                  <a:pt x="475998" y="182063"/>
                </a:lnTo>
                <a:cubicBezTo>
                  <a:pt x="482050" y="182063"/>
                  <a:pt x="486055" y="186062"/>
                  <a:pt x="486055" y="192194"/>
                </a:cubicBezTo>
                <a:cubicBezTo>
                  <a:pt x="486055" y="253864"/>
                  <a:pt x="436480" y="303360"/>
                  <a:pt x="374712" y="303360"/>
                </a:cubicBezTo>
                <a:cubicBezTo>
                  <a:pt x="312944" y="303360"/>
                  <a:pt x="263280" y="253864"/>
                  <a:pt x="263280" y="192194"/>
                </a:cubicBezTo>
                <a:cubicBezTo>
                  <a:pt x="263280" y="130523"/>
                  <a:pt x="312944" y="80938"/>
                  <a:pt x="374712" y="80938"/>
                </a:cubicBezTo>
                <a:close/>
                <a:moveTo>
                  <a:pt x="425343" y="61744"/>
                </a:moveTo>
                <a:lnTo>
                  <a:pt x="425343" y="141635"/>
                </a:lnTo>
                <a:lnTo>
                  <a:pt x="505373" y="141635"/>
                </a:lnTo>
                <a:cubicBezTo>
                  <a:pt x="500299" y="99157"/>
                  <a:pt x="466827" y="65743"/>
                  <a:pt x="425343" y="61744"/>
                </a:cubicBezTo>
                <a:close/>
                <a:moveTo>
                  <a:pt x="161988" y="60757"/>
                </a:moveTo>
                <a:lnTo>
                  <a:pt x="232948" y="60757"/>
                </a:lnTo>
                <a:cubicBezTo>
                  <a:pt x="239002" y="60757"/>
                  <a:pt x="243098" y="64758"/>
                  <a:pt x="243098" y="70804"/>
                </a:cubicBezTo>
                <a:cubicBezTo>
                  <a:pt x="243098" y="76938"/>
                  <a:pt x="239002" y="80939"/>
                  <a:pt x="232948" y="80939"/>
                </a:cubicBezTo>
                <a:lnTo>
                  <a:pt x="161988" y="80939"/>
                </a:lnTo>
                <a:cubicBezTo>
                  <a:pt x="155934" y="80939"/>
                  <a:pt x="151927" y="76938"/>
                  <a:pt x="151927" y="70804"/>
                </a:cubicBezTo>
                <a:cubicBezTo>
                  <a:pt x="151927" y="64758"/>
                  <a:pt x="155934" y="60757"/>
                  <a:pt x="161988" y="60757"/>
                </a:cubicBezTo>
                <a:close/>
                <a:moveTo>
                  <a:pt x="91146" y="60757"/>
                </a:moveTo>
                <a:lnTo>
                  <a:pt x="121467" y="60757"/>
                </a:lnTo>
                <a:cubicBezTo>
                  <a:pt x="127603" y="60757"/>
                  <a:pt x="131604" y="64758"/>
                  <a:pt x="131604" y="70804"/>
                </a:cubicBezTo>
                <a:cubicBezTo>
                  <a:pt x="131604" y="76938"/>
                  <a:pt x="127603" y="80939"/>
                  <a:pt x="121467" y="80939"/>
                </a:cubicBezTo>
                <a:lnTo>
                  <a:pt x="91146" y="80939"/>
                </a:lnTo>
                <a:cubicBezTo>
                  <a:pt x="85099" y="80939"/>
                  <a:pt x="81009" y="76938"/>
                  <a:pt x="81009" y="70804"/>
                </a:cubicBezTo>
                <a:cubicBezTo>
                  <a:pt x="81009" y="64758"/>
                  <a:pt x="85099" y="60757"/>
                  <a:pt x="91146" y="60757"/>
                </a:cubicBezTo>
                <a:close/>
                <a:moveTo>
                  <a:pt x="415194" y="40505"/>
                </a:moveTo>
                <a:cubicBezTo>
                  <a:pt x="476975" y="40505"/>
                  <a:pt x="526560" y="90092"/>
                  <a:pt x="526560" y="151765"/>
                </a:cubicBezTo>
                <a:cubicBezTo>
                  <a:pt x="526560" y="157808"/>
                  <a:pt x="522554" y="161807"/>
                  <a:pt x="516501" y="161807"/>
                </a:cubicBezTo>
                <a:lnTo>
                  <a:pt x="415194" y="161807"/>
                </a:lnTo>
                <a:cubicBezTo>
                  <a:pt x="409141" y="161807"/>
                  <a:pt x="405046" y="157808"/>
                  <a:pt x="405046" y="151765"/>
                </a:cubicBezTo>
                <a:lnTo>
                  <a:pt x="405046" y="50636"/>
                </a:lnTo>
                <a:cubicBezTo>
                  <a:pt x="405046" y="44593"/>
                  <a:pt x="409141" y="40505"/>
                  <a:pt x="415194" y="40505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1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1"/>
                  <a:pt x="378718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1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1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işľíḍe"/>
          <p:cNvSpPr txBox="1"/>
          <p:nvPr/>
        </p:nvSpPr>
        <p:spPr>
          <a:xfrm>
            <a:off x="642434" y="1666479"/>
            <a:ext cx="420585" cy="402187"/>
          </a:xfrm>
          <a:prstGeom prst="rect">
            <a:avLst/>
          </a:prstGeom>
          <a:noFill/>
        </p:spPr>
        <p:txBody>
          <a:bodyPr wrap="square" lIns="120000" tIns="62400" rIns="120000" bIns="62400" numCol="1" anchor="ctr">
            <a:prstTxWarp prst="textPlain">
              <a:avLst/>
            </a:prstTxWarp>
            <a:normAutofit fontScale="32500" lnSpcReduction="20000"/>
          </a:bodyPr>
          <a:lstStyle/>
          <a:p>
            <a:r>
              <a:rPr lang="en-US" sz="6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</a:t>
            </a:r>
            <a:endParaRPr lang="en-US" sz="6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列过案，人拍板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LISTS, HUMAN DECIDES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íşḻiḓe"/>
          <p:cNvSpPr/>
          <p:nvPr/>
        </p:nvSpPr>
        <p:spPr bwMode="auto">
          <a:xfrm>
            <a:off x="1263458" y="2141972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列过自研和升 Boot 3。取若依 3.6.8，业务只进 yianlian。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ïsļïdé"/>
          <p:cNvSpPr txBox="1"/>
          <p:nvPr/>
        </p:nvSpPr>
        <p:spPr bwMode="auto">
          <a:xfrm>
            <a:off x="1263458" y="1851739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后台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424463" y="2635293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用户端网页抓包见密码。入口已下线，只留管理端。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424463" y="2282715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 Web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510318" y="4311080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出包快。安全面大、没 Mac 叙事。见 ADR-001。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510318" y="395850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 Electron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416774" y="5616401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Win+Mac 一套 QML。桌面 9443，不走网关 JSON。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416774" y="5263823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 Qt + TLS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228380" y="4977645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没批准 spec，不写业务码。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228380" y="4625067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硬门槛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架构与轨道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TWO SURFACES, ONE TRACK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476241" y="4186512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浏览器管授权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桌面直连 9443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125" y="4190958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30303 改不了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映射表对着两套 ID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02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280"/>
          <p:cNvCxnSpPr/>
          <p:nvPr/>
        </p:nvCxnSpPr>
        <p:spPr>
          <a:xfrm>
            <a:off x="3798627" y="3053387"/>
            <a:ext cx="14928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headEnd type="oval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81"/>
          <p:cNvCxnSpPr/>
          <p:nvPr/>
        </p:nvCxnSpPr>
        <p:spPr>
          <a:xfrm>
            <a:off x="6252377" y="2228979"/>
            <a:ext cx="16018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90"/>
          <p:cNvCxnSpPr/>
          <p:nvPr/>
        </p:nvCxnSpPr>
        <p:spPr>
          <a:xfrm>
            <a:off x="6972758" y="4421477"/>
            <a:ext cx="14928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91"/>
          <p:cNvCxnSpPr/>
          <p:nvPr/>
        </p:nvCxnSpPr>
        <p:spPr>
          <a:xfrm>
            <a:off x="4298013" y="5345925"/>
            <a:ext cx="16018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5"/>
          <p:cNvSpPr/>
          <p:nvPr/>
        </p:nvSpPr>
        <p:spPr bwMode="auto">
          <a:xfrm rot="3221378">
            <a:off x="5169712" y="2306299"/>
            <a:ext cx="2123488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272"/>
          <p:cNvSpPr/>
          <p:nvPr/>
        </p:nvSpPr>
        <p:spPr bwMode="auto">
          <a:xfrm rot="8621378">
            <a:off x="5909859" y="3311519"/>
            <a:ext cx="2123487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Freeform 5"/>
          <p:cNvSpPr/>
          <p:nvPr/>
        </p:nvSpPr>
        <p:spPr bwMode="auto">
          <a:xfrm rot="3221378">
            <a:off x="4906560" y="4050201"/>
            <a:ext cx="2123488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Freeform 274"/>
          <p:cNvSpPr/>
          <p:nvPr/>
        </p:nvSpPr>
        <p:spPr bwMode="auto">
          <a:xfrm rot="8621378">
            <a:off x="4166341" y="3043627"/>
            <a:ext cx="2123487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TextBox 275"/>
          <p:cNvSpPr txBox="1"/>
          <p:nvPr/>
        </p:nvSpPr>
        <p:spPr>
          <a:xfrm rot="3141781">
            <a:off x="5723663" y="2762201"/>
            <a:ext cx="1011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>管理端</a:t>
            </a:r>
            <a:endParaRPr lang="id-ID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28" name="TextBox 276"/>
          <p:cNvSpPr txBox="1"/>
          <p:nvPr/>
        </p:nvSpPr>
        <p:spPr>
          <a:xfrm rot="19519074">
            <a:off x="6457607" y="3776855"/>
            <a:ext cx="1011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>桌面</a:t>
            </a:r>
            <a:endParaRPr lang="id-ID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29" name="TextBox 277"/>
          <p:cNvSpPr txBox="1"/>
          <p:nvPr/>
        </p:nvSpPr>
        <p:spPr>
          <a:xfrm rot="3141781">
            <a:off x="5457186" y="4506101"/>
            <a:ext cx="1011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>隧道</a:t>
            </a:r>
            <a:endParaRPr lang="id-ID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30" name="TextBox 278"/>
          <p:cNvSpPr txBox="1"/>
          <p:nvPr/>
        </p:nvSpPr>
        <p:spPr>
          <a:xfrm rot="19519074">
            <a:off x="4721254" y="3507005"/>
            <a:ext cx="1011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>映射</a:t>
            </a:r>
            <a:endParaRPr lang="id-ID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现在的四块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FOUR PIECES, ONE SYSTEM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723415" y="4997108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Nginx → 网关 → yianlian。权限菜单沿用若依。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723415" y="4644530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管理端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197386" y="2419825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vpn-auth :9443。TLS 1.3 + Protobuf。契约在 proto/vpn。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197386" y="2067247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桌面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6822" y="4644530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易安联 Agent，HTTP，改不了。隧道仍走这里。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66822" y="429195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本地 30303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340793" y="2067247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*YianlianMapping。本地一条变更同步多台设备。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340793" y="1714669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两套 ID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8868602" y="3794269"/>
            <a:ext cx="266109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080988" y="3794269"/>
            <a:ext cx="266109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ïṡľíḑe"/>
          <p:cNvSpPr/>
          <p:nvPr/>
        </p:nvSpPr>
        <p:spPr bwMode="auto">
          <a:xfrm>
            <a:off x="4342712" y="1904002"/>
            <a:ext cx="3886120" cy="3879854"/>
          </a:xfrm>
          <a:custGeom>
            <a:avLst/>
            <a:gdLst>
              <a:gd name="connsiteX0" fmla="*/ 135672 w 609076"/>
              <a:gd name="connsiteY0" fmla="*/ 378765 h 608094"/>
              <a:gd name="connsiteX1" fmla="*/ 268220 w 609076"/>
              <a:gd name="connsiteY1" fmla="*/ 423490 h 608094"/>
              <a:gd name="connsiteX2" fmla="*/ 270801 w 609076"/>
              <a:gd name="connsiteY2" fmla="*/ 426343 h 608094"/>
              <a:gd name="connsiteX3" fmla="*/ 269787 w 609076"/>
              <a:gd name="connsiteY3" fmla="*/ 430116 h 608094"/>
              <a:gd name="connsiteX4" fmla="*/ 255408 w 609076"/>
              <a:gd name="connsiteY4" fmla="*/ 444380 h 608094"/>
              <a:gd name="connsiteX5" fmla="*/ 304538 w 609076"/>
              <a:gd name="connsiteY5" fmla="*/ 493430 h 608094"/>
              <a:gd name="connsiteX6" fmla="*/ 356341 w 609076"/>
              <a:gd name="connsiteY6" fmla="*/ 441619 h 608094"/>
              <a:gd name="connsiteX7" fmla="*/ 346478 w 609076"/>
              <a:gd name="connsiteY7" fmla="*/ 470699 h 608094"/>
              <a:gd name="connsiteX8" fmla="*/ 355511 w 609076"/>
              <a:gd name="connsiteY8" fmla="*/ 509534 h 608094"/>
              <a:gd name="connsiteX9" fmla="*/ 382426 w 609076"/>
              <a:gd name="connsiteY9" fmla="*/ 520669 h 608094"/>
              <a:gd name="connsiteX10" fmla="*/ 394778 w 609076"/>
              <a:gd name="connsiteY10" fmla="*/ 518645 h 608094"/>
              <a:gd name="connsiteX11" fmla="*/ 423629 w 609076"/>
              <a:gd name="connsiteY11" fmla="*/ 508890 h 608094"/>
              <a:gd name="connsiteX12" fmla="*/ 338182 w 609076"/>
              <a:gd name="connsiteY12" fmla="*/ 594198 h 608094"/>
              <a:gd name="connsiteX13" fmla="*/ 304538 w 609076"/>
              <a:gd name="connsiteY13" fmla="*/ 608094 h 608094"/>
              <a:gd name="connsiteX14" fmla="*/ 270894 w 609076"/>
              <a:gd name="connsiteY14" fmla="*/ 594198 h 608094"/>
              <a:gd name="connsiteX15" fmla="*/ 188120 w 609076"/>
              <a:gd name="connsiteY15" fmla="*/ 511559 h 608094"/>
              <a:gd name="connsiteX16" fmla="*/ 173832 w 609076"/>
              <a:gd name="connsiteY16" fmla="*/ 525915 h 608094"/>
              <a:gd name="connsiteX17" fmla="*/ 170053 w 609076"/>
              <a:gd name="connsiteY17" fmla="*/ 526927 h 608094"/>
              <a:gd name="connsiteX18" fmla="*/ 167288 w 609076"/>
              <a:gd name="connsiteY18" fmla="*/ 524350 h 608094"/>
              <a:gd name="connsiteX19" fmla="*/ 122398 w 609076"/>
              <a:gd name="connsiteY19" fmla="*/ 392017 h 608094"/>
              <a:gd name="connsiteX20" fmla="*/ 135672 w 609076"/>
              <a:gd name="connsiteY20" fmla="*/ 378765 h 608094"/>
              <a:gd name="connsiteX21" fmla="*/ 513252 w 609076"/>
              <a:gd name="connsiteY21" fmla="*/ 188723 h 608094"/>
              <a:gd name="connsiteX22" fmla="*/ 595111 w 609076"/>
              <a:gd name="connsiteY22" fmla="*/ 270462 h 608094"/>
              <a:gd name="connsiteX23" fmla="*/ 595111 w 609076"/>
              <a:gd name="connsiteY23" fmla="*/ 337658 h 608094"/>
              <a:gd name="connsiteX24" fmla="*/ 516017 w 609076"/>
              <a:gd name="connsiteY24" fmla="*/ 416635 h 608094"/>
              <a:gd name="connsiteX25" fmla="*/ 530398 w 609076"/>
              <a:gd name="connsiteY25" fmla="*/ 430995 h 608094"/>
              <a:gd name="connsiteX26" fmla="*/ 531412 w 609076"/>
              <a:gd name="connsiteY26" fmla="*/ 434677 h 608094"/>
              <a:gd name="connsiteX27" fmla="*/ 528831 w 609076"/>
              <a:gd name="connsiteY27" fmla="*/ 437530 h 608094"/>
              <a:gd name="connsiteX28" fmla="*/ 396271 w 609076"/>
              <a:gd name="connsiteY28" fmla="*/ 482266 h 608094"/>
              <a:gd name="connsiteX29" fmla="*/ 382997 w 609076"/>
              <a:gd name="connsiteY29" fmla="*/ 469011 h 608094"/>
              <a:gd name="connsiteX30" fmla="*/ 427798 w 609076"/>
              <a:gd name="connsiteY30" fmla="*/ 336645 h 608094"/>
              <a:gd name="connsiteX31" fmla="*/ 430655 w 609076"/>
              <a:gd name="connsiteY31" fmla="*/ 334068 h 608094"/>
              <a:gd name="connsiteX32" fmla="*/ 434343 w 609076"/>
              <a:gd name="connsiteY32" fmla="*/ 335172 h 608094"/>
              <a:gd name="connsiteX33" fmla="*/ 448631 w 609076"/>
              <a:gd name="connsiteY33" fmla="*/ 349440 h 608094"/>
              <a:gd name="connsiteX34" fmla="*/ 494170 w 609076"/>
              <a:gd name="connsiteY34" fmla="*/ 304060 h 608094"/>
              <a:gd name="connsiteX35" fmla="*/ 445958 w 609076"/>
              <a:gd name="connsiteY35" fmla="*/ 255919 h 608094"/>
              <a:gd name="connsiteX36" fmla="*/ 474996 w 609076"/>
              <a:gd name="connsiteY36" fmla="*/ 265768 h 608094"/>
              <a:gd name="connsiteX37" fmla="*/ 487164 w 609076"/>
              <a:gd name="connsiteY37" fmla="*/ 267701 h 608094"/>
              <a:gd name="connsiteX38" fmla="*/ 514082 w 609076"/>
              <a:gd name="connsiteY38" fmla="*/ 256563 h 608094"/>
              <a:gd name="connsiteX39" fmla="*/ 523116 w 609076"/>
              <a:gd name="connsiteY39" fmla="*/ 217719 h 608094"/>
              <a:gd name="connsiteX40" fmla="*/ 212828 w 609076"/>
              <a:gd name="connsiteY40" fmla="*/ 125789 h 608094"/>
              <a:gd name="connsiteX41" fmla="*/ 226102 w 609076"/>
              <a:gd name="connsiteY41" fmla="*/ 139043 h 608094"/>
              <a:gd name="connsiteX42" fmla="*/ 181209 w 609076"/>
              <a:gd name="connsiteY42" fmla="*/ 271491 h 608094"/>
              <a:gd name="connsiteX43" fmla="*/ 178351 w 609076"/>
              <a:gd name="connsiteY43" fmla="*/ 273976 h 608094"/>
              <a:gd name="connsiteX44" fmla="*/ 174664 w 609076"/>
              <a:gd name="connsiteY44" fmla="*/ 272964 h 608094"/>
              <a:gd name="connsiteX45" fmla="*/ 160376 w 609076"/>
              <a:gd name="connsiteY45" fmla="*/ 258697 h 608094"/>
              <a:gd name="connsiteX46" fmla="*/ 114929 w 609076"/>
              <a:gd name="connsiteY46" fmla="*/ 304074 h 608094"/>
              <a:gd name="connsiteX47" fmla="*/ 163141 w 609076"/>
              <a:gd name="connsiteY47" fmla="*/ 352212 h 608094"/>
              <a:gd name="connsiteX48" fmla="*/ 134011 w 609076"/>
              <a:gd name="connsiteY48" fmla="*/ 342363 h 608094"/>
              <a:gd name="connsiteX49" fmla="*/ 121843 w 609076"/>
              <a:gd name="connsiteY49" fmla="*/ 340338 h 608094"/>
              <a:gd name="connsiteX50" fmla="*/ 95202 w 609076"/>
              <a:gd name="connsiteY50" fmla="*/ 351383 h 608094"/>
              <a:gd name="connsiteX51" fmla="*/ 85891 w 609076"/>
              <a:gd name="connsiteY51" fmla="*/ 390317 h 608094"/>
              <a:gd name="connsiteX52" fmla="*/ 95755 w 609076"/>
              <a:gd name="connsiteY52" fmla="*/ 419402 h 608094"/>
              <a:gd name="connsiteX53" fmla="*/ 13896 w 609076"/>
              <a:gd name="connsiteY53" fmla="*/ 337669 h 608094"/>
              <a:gd name="connsiteX54" fmla="*/ 13896 w 609076"/>
              <a:gd name="connsiteY54" fmla="*/ 270478 h 608094"/>
              <a:gd name="connsiteX55" fmla="*/ 93082 w 609076"/>
              <a:gd name="connsiteY55" fmla="*/ 191414 h 608094"/>
              <a:gd name="connsiteX56" fmla="*/ 78701 w 609076"/>
              <a:gd name="connsiteY56" fmla="*/ 177148 h 608094"/>
              <a:gd name="connsiteX57" fmla="*/ 77687 w 609076"/>
              <a:gd name="connsiteY57" fmla="*/ 173466 h 608094"/>
              <a:gd name="connsiteX58" fmla="*/ 80268 w 609076"/>
              <a:gd name="connsiteY58" fmla="*/ 170613 h 608094"/>
              <a:gd name="connsiteX59" fmla="*/ 212828 w 609076"/>
              <a:gd name="connsiteY59" fmla="*/ 125789 h 608094"/>
              <a:gd name="connsiteX60" fmla="*/ 304478 w 609076"/>
              <a:gd name="connsiteY60" fmla="*/ 0 h 608094"/>
              <a:gd name="connsiteX61" fmla="*/ 338157 w 609076"/>
              <a:gd name="connsiteY61" fmla="*/ 13876 h 608094"/>
              <a:gd name="connsiteX62" fmla="*/ 420931 w 609076"/>
              <a:gd name="connsiteY62" fmla="*/ 96535 h 608094"/>
              <a:gd name="connsiteX63" fmla="*/ 435218 w 609076"/>
              <a:gd name="connsiteY63" fmla="*/ 82267 h 608094"/>
              <a:gd name="connsiteX64" fmla="*/ 438905 w 609076"/>
              <a:gd name="connsiteY64" fmla="*/ 81163 h 608094"/>
              <a:gd name="connsiteX65" fmla="*/ 441762 w 609076"/>
              <a:gd name="connsiteY65" fmla="*/ 83740 h 608094"/>
              <a:gd name="connsiteX66" fmla="*/ 486560 w 609076"/>
              <a:gd name="connsiteY66" fmla="*/ 216105 h 608094"/>
              <a:gd name="connsiteX67" fmla="*/ 473286 w 609076"/>
              <a:gd name="connsiteY67" fmla="*/ 229360 h 608094"/>
              <a:gd name="connsiteX68" fmla="*/ 340830 w 609076"/>
              <a:gd name="connsiteY68" fmla="*/ 184625 h 608094"/>
              <a:gd name="connsiteX69" fmla="*/ 338157 w 609076"/>
              <a:gd name="connsiteY69" fmla="*/ 181771 h 608094"/>
              <a:gd name="connsiteX70" fmla="*/ 339263 w 609076"/>
              <a:gd name="connsiteY70" fmla="*/ 178089 h 608094"/>
              <a:gd name="connsiteX71" fmla="*/ 353550 w 609076"/>
              <a:gd name="connsiteY71" fmla="*/ 163730 h 608094"/>
              <a:gd name="connsiteX72" fmla="*/ 304512 w 609076"/>
              <a:gd name="connsiteY72" fmla="*/ 114760 h 608094"/>
              <a:gd name="connsiteX73" fmla="*/ 252617 w 609076"/>
              <a:gd name="connsiteY73" fmla="*/ 166491 h 608094"/>
              <a:gd name="connsiteX74" fmla="*/ 262480 w 609076"/>
              <a:gd name="connsiteY74" fmla="*/ 137496 h 608094"/>
              <a:gd name="connsiteX75" fmla="*/ 253447 w 609076"/>
              <a:gd name="connsiteY75" fmla="*/ 98652 h 608094"/>
              <a:gd name="connsiteX76" fmla="*/ 226624 w 609076"/>
              <a:gd name="connsiteY76" fmla="*/ 87422 h 608094"/>
              <a:gd name="connsiteX77" fmla="*/ 214272 w 609076"/>
              <a:gd name="connsiteY77" fmla="*/ 89539 h 608094"/>
              <a:gd name="connsiteX78" fmla="*/ 185329 w 609076"/>
              <a:gd name="connsiteY78" fmla="*/ 99296 h 608094"/>
              <a:gd name="connsiteX79" fmla="*/ 270868 w 609076"/>
              <a:gd name="connsiteY79" fmla="*/ 13876 h 608094"/>
              <a:gd name="connsiteX80" fmla="*/ 304478 w 609076"/>
              <a:gd name="connsiteY80" fmla="*/ 0 h 60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609076" h="608094">
                <a:moveTo>
                  <a:pt x="135672" y="378765"/>
                </a:moveTo>
                <a:cubicBezTo>
                  <a:pt x="177243" y="392753"/>
                  <a:pt x="257159" y="419809"/>
                  <a:pt x="268220" y="423490"/>
                </a:cubicBezTo>
                <a:cubicBezTo>
                  <a:pt x="269511" y="423950"/>
                  <a:pt x="270525" y="425054"/>
                  <a:pt x="270801" y="426343"/>
                </a:cubicBezTo>
                <a:cubicBezTo>
                  <a:pt x="271078" y="427723"/>
                  <a:pt x="270709" y="429103"/>
                  <a:pt x="269787" y="430116"/>
                </a:cubicBezTo>
                <a:lnTo>
                  <a:pt x="255408" y="444380"/>
                </a:lnTo>
                <a:lnTo>
                  <a:pt x="304538" y="493430"/>
                </a:lnTo>
                <a:lnTo>
                  <a:pt x="356341" y="441619"/>
                </a:lnTo>
                <a:lnTo>
                  <a:pt x="346478" y="470699"/>
                </a:lnTo>
                <a:cubicBezTo>
                  <a:pt x="341869" y="484319"/>
                  <a:pt x="345280" y="499227"/>
                  <a:pt x="355511" y="509534"/>
                </a:cubicBezTo>
                <a:cubicBezTo>
                  <a:pt x="362793" y="516712"/>
                  <a:pt x="372287" y="520669"/>
                  <a:pt x="382426" y="520669"/>
                </a:cubicBezTo>
                <a:cubicBezTo>
                  <a:pt x="386574" y="520669"/>
                  <a:pt x="390722" y="520025"/>
                  <a:pt x="394778" y="518645"/>
                </a:cubicBezTo>
                <a:lnTo>
                  <a:pt x="423629" y="508890"/>
                </a:lnTo>
                <a:lnTo>
                  <a:pt x="338182" y="594198"/>
                </a:lnTo>
                <a:cubicBezTo>
                  <a:pt x="328872" y="603493"/>
                  <a:pt x="316705" y="608094"/>
                  <a:pt x="304538" y="608094"/>
                </a:cubicBezTo>
                <a:cubicBezTo>
                  <a:pt x="292371" y="608094"/>
                  <a:pt x="280111" y="603493"/>
                  <a:pt x="270894" y="594198"/>
                </a:cubicBezTo>
                <a:lnTo>
                  <a:pt x="188120" y="511559"/>
                </a:lnTo>
                <a:lnTo>
                  <a:pt x="173832" y="525915"/>
                </a:lnTo>
                <a:cubicBezTo>
                  <a:pt x="172818" y="526835"/>
                  <a:pt x="171436" y="527295"/>
                  <a:pt x="170053" y="526927"/>
                </a:cubicBezTo>
                <a:cubicBezTo>
                  <a:pt x="168763" y="526651"/>
                  <a:pt x="167657" y="525639"/>
                  <a:pt x="167288" y="524350"/>
                </a:cubicBezTo>
                <a:cubicBezTo>
                  <a:pt x="163232" y="512571"/>
                  <a:pt x="135856" y="431864"/>
                  <a:pt x="122398" y="392017"/>
                </a:cubicBezTo>
                <a:cubicBezTo>
                  <a:pt x="119633" y="383826"/>
                  <a:pt x="127468" y="376004"/>
                  <a:pt x="135672" y="378765"/>
                </a:cubicBezTo>
                <a:close/>
                <a:moveTo>
                  <a:pt x="513252" y="188723"/>
                </a:moveTo>
                <a:lnTo>
                  <a:pt x="595111" y="270462"/>
                </a:lnTo>
                <a:cubicBezTo>
                  <a:pt x="613732" y="288964"/>
                  <a:pt x="613732" y="319064"/>
                  <a:pt x="595111" y="337658"/>
                </a:cubicBezTo>
                <a:lnTo>
                  <a:pt x="516017" y="416635"/>
                </a:lnTo>
                <a:lnTo>
                  <a:pt x="530398" y="430995"/>
                </a:lnTo>
                <a:cubicBezTo>
                  <a:pt x="531320" y="431915"/>
                  <a:pt x="531689" y="433296"/>
                  <a:pt x="531412" y="434677"/>
                </a:cubicBezTo>
                <a:cubicBezTo>
                  <a:pt x="531043" y="435965"/>
                  <a:pt x="530122" y="437070"/>
                  <a:pt x="528831" y="437530"/>
                </a:cubicBezTo>
                <a:cubicBezTo>
                  <a:pt x="513160" y="442869"/>
                  <a:pt x="524130" y="439095"/>
                  <a:pt x="396271" y="482266"/>
                </a:cubicBezTo>
                <a:cubicBezTo>
                  <a:pt x="388067" y="485027"/>
                  <a:pt x="380231" y="477203"/>
                  <a:pt x="382997" y="469011"/>
                </a:cubicBezTo>
                <a:cubicBezTo>
                  <a:pt x="399313" y="420593"/>
                  <a:pt x="423004" y="350913"/>
                  <a:pt x="427798" y="336645"/>
                </a:cubicBezTo>
                <a:cubicBezTo>
                  <a:pt x="428259" y="335356"/>
                  <a:pt x="429365" y="334436"/>
                  <a:pt x="430655" y="334068"/>
                </a:cubicBezTo>
                <a:cubicBezTo>
                  <a:pt x="431946" y="333792"/>
                  <a:pt x="433421" y="334160"/>
                  <a:pt x="434343" y="335172"/>
                </a:cubicBezTo>
                <a:lnTo>
                  <a:pt x="448631" y="349440"/>
                </a:lnTo>
                <a:lnTo>
                  <a:pt x="494170" y="304060"/>
                </a:lnTo>
                <a:lnTo>
                  <a:pt x="445958" y="255919"/>
                </a:lnTo>
                <a:lnTo>
                  <a:pt x="474996" y="265768"/>
                </a:lnTo>
                <a:cubicBezTo>
                  <a:pt x="478775" y="267056"/>
                  <a:pt x="482924" y="267701"/>
                  <a:pt x="487164" y="267701"/>
                </a:cubicBezTo>
                <a:cubicBezTo>
                  <a:pt x="497212" y="267701"/>
                  <a:pt x="506983" y="263651"/>
                  <a:pt x="514082" y="256563"/>
                </a:cubicBezTo>
                <a:cubicBezTo>
                  <a:pt x="524037" y="246714"/>
                  <a:pt x="527725" y="231434"/>
                  <a:pt x="523116" y="217719"/>
                </a:cubicBezTo>
                <a:close/>
                <a:moveTo>
                  <a:pt x="212828" y="125789"/>
                </a:moveTo>
                <a:cubicBezTo>
                  <a:pt x="221032" y="123027"/>
                  <a:pt x="228868" y="130851"/>
                  <a:pt x="226102" y="139043"/>
                </a:cubicBezTo>
                <a:cubicBezTo>
                  <a:pt x="211445" y="182302"/>
                  <a:pt x="186095" y="257316"/>
                  <a:pt x="181209" y="271491"/>
                </a:cubicBezTo>
                <a:cubicBezTo>
                  <a:pt x="180840" y="272779"/>
                  <a:pt x="179734" y="273700"/>
                  <a:pt x="178351" y="273976"/>
                </a:cubicBezTo>
                <a:cubicBezTo>
                  <a:pt x="177061" y="274344"/>
                  <a:pt x="175678" y="273976"/>
                  <a:pt x="174664" y="272964"/>
                </a:cubicBezTo>
                <a:lnTo>
                  <a:pt x="160376" y="258697"/>
                </a:lnTo>
                <a:lnTo>
                  <a:pt x="114929" y="304074"/>
                </a:lnTo>
                <a:lnTo>
                  <a:pt x="163141" y="352212"/>
                </a:lnTo>
                <a:lnTo>
                  <a:pt x="134011" y="342363"/>
                </a:lnTo>
                <a:cubicBezTo>
                  <a:pt x="130232" y="341075"/>
                  <a:pt x="126083" y="340338"/>
                  <a:pt x="121843" y="340338"/>
                </a:cubicBezTo>
                <a:cubicBezTo>
                  <a:pt x="111795" y="340338"/>
                  <a:pt x="102300" y="344204"/>
                  <a:pt x="95202" y="351383"/>
                </a:cubicBezTo>
                <a:cubicBezTo>
                  <a:pt x="84785" y="361784"/>
                  <a:pt x="81282" y="376695"/>
                  <a:pt x="85891" y="390317"/>
                </a:cubicBezTo>
                <a:lnTo>
                  <a:pt x="95755" y="419402"/>
                </a:lnTo>
                <a:lnTo>
                  <a:pt x="13896" y="337669"/>
                </a:lnTo>
                <a:cubicBezTo>
                  <a:pt x="-4633" y="319077"/>
                  <a:pt x="-4633" y="288979"/>
                  <a:pt x="13896" y="270478"/>
                </a:cubicBezTo>
                <a:lnTo>
                  <a:pt x="93082" y="191414"/>
                </a:lnTo>
                <a:lnTo>
                  <a:pt x="78701" y="177148"/>
                </a:lnTo>
                <a:cubicBezTo>
                  <a:pt x="77779" y="176135"/>
                  <a:pt x="77318" y="174755"/>
                  <a:pt x="77687" y="173466"/>
                </a:cubicBezTo>
                <a:cubicBezTo>
                  <a:pt x="77963" y="172086"/>
                  <a:pt x="78978" y="170981"/>
                  <a:pt x="80268" y="170613"/>
                </a:cubicBezTo>
                <a:cubicBezTo>
                  <a:pt x="81098" y="170337"/>
                  <a:pt x="166183" y="141528"/>
                  <a:pt x="212828" y="125789"/>
                </a:cubicBezTo>
                <a:close/>
                <a:moveTo>
                  <a:pt x="304478" y="0"/>
                </a:moveTo>
                <a:cubicBezTo>
                  <a:pt x="316657" y="0"/>
                  <a:pt x="328847" y="4625"/>
                  <a:pt x="338157" y="13876"/>
                </a:cubicBezTo>
                <a:lnTo>
                  <a:pt x="420931" y="96535"/>
                </a:lnTo>
                <a:lnTo>
                  <a:pt x="435218" y="82267"/>
                </a:lnTo>
                <a:cubicBezTo>
                  <a:pt x="436140" y="81255"/>
                  <a:pt x="437522" y="80887"/>
                  <a:pt x="438905" y="81163"/>
                </a:cubicBezTo>
                <a:cubicBezTo>
                  <a:pt x="440287" y="81531"/>
                  <a:pt x="441301" y="82451"/>
                  <a:pt x="441762" y="83740"/>
                </a:cubicBezTo>
                <a:cubicBezTo>
                  <a:pt x="445634" y="95246"/>
                  <a:pt x="472272" y="173855"/>
                  <a:pt x="486560" y="216105"/>
                </a:cubicBezTo>
                <a:cubicBezTo>
                  <a:pt x="489325" y="224297"/>
                  <a:pt x="481490" y="232121"/>
                  <a:pt x="473286" y="229360"/>
                </a:cubicBezTo>
                <a:cubicBezTo>
                  <a:pt x="417059" y="210398"/>
                  <a:pt x="353734" y="188951"/>
                  <a:pt x="340830" y="184625"/>
                </a:cubicBezTo>
                <a:cubicBezTo>
                  <a:pt x="339447" y="184164"/>
                  <a:pt x="338525" y="183152"/>
                  <a:pt x="338157" y="181771"/>
                </a:cubicBezTo>
                <a:cubicBezTo>
                  <a:pt x="337880" y="180482"/>
                  <a:pt x="338249" y="179010"/>
                  <a:pt x="339263" y="178089"/>
                </a:cubicBezTo>
                <a:lnTo>
                  <a:pt x="353550" y="163730"/>
                </a:lnTo>
                <a:lnTo>
                  <a:pt x="304512" y="114760"/>
                </a:lnTo>
                <a:lnTo>
                  <a:pt x="252617" y="166491"/>
                </a:lnTo>
                <a:lnTo>
                  <a:pt x="262480" y="137496"/>
                </a:lnTo>
                <a:cubicBezTo>
                  <a:pt x="267181" y="123781"/>
                  <a:pt x="263678" y="108961"/>
                  <a:pt x="253447" y="98652"/>
                </a:cubicBezTo>
                <a:cubicBezTo>
                  <a:pt x="246165" y="91380"/>
                  <a:pt x="236671" y="87422"/>
                  <a:pt x="226624" y="87422"/>
                </a:cubicBezTo>
                <a:cubicBezTo>
                  <a:pt x="222384" y="87422"/>
                  <a:pt x="218236" y="88158"/>
                  <a:pt x="214272" y="89539"/>
                </a:cubicBezTo>
                <a:lnTo>
                  <a:pt x="185329" y="99296"/>
                </a:lnTo>
                <a:lnTo>
                  <a:pt x="270868" y="13876"/>
                </a:lnTo>
                <a:cubicBezTo>
                  <a:pt x="280132" y="4625"/>
                  <a:pt x="292299" y="0"/>
                  <a:pt x="304478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íṥḷîďê"/>
          <p:cNvSpPr/>
          <p:nvPr/>
        </p:nvSpPr>
        <p:spPr bwMode="auto">
          <a:xfrm>
            <a:off x="5884550" y="3647100"/>
            <a:ext cx="802444" cy="579065"/>
          </a:xfrm>
          <a:custGeom>
            <a:avLst/>
            <a:gdLst>
              <a:gd name="connsiteX0" fmla="*/ 91000 w 605879"/>
              <a:gd name="connsiteY0" fmla="*/ 173662 h 437224"/>
              <a:gd name="connsiteX1" fmla="*/ 331193 w 605879"/>
              <a:gd name="connsiteY1" fmla="*/ 173662 h 437224"/>
              <a:gd name="connsiteX2" fmla="*/ 342454 w 605879"/>
              <a:gd name="connsiteY2" fmla="*/ 184882 h 437224"/>
              <a:gd name="connsiteX3" fmla="*/ 331193 w 605879"/>
              <a:gd name="connsiteY3" fmla="*/ 196102 h 437224"/>
              <a:gd name="connsiteX4" fmla="*/ 91000 w 605879"/>
              <a:gd name="connsiteY4" fmla="*/ 196102 h 437224"/>
              <a:gd name="connsiteX5" fmla="*/ 79739 w 605879"/>
              <a:gd name="connsiteY5" fmla="*/ 184882 h 437224"/>
              <a:gd name="connsiteX6" fmla="*/ 91000 w 605879"/>
              <a:gd name="connsiteY6" fmla="*/ 173662 h 437224"/>
              <a:gd name="connsiteX7" fmla="*/ 421630 w 605879"/>
              <a:gd name="connsiteY7" fmla="*/ 131441 h 437224"/>
              <a:gd name="connsiteX8" fmla="*/ 423552 w 605879"/>
              <a:gd name="connsiteY8" fmla="*/ 152274 h 437224"/>
              <a:gd name="connsiteX9" fmla="*/ 275961 w 605879"/>
              <a:gd name="connsiteY9" fmla="*/ 300986 h 437224"/>
              <a:gd name="connsiteX10" fmla="*/ 408175 w 605879"/>
              <a:gd name="connsiteY10" fmla="*/ 358277 h 437224"/>
              <a:gd name="connsiteX11" fmla="*/ 418060 w 605879"/>
              <a:gd name="connsiteY11" fmla="*/ 365267 h 437224"/>
              <a:gd name="connsiteX12" fmla="*/ 488218 w 605879"/>
              <a:gd name="connsiteY12" fmla="*/ 410360 h 437224"/>
              <a:gd name="connsiteX13" fmla="*/ 474214 w 605879"/>
              <a:gd name="connsiteY13" fmla="*/ 363348 h 437224"/>
              <a:gd name="connsiteX14" fmla="*/ 482039 w 605879"/>
              <a:gd name="connsiteY14" fmla="*/ 349916 h 437224"/>
              <a:gd name="connsiteX15" fmla="*/ 583363 w 605879"/>
              <a:gd name="connsiteY15" fmla="*/ 244928 h 437224"/>
              <a:gd name="connsiteX16" fmla="*/ 421630 w 605879"/>
              <a:gd name="connsiteY16" fmla="*/ 131441 h 437224"/>
              <a:gd name="connsiteX17" fmla="*/ 75898 w 605879"/>
              <a:gd name="connsiteY17" fmla="*/ 120173 h 437224"/>
              <a:gd name="connsiteX18" fmla="*/ 340509 w 605879"/>
              <a:gd name="connsiteY18" fmla="*/ 120173 h 437224"/>
              <a:gd name="connsiteX19" fmla="*/ 351769 w 605879"/>
              <a:gd name="connsiteY19" fmla="*/ 131428 h 437224"/>
              <a:gd name="connsiteX20" fmla="*/ 340509 w 605879"/>
              <a:gd name="connsiteY20" fmla="*/ 142683 h 437224"/>
              <a:gd name="connsiteX21" fmla="*/ 75898 w 605879"/>
              <a:gd name="connsiteY21" fmla="*/ 142683 h 437224"/>
              <a:gd name="connsiteX22" fmla="*/ 64638 w 605879"/>
              <a:gd name="connsiteY22" fmla="*/ 131428 h 437224"/>
              <a:gd name="connsiteX23" fmla="*/ 75898 w 605879"/>
              <a:gd name="connsiteY23" fmla="*/ 120173 h 437224"/>
              <a:gd name="connsiteX24" fmla="*/ 210609 w 605879"/>
              <a:gd name="connsiteY24" fmla="*/ 22478 h 437224"/>
              <a:gd name="connsiteX25" fmla="*/ 22516 w 605879"/>
              <a:gd name="connsiteY25" fmla="*/ 153508 h 437224"/>
              <a:gd name="connsiteX26" fmla="*/ 139216 w 605879"/>
              <a:gd name="connsiteY26" fmla="*/ 274807 h 437224"/>
              <a:gd name="connsiteX27" fmla="*/ 147042 w 605879"/>
              <a:gd name="connsiteY27" fmla="*/ 288102 h 437224"/>
              <a:gd name="connsiteX28" fmla="*/ 130017 w 605879"/>
              <a:gd name="connsiteY28" fmla="*/ 344297 h 437224"/>
              <a:gd name="connsiteX29" fmla="*/ 214041 w 605879"/>
              <a:gd name="connsiteY29" fmla="*/ 291254 h 437224"/>
              <a:gd name="connsiteX30" fmla="*/ 223927 w 605879"/>
              <a:gd name="connsiteY30" fmla="*/ 284264 h 437224"/>
              <a:gd name="connsiteX31" fmla="*/ 398839 w 605879"/>
              <a:gd name="connsiteY31" fmla="*/ 152960 h 437224"/>
              <a:gd name="connsiteX32" fmla="*/ 369596 w 605879"/>
              <a:gd name="connsiteY32" fmla="*/ 80592 h 437224"/>
              <a:gd name="connsiteX33" fmla="*/ 210609 w 605879"/>
              <a:gd name="connsiteY33" fmla="*/ 22478 h 437224"/>
              <a:gd name="connsiteX34" fmla="*/ 210609 w 605879"/>
              <a:gd name="connsiteY34" fmla="*/ 0 h 437224"/>
              <a:gd name="connsiteX35" fmla="*/ 385796 w 605879"/>
              <a:gd name="connsiteY35" fmla="*/ 64967 h 437224"/>
              <a:gd name="connsiteX36" fmla="*/ 414079 w 605879"/>
              <a:gd name="connsiteY36" fmla="*/ 109100 h 437224"/>
              <a:gd name="connsiteX37" fmla="*/ 419845 w 605879"/>
              <a:gd name="connsiteY37" fmla="*/ 108963 h 437224"/>
              <a:gd name="connsiteX38" fmla="*/ 605879 w 605879"/>
              <a:gd name="connsiteY38" fmla="*/ 244928 h 437224"/>
              <a:gd name="connsiteX39" fmla="*/ 498515 w 605879"/>
              <a:gd name="connsiteY39" fmla="*/ 368420 h 437224"/>
              <a:gd name="connsiteX40" fmla="*/ 516088 w 605879"/>
              <a:gd name="connsiteY40" fmla="*/ 414609 h 437224"/>
              <a:gd name="connsiteX41" fmla="*/ 522953 w 605879"/>
              <a:gd name="connsiteY41" fmla="*/ 428178 h 437224"/>
              <a:gd name="connsiteX42" fmla="*/ 510185 w 605879"/>
              <a:gd name="connsiteY42" fmla="*/ 437224 h 437224"/>
              <a:gd name="connsiteX43" fmla="*/ 400487 w 605879"/>
              <a:gd name="connsiteY43" fmla="*/ 380344 h 437224"/>
              <a:gd name="connsiteX44" fmla="*/ 250836 w 605879"/>
              <a:gd name="connsiteY44" fmla="*/ 304275 h 437224"/>
              <a:gd name="connsiteX45" fmla="*/ 231752 w 605879"/>
              <a:gd name="connsiteY45" fmla="*/ 306331 h 437224"/>
              <a:gd name="connsiteX46" fmla="*/ 107639 w 605879"/>
              <a:gd name="connsiteY46" fmla="*/ 371161 h 437224"/>
              <a:gd name="connsiteX47" fmla="*/ 94596 w 605879"/>
              <a:gd name="connsiteY47" fmla="*/ 361978 h 437224"/>
              <a:gd name="connsiteX48" fmla="*/ 102009 w 605879"/>
              <a:gd name="connsiteY48" fmla="*/ 348135 h 437224"/>
              <a:gd name="connsiteX49" fmla="*/ 122741 w 605879"/>
              <a:gd name="connsiteY49" fmla="*/ 293173 h 437224"/>
              <a:gd name="connsiteX50" fmla="*/ 0 w 605879"/>
              <a:gd name="connsiteY50" fmla="*/ 153508 h 437224"/>
              <a:gd name="connsiteX51" fmla="*/ 210609 w 605879"/>
              <a:gd name="connsiteY51" fmla="*/ 0 h 43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879" h="437224">
                <a:moveTo>
                  <a:pt x="91000" y="173662"/>
                </a:moveTo>
                <a:lnTo>
                  <a:pt x="331193" y="173662"/>
                </a:lnTo>
                <a:cubicBezTo>
                  <a:pt x="337373" y="173662"/>
                  <a:pt x="342454" y="178725"/>
                  <a:pt x="342454" y="184882"/>
                </a:cubicBezTo>
                <a:cubicBezTo>
                  <a:pt x="342454" y="191040"/>
                  <a:pt x="337373" y="196102"/>
                  <a:pt x="331193" y="196102"/>
                </a:cubicBezTo>
                <a:lnTo>
                  <a:pt x="91000" y="196102"/>
                </a:lnTo>
                <a:cubicBezTo>
                  <a:pt x="84683" y="196102"/>
                  <a:pt x="79739" y="191040"/>
                  <a:pt x="79739" y="184882"/>
                </a:cubicBezTo>
                <a:cubicBezTo>
                  <a:pt x="79739" y="178725"/>
                  <a:pt x="84683" y="173662"/>
                  <a:pt x="91000" y="173662"/>
                </a:cubicBezTo>
                <a:close/>
                <a:moveTo>
                  <a:pt x="421630" y="131441"/>
                </a:moveTo>
                <a:cubicBezTo>
                  <a:pt x="423003" y="138294"/>
                  <a:pt x="423552" y="145284"/>
                  <a:pt x="423552" y="152274"/>
                </a:cubicBezTo>
                <a:cubicBezTo>
                  <a:pt x="423552" y="220668"/>
                  <a:pt x="362456" y="281249"/>
                  <a:pt x="275961" y="300986"/>
                </a:cubicBezTo>
                <a:cubicBezTo>
                  <a:pt x="302047" y="334017"/>
                  <a:pt x="350924" y="355536"/>
                  <a:pt x="408175" y="358277"/>
                </a:cubicBezTo>
                <a:cubicBezTo>
                  <a:pt x="412569" y="358551"/>
                  <a:pt x="416413" y="361293"/>
                  <a:pt x="418060" y="365267"/>
                </a:cubicBezTo>
                <a:cubicBezTo>
                  <a:pt x="427259" y="388019"/>
                  <a:pt x="463505" y="403370"/>
                  <a:pt x="488218" y="410360"/>
                </a:cubicBezTo>
                <a:cubicBezTo>
                  <a:pt x="483962" y="399944"/>
                  <a:pt x="479156" y="385004"/>
                  <a:pt x="474214" y="363348"/>
                </a:cubicBezTo>
                <a:cubicBezTo>
                  <a:pt x="472841" y="357455"/>
                  <a:pt x="476273" y="351698"/>
                  <a:pt x="482039" y="349916"/>
                </a:cubicBezTo>
                <a:cubicBezTo>
                  <a:pt x="543685" y="332236"/>
                  <a:pt x="583500" y="290980"/>
                  <a:pt x="583363" y="244928"/>
                </a:cubicBezTo>
                <a:cubicBezTo>
                  <a:pt x="583363" y="182839"/>
                  <a:pt x="511009" y="132126"/>
                  <a:pt x="421630" y="131441"/>
                </a:cubicBezTo>
                <a:close/>
                <a:moveTo>
                  <a:pt x="75898" y="120173"/>
                </a:moveTo>
                <a:lnTo>
                  <a:pt x="340509" y="120173"/>
                </a:lnTo>
                <a:cubicBezTo>
                  <a:pt x="346826" y="120173"/>
                  <a:pt x="351769" y="125114"/>
                  <a:pt x="351769" y="131428"/>
                </a:cubicBezTo>
                <a:cubicBezTo>
                  <a:pt x="351769" y="137604"/>
                  <a:pt x="346826" y="142683"/>
                  <a:pt x="340509" y="142683"/>
                </a:cubicBezTo>
                <a:lnTo>
                  <a:pt x="75898" y="142683"/>
                </a:lnTo>
                <a:cubicBezTo>
                  <a:pt x="69719" y="142683"/>
                  <a:pt x="64638" y="137604"/>
                  <a:pt x="64638" y="131428"/>
                </a:cubicBezTo>
                <a:cubicBezTo>
                  <a:pt x="64638" y="125114"/>
                  <a:pt x="69719" y="120173"/>
                  <a:pt x="75898" y="120173"/>
                </a:cubicBezTo>
                <a:close/>
                <a:moveTo>
                  <a:pt x="210609" y="22478"/>
                </a:moveTo>
                <a:cubicBezTo>
                  <a:pt x="106952" y="22478"/>
                  <a:pt x="22516" y="81277"/>
                  <a:pt x="22516" y="153508"/>
                </a:cubicBezTo>
                <a:cubicBezTo>
                  <a:pt x="22516" y="206688"/>
                  <a:pt x="68372" y="254385"/>
                  <a:pt x="139216" y="274807"/>
                </a:cubicBezTo>
                <a:cubicBezTo>
                  <a:pt x="144983" y="276452"/>
                  <a:pt x="148415" y="282208"/>
                  <a:pt x="147042" y="288102"/>
                </a:cubicBezTo>
                <a:cubicBezTo>
                  <a:pt x="140864" y="314966"/>
                  <a:pt x="135097" y="332647"/>
                  <a:pt x="130017" y="344297"/>
                </a:cubicBezTo>
                <a:cubicBezTo>
                  <a:pt x="158437" y="336622"/>
                  <a:pt x="203058" y="318667"/>
                  <a:pt x="214041" y="291254"/>
                </a:cubicBezTo>
                <a:cubicBezTo>
                  <a:pt x="215689" y="287280"/>
                  <a:pt x="219533" y="284538"/>
                  <a:pt x="223927" y="284264"/>
                </a:cubicBezTo>
                <a:cubicBezTo>
                  <a:pt x="320170" y="279604"/>
                  <a:pt x="395407" y="223135"/>
                  <a:pt x="398839" y="152960"/>
                </a:cubicBezTo>
                <a:cubicBezTo>
                  <a:pt x="400075" y="126918"/>
                  <a:pt x="389915" y="101836"/>
                  <a:pt x="369596" y="80592"/>
                </a:cubicBezTo>
                <a:cubicBezTo>
                  <a:pt x="334860" y="44133"/>
                  <a:pt x="275412" y="22478"/>
                  <a:pt x="210609" y="22478"/>
                </a:cubicBezTo>
                <a:close/>
                <a:moveTo>
                  <a:pt x="210609" y="0"/>
                </a:moveTo>
                <a:cubicBezTo>
                  <a:pt x="281453" y="0"/>
                  <a:pt x="346942" y="24260"/>
                  <a:pt x="385796" y="64967"/>
                </a:cubicBezTo>
                <a:cubicBezTo>
                  <a:pt x="398702" y="78536"/>
                  <a:pt x="408175" y="93338"/>
                  <a:pt x="414079" y="109100"/>
                </a:cubicBezTo>
                <a:cubicBezTo>
                  <a:pt x="416001" y="108963"/>
                  <a:pt x="417923" y="108963"/>
                  <a:pt x="419845" y="108963"/>
                </a:cubicBezTo>
                <a:cubicBezTo>
                  <a:pt x="522404" y="108963"/>
                  <a:pt x="606016" y="169955"/>
                  <a:pt x="605879" y="244928"/>
                </a:cubicBezTo>
                <a:cubicBezTo>
                  <a:pt x="605879" y="298519"/>
                  <a:pt x="564141" y="346079"/>
                  <a:pt x="498515" y="368420"/>
                </a:cubicBezTo>
                <a:cubicBezTo>
                  <a:pt x="506066" y="398025"/>
                  <a:pt x="512931" y="412279"/>
                  <a:pt x="516088" y="414609"/>
                </a:cubicBezTo>
                <a:cubicBezTo>
                  <a:pt x="524601" y="418858"/>
                  <a:pt x="523228" y="426671"/>
                  <a:pt x="522953" y="428178"/>
                </a:cubicBezTo>
                <a:cubicBezTo>
                  <a:pt x="522541" y="429686"/>
                  <a:pt x="520207" y="437224"/>
                  <a:pt x="510185" y="437224"/>
                </a:cubicBezTo>
                <a:cubicBezTo>
                  <a:pt x="497828" y="437224"/>
                  <a:pt x="423689" y="421325"/>
                  <a:pt x="400487" y="380344"/>
                </a:cubicBezTo>
                <a:cubicBezTo>
                  <a:pt x="333899" y="375410"/>
                  <a:pt x="277746" y="346764"/>
                  <a:pt x="250836" y="304275"/>
                </a:cubicBezTo>
                <a:cubicBezTo>
                  <a:pt x="244521" y="305098"/>
                  <a:pt x="238205" y="305783"/>
                  <a:pt x="231752" y="306331"/>
                </a:cubicBezTo>
                <a:cubicBezTo>
                  <a:pt x="206216" y="353069"/>
                  <a:pt x="121643" y="371161"/>
                  <a:pt x="107639" y="371161"/>
                </a:cubicBezTo>
                <a:cubicBezTo>
                  <a:pt x="97616" y="371161"/>
                  <a:pt x="95145" y="364171"/>
                  <a:pt x="94596" y="361978"/>
                </a:cubicBezTo>
                <a:cubicBezTo>
                  <a:pt x="94184" y="360470"/>
                  <a:pt x="92948" y="352658"/>
                  <a:pt x="102009" y="348135"/>
                </a:cubicBezTo>
                <a:cubicBezTo>
                  <a:pt x="105030" y="345942"/>
                  <a:pt x="113130" y="331550"/>
                  <a:pt x="122741" y="293173"/>
                </a:cubicBezTo>
                <a:cubicBezTo>
                  <a:pt x="47778" y="268228"/>
                  <a:pt x="0" y="214226"/>
                  <a:pt x="0" y="153508"/>
                </a:cubicBezTo>
                <a:cubicBezTo>
                  <a:pt x="0" y="68804"/>
                  <a:pt x="94458" y="0"/>
                  <a:pt x="21060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定框架时转这一圈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CONSTRAINT  -&gt;  OPTIONS  -&gt;  DECISION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íşḻiḓe"/>
          <p:cNvSpPr/>
          <p:nvPr/>
        </p:nvSpPr>
        <p:spPr bwMode="auto">
          <a:xfrm>
            <a:off x="868944" y="4667970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没有人批准的 spec，不写业务码。这是硬门槛。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ïsļïdé"/>
          <p:cNvSpPr txBox="1"/>
          <p:nvPr/>
        </p:nvSpPr>
        <p:spPr bwMode="auto">
          <a:xfrm>
            <a:off x="868944" y="4226165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未批不写码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íşḻiḓe"/>
          <p:cNvSpPr/>
          <p:nvPr/>
        </p:nvSpPr>
        <p:spPr bwMode="auto">
          <a:xfrm>
            <a:off x="868944" y="2504484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一人、Java 8 / C++、必须 Win+Mac、必须过抓包、30303 不能改。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ïsļïdé"/>
          <p:cNvSpPr txBox="1"/>
          <p:nvPr/>
        </p:nvSpPr>
        <p:spPr bwMode="auto">
          <a:xfrm>
            <a:off x="868944" y="2062679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人给约束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íşḻiḓe"/>
          <p:cNvSpPr/>
          <p:nvPr/>
        </p:nvSpPr>
        <p:spPr bwMode="auto">
          <a:xfrm>
            <a:off x="8902824" y="4667970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选哪个、为何不选其他，写成 ADR / spec。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ïsļïdé"/>
          <p:cNvSpPr txBox="1"/>
          <p:nvPr/>
        </p:nvSpPr>
        <p:spPr bwMode="auto">
          <a:xfrm>
            <a:off x="8902824" y="4226165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人拍板落盘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íşḻiḓe"/>
          <p:cNvSpPr/>
          <p:nvPr/>
        </p:nvSpPr>
        <p:spPr bwMode="auto">
          <a:xfrm>
            <a:off x="8902824" y="2504484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怎么切模块、用哪套栈、风险。不要只问「怎么做」。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ïsļïdé"/>
          <p:cNvSpPr txBox="1"/>
          <p:nvPr/>
        </p:nvSpPr>
        <p:spPr bwMode="auto">
          <a:xfrm>
            <a:off x="8902824" y="2062679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列 2～3 案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3" name="Freeform 5"/>
          <p:cNvSpPr/>
          <p:nvPr/>
        </p:nvSpPr>
        <p:spPr bwMode="auto">
          <a:xfrm>
            <a:off x="6108700" y="3360737"/>
            <a:ext cx="631825" cy="923925"/>
          </a:xfrm>
          <a:custGeom>
            <a:avLst/>
            <a:gdLst>
              <a:gd name="T0" fmla="*/ 623857876 w 433"/>
              <a:gd name="T1" fmla="*/ 199000350 h 635"/>
              <a:gd name="T2" fmla="*/ 711154787 w 433"/>
              <a:gd name="T3" fmla="*/ 169362000 h 635"/>
              <a:gd name="T4" fmla="*/ 853811534 w 433"/>
              <a:gd name="T5" fmla="*/ 249808950 h 635"/>
              <a:gd name="T6" fmla="*/ 921946491 w 433"/>
              <a:gd name="T7" fmla="*/ 249808950 h 635"/>
              <a:gd name="T8" fmla="*/ 921946491 w 433"/>
              <a:gd name="T9" fmla="*/ 0 h 635"/>
              <a:gd name="T10" fmla="*/ 0 w 433"/>
              <a:gd name="T11" fmla="*/ 0 h 635"/>
              <a:gd name="T12" fmla="*/ 0 w 433"/>
              <a:gd name="T13" fmla="*/ 980182575 h 635"/>
              <a:gd name="T14" fmla="*/ 336413981 w 433"/>
              <a:gd name="T15" fmla="*/ 980182575 h 635"/>
              <a:gd name="T16" fmla="*/ 359835281 w 433"/>
              <a:gd name="T17" fmla="*/ 1003469850 h 635"/>
              <a:gd name="T18" fmla="*/ 359835281 w 433"/>
              <a:gd name="T19" fmla="*/ 1117789200 h 635"/>
              <a:gd name="T20" fmla="*/ 351319506 w 433"/>
              <a:gd name="T21" fmla="*/ 1136842425 h 635"/>
              <a:gd name="T22" fmla="*/ 274667314 w 433"/>
              <a:gd name="T23" fmla="*/ 1240576650 h 635"/>
              <a:gd name="T24" fmla="*/ 300217558 w 433"/>
              <a:gd name="T25" fmla="*/ 1310438475 h 635"/>
              <a:gd name="T26" fmla="*/ 389644872 w 433"/>
              <a:gd name="T27" fmla="*/ 1344310875 h 635"/>
              <a:gd name="T28" fmla="*/ 532301619 w 433"/>
              <a:gd name="T29" fmla="*/ 1257512850 h 635"/>
              <a:gd name="T30" fmla="*/ 447133652 w 433"/>
              <a:gd name="T31" fmla="*/ 1128374325 h 635"/>
              <a:gd name="T32" fmla="*/ 434358529 w 433"/>
              <a:gd name="T33" fmla="*/ 1109321100 h 635"/>
              <a:gd name="T34" fmla="*/ 434358529 w 433"/>
              <a:gd name="T35" fmla="*/ 997118775 h 635"/>
              <a:gd name="T36" fmla="*/ 457779830 w 433"/>
              <a:gd name="T37" fmla="*/ 973831500 h 635"/>
              <a:gd name="T38" fmla="*/ 921946491 w 433"/>
              <a:gd name="T39" fmla="*/ 973831500 h 635"/>
              <a:gd name="T40" fmla="*/ 921946491 w 433"/>
              <a:gd name="T41" fmla="*/ 421287975 h 635"/>
              <a:gd name="T42" fmla="*/ 872974946 w 433"/>
              <a:gd name="T43" fmla="*/ 421287975 h 635"/>
              <a:gd name="T44" fmla="*/ 719672022 w 433"/>
              <a:gd name="T45" fmla="*/ 514437075 h 635"/>
              <a:gd name="T46" fmla="*/ 574886332 w 433"/>
              <a:gd name="T47" fmla="*/ 340841025 h 635"/>
              <a:gd name="T48" fmla="*/ 623857876 w 433"/>
              <a:gd name="T49" fmla="*/ 199000350 h 635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433" h="635">
                <a:moveTo>
                  <a:pt x="293" y="94"/>
                </a:moveTo>
                <a:cubicBezTo>
                  <a:pt x="304" y="84"/>
                  <a:pt x="318" y="79"/>
                  <a:pt x="334" y="80"/>
                </a:cubicBezTo>
                <a:cubicBezTo>
                  <a:pt x="360" y="81"/>
                  <a:pt x="391" y="108"/>
                  <a:pt x="401" y="118"/>
                </a:cubicBezTo>
                <a:cubicBezTo>
                  <a:pt x="433" y="118"/>
                  <a:pt x="433" y="118"/>
                  <a:pt x="433" y="118"/>
                </a:cubicBezTo>
                <a:cubicBezTo>
                  <a:pt x="433" y="0"/>
                  <a:pt x="433" y="0"/>
                  <a:pt x="43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63"/>
                  <a:pt x="0" y="463"/>
                  <a:pt x="0" y="463"/>
                </a:cubicBezTo>
                <a:cubicBezTo>
                  <a:pt x="158" y="463"/>
                  <a:pt x="158" y="463"/>
                  <a:pt x="158" y="463"/>
                </a:cubicBezTo>
                <a:cubicBezTo>
                  <a:pt x="164" y="463"/>
                  <a:pt x="169" y="468"/>
                  <a:pt x="169" y="474"/>
                </a:cubicBezTo>
                <a:cubicBezTo>
                  <a:pt x="169" y="528"/>
                  <a:pt x="169" y="528"/>
                  <a:pt x="169" y="528"/>
                </a:cubicBezTo>
                <a:cubicBezTo>
                  <a:pt x="169" y="532"/>
                  <a:pt x="168" y="535"/>
                  <a:pt x="165" y="537"/>
                </a:cubicBezTo>
                <a:cubicBezTo>
                  <a:pt x="156" y="544"/>
                  <a:pt x="130" y="568"/>
                  <a:pt x="129" y="586"/>
                </a:cubicBezTo>
                <a:cubicBezTo>
                  <a:pt x="129" y="598"/>
                  <a:pt x="133" y="611"/>
                  <a:pt x="141" y="619"/>
                </a:cubicBezTo>
                <a:cubicBezTo>
                  <a:pt x="151" y="630"/>
                  <a:pt x="166" y="635"/>
                  <a:pt x="183" y="635"/>
                </a:cubicBezTo>
                <a:cubicBezTo>
                  <a:pt x="207" y="635"/>
                  <a:pt x="248" y="630"/>
                  <a:pt x="250" y="594"/>
                </a:cubicBezTo>
                <a:cubicBezTo>
                  <a:pt x="253" y="560"/>
                  <a:pt x="210" y="533"/>
                  <a:pt x="210" y="533"/>
                </a:cubicBezTo>
                <a:cubicBezTo>
                  <a:pt x="206" y="531"/>
                  <a:pt x="204" y="527"/>
                  <a:pt x="204" y="524"/>
                </a:cubicBezTo>
                <a:cubicBezTo>
                  <a:pt x="204" y="471"/>
                  <a:pt x="204" y="471"/>
                  <a:pt x="204" y="471"/>
                </a:cubicBezTo>
                <a:cubicBezTo>
                  <a:pt x="204" y="465"/>
                  <a:pt x="209" y="460"/>
                  <a:pt x="215" y="460"/>
                </a:cubicBezTo>
                <a:cubicBezTo>
                  <a:pt x="433" y="460"/>
                  <a:pt x="433" y="460"/>
                  <a:pt x="433" y="460"/>
                </a:cubicBezTo>
                <a:cubicBezTo>
                  <a:pt x="433" y="199"/>
                  <a:pt x="433" y="199"/>
                  <a:pt x="433" y="199"/>
                </a:cubicBezTo>
                <a:cubicBezTo>
                  <a:pt x="410" y="199"/>
                  <a:pt x="410" y="199"/>
                  <a:pt x="410" y="199"/>
                </a:cubicBezTo>
                <a:cubicBezTo>
                  <a:pt x="399" y="211"/>
                  <a:pt x="368" y="243"/>
                  <a:pt x="338" y="243"/>
                </a:cubicBezTo>
                <a:cubicBezTo>
                  <a:pt x="305" y="243"/>
                  <a:pt x="270" y="222"/>
                  <a:pt x="270" y="161"/>
                </a:cubicBezTo>
                <a:cubicBezTo>
                  <a:pt x="270" y="124"/>
                  <a:pt x="282" y="104"/>
                  <a:pt x="293" y="94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4" name="Freeform 6"/>
          <p:cNvSpPr/>
          <p:nvPr/>
        </p:nvSpPr>
        <p:spPr bwMode="auto">
          <a:xfrm>
            <a:off x="5443539" y="3360737"/>
            <a:ext cx="633413" cy="674688"/>
          </a:xfrm>
          <a:custGeom>
            <a:avLst/>
            <a:gdLst>
              <a:gd name="T0" fmla="*/ 922326502 w 435"/>
              <a:gd name="T1" fmla="*/ 0 h 463"/>
              <a:gd name="T2" fmla="*/ 4240227 w 435"/>
              <a:gd name="T3" fmla="*/ 0 h 463"/>
              <a:gd name="T4" fmla="*/ 4240227 w 435"/>
              <a:gd name="T5" fmla="*/ 239951403 h 463"/>
              <a:gd name="T6" fmla="*/ 67849453 w 435"/>
              <a:gd name="T7" fmla="*/ 239951403 h 463"/>
              <a:gd name="T8" fmla="*/ 220510723 w 435"/>
              <a:gd name="T9" fmla="*/ 148642655 h 463"/>
              <a:gd name="T10" fmla="*/ 351967946 w 435"/>
              <a:gd name="T11" fmla="*/ 327012385 h 463"/>
              <a:gd name="T12" fmla="*/ 307442653 w 435"/>
              <a:gd name="T13" fmla="*/ 465037812 h 463"/>
              <a:gd name="T14" fmla="*/ 212028813 w 435"/>
              <a:gd name="T15" fmla="*/ 496889497 h 463"/>
              <a:gd name="T16" fmla="*/ 72089680 w 435"/>
              <a:gd name="T17" fmla="*/ 407703904 h 463"/>
              <a:gd name="T18" fmla="*/ 0 w 435"/>
              <a:gd name="T19" fmla="*/ 407703904 h 463"/>
              <a:gd name="T20" fmla="*/ 0 w 435"/>
              <a:gd name="T21" fmla="*/ 938569697 h 463"/>
              <a:gd name="T22" fmla="*/ 19082477 w 435"/>
              <a:gd name="T23" fmla="*/ 983161765 h 463"/>
              <a:gd name="T24" fmla="*/ 922326502 w 435"/>
              <a:gd name="T25" fmla="*/ 983161765 h 463"/>
              <a:gd name="T26" fmla="*/ 922326502 w 435"/>
              <a:gd name="T27" fmla="*/ 0 h 46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435" h="463">
                <a:moveTo>
                  <a:pt x="435" y="0"/>
                </a:moveTo>
                <a:cubicBezTo>
                  <a:pt x="2" y="0"/>
                  <a:pt x="2" y="0"/>
                  <a:pt x="2" y="0"/>
                </a:cubicBezTo>
                <a:cubicBezTo>
                  <a:pt x="2" y="113"/>
                  <a:pt x="2" y="113"/>
                  <a:pt x="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40" y="99"/>
                  <a:pt x="61" y="69"/>
                  <a:pt x="104" y="70"/>
                </a:cubicBezTo>
                <a:cubicBezTo>
                  <a:pt x="166" y="72"/>
                  <a:pt x="166" y="134"/>
                  <a:pt x="166" y="154"/>
                </a:cubicBezTo>
                <a:cubicBezTo>
                  <a:pt x="166" y="184"/>
                  <a:pt x="159" y="205"/>
                  <a:pt x="145" y="219"/>
                </a:cubicBezTo>
                <a:cubicBezTo>
                  <a:pt x="134" y="229"/>
                  <a:pt x="119" y="234"/>
                  <a:pt x="100" y="234"/>
                </a:cubicBezTo>
                <a:cubicBezTo>
                  <a:pt x="63" y="233"/>
                  <a:pt x="42" y="209"/>
                  <a:pt x="34" y="192"/>
                </a:cubicBezTo>
                <a:cubicBezTo>
                  <a:pt x="0" y="192"/>
                  <a:pt x="0" y="192"/>
                  <a:pt x="0" y="192"/>
                </a:cubicBezTo>
                <a:cubicBezTo>
                  <a:pt x="0" y="442"/>
                  <a:pt x="0" y="442"/>
                  <a:pt x="0" y="442"/>
                </a:cubicBezTo>
                <a:cubicBezTo>
                  <a:pt x="4" y="449"/>
                  <a:pt x="7" y="456"/>
                  <a:pt x="9" y="463"/>
                </a:cubicBezTo>
                <a:cubicBezTo>
                  <a:pt x="435" y="463"/>
                  <a:pt x="435" y="463"/>
                  <a:pt x="435" y="463"/>
                </a:cubicBezTo>
                <a:lnTo>
                  <a:pt x="435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5" name="Freeform 7"/>
          <p:cNvSpPr/>
          <p:nvPr/>
        </p:nvSpPr>
        <p:spPr bwMode="auto">
          <a:xfrm>
            <a:off x="5446714" y="1971676"/>
            <a:ext cx="1622425" cy="896937"/>
          </a:xfrm>
          <a:custGeom>
            <a:avLst/>
            <a:gdLst>
              <a:gd name="T0" fmla="*/ 0 w 1114"/>
              <a:gd name="T1" fmla="*/ 943459378 h 616"/>
              <a:gd name="T2" fmla="*/ 394523077 w 1114"/>
              <a:gd name="T3" fmla="*/ 943459378 h 616"/>
              <a:gd name="T4" fmla="*/ 417854539 w 1114"/>
              <a:gd name="T5" fmla="*/ 966781222 h 616"/>
              <a:gd name="T6" fmla="*/ 417854539 w 1114"/>
              <a:gd name="T7" fmla="*/ 1083388987 h 616"/>
              <a:gd name="T8" fmla="*/ 407249065 w 1114"/>
              <a:gd name="T9" fmla="*/ 1104590796 h 616"/>
              <a:gd name="T10" fmla="*/ 341495704 w 1114"/>
              <a:gd name="T11" fmla="*/ 1197876716 h 616"/>
              <a:gd name="T12" fmla="*/ 451791476 w 1114"/>
              <a:gd name="T13" fmla="*/ 1306002883 h 616"/>
              <a:gd name="T14" fmla="*/ 591783160 w 1114"/>
              <a:gd name="T15" fmla="*/ 1210596927 h 616"/>
              <a:gd name="T16" fmla="*/ 509061331 w 1114"/>
              <a:gd name="T17" fmla="*/ 1100349269 h 616"/>
              <a:gd name="T18" fmla="*/ 494213375 w 1114"/>
              <a:gd name="T19" fmla="*/ 1077028881 h 616"/>
              <a:gd name="T20" fmla="*/ 496335344 w 1114"/>
              <a:gd name="T21" fmla="*/ 971021293 h 616"/>
              <a:gd name="T22" fmla="*/ 519666805 w 1114"/>
              <a:gd name="T23" fmla="*/ 949820940 h 616"/>
              <a:gd name="T24" fmla="*/ 1372344352 w 1114"/>
              <a:gd name="T25" fmla="*/ 949820940 h 616"/>
              <a:gd name="T26" fmla="*/ 1372344352 w 1114"/>
              <a:gd name="T27" fmla="*/ 873495302 h 616"/>
              <a:gd name="T28" fmla="*/ 1283259530 w 1114"/>
              <a:gd name="T29" fmla="*/ 718725447 h 616"/>
              <a:gd name="T30" fmla="*/ 1448703188 w 1114"/>
              <a:gd name="T31" fmla="*/ 591517506 h 616"/>
              <a:gd name="T32" fmla="*/ 1626875746 w 1114"/>
              <a:gd name="T33" fmla="*/ 716605412 h 616"/>
              <a:gd name="T34" fmla="*/ 1544152460 w 1114"/>
              <a:gd name="T35" fmla="*/ 875615338 h 616"/>
              <a:gd name="T36" fmla="*/ 1544152460 w 1114"/>
              <a:gd name="T37" fmla="*/ 945579414 h 616"/>
              <a:gd name="T38" fmla="*/ 2147483646 w 1114"/>
              <a:gd name="T39" fmla="*/ 945579414 h 616"/>
              <a:gd name="T40" fmla="*/ 2019276854 w 1114"/>
              <a:gd name="T41" fmla="*/ 432507581 h 616"/>
              <a:gd name="T42" fmla="*/ 975700762 w 1114"/>
              <a:gd name="T43" fmla="*/ 4240071 h 616"/>
              <a:gd name="T44" fmla="*/ 0 w 1114"/>
              <a:gd name="T45" fmla="*/ 313779781 h 616"/>
              <a:gd name="T46" fmla="*/ 0 w 1114"/>
              <a:gd name="T47" fmla="*/ 943459378 h 61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1114" h="616">
                <a:moveTo>
                  <a:pt x="0" y="445"/>
                </a:moveTo>
                <a:cubicBezTo>
                  <a:pt x="186" y="445"/>
                  <a:pt x="186" y="445"/>
                  <a:pt x="186" y="445"/>
                </a:cubicBezTo>
                <a:cubicBezTo>
                  <a:pt x="192" y="445"/>
                  <a:pt x="197" y="449"/>
                  <a:pt x="197" y="456"/>
                </a:cubicBezTo>
                <a:cubicBezTo>
                  <a:pt x="197" y="511"/>
                  <a:pt x="197" y="511"/>
                  <a:pt x="197" y="511"/>
                </a:cubicBezTo>
                <a:cubicBezTo>
                  <a:pt x="197" y="515"/>
                  <a:pt x="196" y="519"/>
                  <a:pt x="192" y="521"/>
                </a:cubicBezTo>
                <a:cubicBezTo>
                  <a:pt x="184" y="526"/>
                  <a:pt x="161" y="546"/>
                  <a:pt x="161" y="565"/>
                </a:cubicBezTo>
                <a:cubicBezTo>
                  <a:pt x="161" y="591"/>
                  <a:pt x="179" y="616"/>
                  <a:pt x="213" y="616"/>
                </a:cubicBezTo>
                <a:cubicBezTo>
                  <a:pt x="249" y="616"/>
                  <a:pt x="278" y="597"/>
                  <a:pt x="279" y="571"/>
                </a:cubicBezTo>
                <a:cubicBezTo>
                  <a:pt x="280" y="534"/>
                  <a:pt x="240" y="519"/>
                  <a:pt x="240" y="519"/>
                </a:cubicBezTo>
                <a:cubicBezTo>
                  <a:pt x="235" y="517"/>
                  <a:pt x="232" y="513"/>
                  <a:pt x="233" y="508"/>
                </a:cubicBezTo>
                <a:cubicBezTo>
                  <a:pt x="234" y="458"/>
                  <a:pt x="234" y="458"/>
                  <a:pt x="234" y="458"/>
                </a:cubicBezTo>
                <a:cubicBezTo>
                  <a:pt x="234" y="452"/>
                  <a:pt x="239" y="448"/>
                  <a:pt x="245" y="448"/>
                </a:cubicBezTo>
                <a:cubicBezTo>
                  <a:pt x="647" y="448"/>
                  <a:pt x="647" y="448"/>
                  <a:pt x="647" y="448"/>
                </a:cubicBezTo>
                <a:cubicBezTo>
                  <a:pt x="647" y="412"/>
                  <a:pt x="647" y="412"/>
                  <a:pt x="647" y="412"/>
                </a:cubicBezTo>
                <a:cubicBezTo>
                  <a:pt x="634" y="404"/>
                  <a:pt x="605" y="380"/>
                  <a:pt x="605" y="339"/>
                </a:cubicBezTo>
                <a:cubicBezTo>
                  <a:pt x="605" y="298"/>
                  <a:pt x="646" y="279"/>
                  <a:pt x="683" y="279"/>
                </a:cubicBezTo>
                <a:cubicBezTo>
                  <a:pt x="722" y="279"/>
                  <a:pt x="767" y="294"/>
                  <a:pt x="767" y="338"/>
                </a:cubicBezTo>
                <a:cubicBezTo>
                  <a:pt x="767" y="378"/>
                  <a:pt x="739" y="404"/>
                  <a:pt x="728" y="413"/>
                </a:cubicBezTo>
                <a:cubicBezTo>
                  <a:pt x="728" y="446"/>
                  <a:pt x="728" y="446"/>
                  <a:pt x="728" y="446"/>
                </a:cubicBezTo>
                <a:cubicBezTo>
                  <a:pt x="1114" y="446"/>
                  <a:pt x="1114" y="446"/>
                  <a:pt x="1114" y="446"/>
                </a:cubicBezTo>
                <a:cubicBezTo>
                  <a:pt x="1078" y="356"/>
                  <a:pt x="1025" y="265"/>
                  <a:pt x="952" y="204"/>
                </a:cubicBezTo>
                <a:cubicBezTo>
                  <a:pt x="809" y="83"/>
                  <a:pt x="677" y="5"/>
                  <a:pt x="460" y="2"/>
                </a:cubicBezTo>
                <a:cubicBezTo>
                  <a:pt x="326" y="0"/>
                  <a:pt x="149" y="37"/>
                  <a:pt x="0" y="148"/>
                </a:cubicBezTo>
                <a:lnTo>
                  <a:pt x="0" y="44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6" name="Freeform 8"/>
          <p:cNvSpPr/>
          <p:nvPr/>
        </p:nvSpPr>
        <p:spPr bwMode="auto">
          <a:xfrm>
            <a:off x="6108700" y="2409825"/>
            <a:ext cx="869951" cy="919163"/>
          </a:xfrm>
          <a:custGeom>
            <a:avLst/>
            <a:gdLst>
              <a:gd name="T0" fmla="*/ 919449718 w 597"/>
              <a:gd name="T1" fmla="*/ 895445390 h 631"/>
              <a:gd name="T2" fmla="*/ 944930364 w 597"/>
              <a:gd name="T3" fmla="*/ 872103602 h 631"/>
              <a:gd name="T4" fmla="*/ 1044732718 w 597"/>
              <a:gd name="T5" fmla="*/ 872103602 h 631"/>
              <a:gd name="T6" fmla="*/ 1063843931 w 597"/>
              <a:gd name="T7" fmla="*/ 880591658 h 631"/>
              <a:gd name="T8" fmla="*/ 1180632897 w 597"/>
              <a:gd name="T9" fmla="*/ 956979784 h 631"/>
              <a:gd name="T10" fmla="*/ 1267693472 w 597"/>
              <a:gd name="T11" fmla="*/ 825421484 h 631"/>
              <a:gd name="T12" fmla="*/ 1182756042 w 597"/>
              <a:gd name="T13" fmla="*/ 708716917 h 631"/>
              <a:gd name="T14" fmla="*/ 1059596186 w 597"/>
              <a:gd name="T15" fmla="*/ 793593098 h 631"/>
              <a:gd name="T16" fmla="*/ 1042609574 w 597"/>
              <a:gd name="T17" fmla="*/ 799958775 h 631"/>
              <a:gd name="T18" fmla="*/ 936436329 w 597"/>
              <a:gd name="T19" fmla="*/ 799958775 h 631"/>
              <a:gd name="T20" fmla="*/ 913078828 w 597"/>
              <a:gd name="T21" fmla="*/ 776618444 h 631"/>
              <a:gd name="T22" fmla="*/ 913078828 w 597"/>
              <a:gd name="T23" fmla="*/ 354358458 h 631"/>
              <a:gd name="T24" fmla="*/ 554217895 w 597"/>
              <a:gd name="T25" fmla="*/ 354358458 h 631"/>
              <a:gd name="T26" fmla="*/ 530860394 w 597"/>
              <a:gd name="T27" fmla="*/ 331018127 h 631"/>
              <a:gd name="T28" fmla="*/ 530860394 w 597"/>
              <a:gd name="T29" fmla="*/ 227043458 h 631"/>
              <a:gd name="T30" fmla="*/ 543600717 w 597"/>
              <a:gd name="T31" fmla="*/ 207946426 h 631"/>
              <a:gd name="T32" fmla="*/ 615797823 w 597"/>
              <a:gd name="T33" fmla="*/ 78510504 h 631"/>
              <a:gd name="T34" fmla="*/ 484143933 w 597"/>
              <a:gd name="T35" fmla="*/ 0 h 631"/>
              <a:gd name="T36" fmla="*/ 365231823 w 597"/>
              <a:gd name="T37" fmla="*/ 80632882 h 631"/>
              <a:gd name="T38" fmla="*/ 441675218 w 597"/>
              <a:gd name="T39" fmla="*/ 203703127 h 631"/>
              <a:gd name="T40" fmla="*/ 454415541 w 597"/>
              <a:gd name="T41" fmla="*/ 222800158 h 631"/>
              <a:gd name="T42" fmla="*/ 454415541 w 597"/>
              <a:gd name="T43" fmla="*/ 335261427 h 631"/>
              <a:gd name="T44" fmla="*/ 431058039 w 597"/>
              <a:gd name="T45" fmla="*/ 358601758 h 631"/>
              <a:gd name="T46" fmla="*/ 0 w 597"/>
              <a:gd name="T47" fmla="*/ 358601758 h 631"/>
              <a:gd name="T48" fmla="*/ 0 w 597"/>
              <a:gd name="T49" fmla="*/ 1338923329 h 631"/>
              <a:gd name="T50" fmla="*/ 919449718 w 597"/>
              <a:gd name="T51" fmla="*/ 1338923329 h 631"/>
              <a:gd name="T52" fmla="*/ 919449718 w 597"/>
              <a:gd name="T53" fmla="*/ 895445390 h 631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597" h="631">
                <a:moveTo>
                  <a:pt x="433" y="422"/>
                </a:moveTo>
                <a:cubicBezTo>
                  <a:pt x="433" y="416"/>
                  <a:pt x="438" y="411"/>
                  <a:pt x="445" y="411"/>
                </a:cubicBezTo>
                <a:cubicBezTo>
                  <a:pt x="492" y="411"/>
                  <a:pt x="492" y="411"/>
                  <a:pt x="492" y="411"/>
                </a:cubicBezTo>
                <a:cubicBezTo>
                  <a:pt x="496" y="411"/>
                  <a:pt x="499" y="413"/>
                  <a:pt x="501" y="415"/>
                </a:cubicBezTo>
                <a:cubicBezTo>
                  <a:pt x="509" y="425"/>
                  <a:pt x="533" y="451"/>
                  <a:pt x="556" y="451"/>
                </a:cubicBezTo>
                <a:cubicBezTo>
                  <a:pt x="587" y="451"/>
                  <a:pt x="597" y="419"/>
                  <a:pt x="597" y="389"/>
                </a:cubicBezTo>
                <a:cubicBezTo>
                  <a:pt x="597" y="356"/>
                  <a:pt x="583" y="336"/>
                  <a:pt x="557" y="334"/>
                </a:cubicBezTo>
                <a:cubicBezTo>
                  <a:pt x="540" y="333"/>
                  <a:pt x="513" y="358"/>
                  <a:pt x="499" y="374"/>
                </a:cubicBezTo>
                <a:cubicBezTo>
                  <a:pt x="497" y="376"/>
                  <a:pt x="494" y="377"/>
                  <a:pt x="491" y="377"/>
                </a:cubicBezTo>
                <a:cubicBezTo>
                  <a:pt x="441" y="377"/>
                  <a:pt x="441" y="377"/>
                  <a:pt x="441" y="377"/>
                </a:cubicBezTo>
                <a:cubicBezTo>
                  <a:pt x="435" y="377"/>
                  <a:pt x="430" y="372"/>
                  <a:pt x="430" y="366"/>
                </a:cubicBezTo>
                <a:cubicBezTo>
                  <a:pt x="430" y="167"/>
                  <a:pt x="430" y="167"/>
                  <a:pt x="430" y="167"/>
                </a:cubicBezTo>
                <a:cubicBezTo>
                  <a:pt x="261" y="167"/>
                  <a:pt x="261" y="167"/>
                  <a:pt x="261" y="167"/>
                </a:cubicBezTo>
                <a:cubicBezTo>
                  <a:pt x="255" y="167"/>
                  <a:pt x="250" y="162"/>
                  <a:pt x="250" y="156"/>
                </a:cubicBezTo>
                <a:cubicBezTo>
                  <a:pt x="250" y="107"/>
                  <a:pt x="250" y="107"/>
                  <a:pt x="250" y="107"/>
                </a:cubicBezTo>
                <a:cubicBezTo>
                  <a:pt x="250" y="103"/>
                  <a:pt x="252" y="100"/>
                  <a:pt x="256" y="98"/>
                </a:cubicBezTo>
                <a:cubicBezTo>
                  <a:pt x="256" y="97"/>
                  <a:pt x="290" y="75"/>
                  <a:pt x="290" y="37"/>
                </a:cubicBezTo>
                <a:cubicBezTo>
                  <a:pt x="290" y="2"/>
                  <a:pt x="238" y="0"/>
                  <a:pt x="228" y="0"/>
                </a:cubicBezTo>
                <a:cubicBezTo>
                  <a:pt x="207" y="0"/>
                  <a:pt x="172" y="8"/>
                  <a:pt x="172" y="38"/>
                </a:cubicBezTo>
                <a:cubicBezTo>
                  <a:pt x="172" y="76"/>
                  <a:pt x="206" y="95"/>
                  <a:pt x="208" y="96"/>
                </a:cubicBezTo>
                <a:cubicBezTo>
                  <a:pt x="211" y="97"/>
                  <a:pt x="214" y="101"/>
                  <a:pt x="214" y="105"/>
                </a:cubicBezTo>
                <a:cubicBezTo>
                  <a:pt x="214" y="158"/>
                  <a:pt x="214" y="158"/>
                  <a:pt x="214" y="158"/>
                </a:cubicBezTo>
                <a:cubicBezTo>
                  <a:pt x="214" y="164"/>
                  <a:pt x="209" y="169"/>
                  <a:pt x="203" y="169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631"/>
                  <a:pt x="0" y="631"/>
                  <a:pt x="0" y="631"/>
                </a:cubicBezTo>
                <a:cubicBezTo>
                  <a:pt x="433" y="631"/>
                  <a:pt x="433" y="631"/>
                  <a:pt x="433" y="631"/>
                </a:cubicBezTo>
                <a:lnTo>
                  <a:pt x="433" y="422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7" name="Freeform 9"/>
          <p:cNvSpPr/>
          <p:nvPr/>
        </p:nvSpPr>
        <p:spPr bwMode="auto">
          <a:xfrm>
            <a:off x="6534151" y="2655888"/>
            <a:ext cx="609600" cy="1319213"/>
          </a:xfrm>
          <a:custGeom>
            <a:avLst/>
            <a:gdLst>
              <a:gd name="T0" fmla="*/ 340296804 w 418"/>
              <a:gd name="T1" fmla="*/ 0 h 906"/>
              <a:gd name="T2" fmla="*/ 340296804 w 418"/>
              <a:gd name="T3" fmla="*/ 394354410 h 906"/>
              <a:gd name="T4" fmla="*/ 412608781 w 418"/>
              <a:gd name="T5" fmla="*/ 394354410 h 906"/>
              <a:gd name="T6" fmla="*/ 565742343 w 418"/>
              <a:gd name="T7" fmla="*/ 303186016 h 906"/>
              <a:gd name="T8" fmla="*/ 697606989 w 418"/>
              <a:gd name="T9" fmla="*/ 466440809 h 906"/>
              <a:gd name="T10" fmla="*/ 561489726 w 418"/>
              <a:gd name="T11" fmla="*/ 644536020 h 906"/>
              <a:gd name="T12" fmla="*/ 414736547 w 418"/>
              <a:gd name="T13" fmla="*/ 559727806 h 906"/>
              <a:gd name="T14" fmla="*/ 348803495 w 418"/>
              <a:gd name="T15" fmla="*/ 559727806 h 906"/>
              <a:gd name="T16" fmla="*/ 348803495 w 418"/>
              <a:gd name="T17" fmla="*/ 1299672339 h 906"/>
              <a:gd name="T18" fmla="*/ 325408272 w 418"/>
              <a:gd name="T19" fmla="*/ 1322994453 h 906"/>
              <a:gd name="T20" fmla="*/ 223319231 w 418"/>
              <a:gd name="T21" fmla="*/ 1322994453 h 906"/>
              <a:gd name="T22" fmla="*/ 206304390 w 418"/>
              <a:gd name="T23" fmla="*/ 1316634273 h 906"/>
              <a:gd name="T24" fmla="*/ 85074201 w 418"/>
              <a:gd name="T25" fmla="*/ 1242427814 h 906"/>
              <a:gd name="T26" fmla="*/ 34029680 w 418"/>
              <a:gd name="T27" fmla="*/ 1259388292 h 906"/>
              <a:gd name="T28" fmla="*/ 0 w 418"/>
              <a:gd name="T29" fmla="*/ 1367518620 h 906"/>
              <a:gd name="T30" fmla="*/ 97834967 w 418"/>
              <a:gd name="T31" fmla="*/ 1494729485 h 906"/>
              <a:gd name="T32" fmla="*/ 221192922 w 418"/>
              <a:gd name="T33" fmla="*/ 1409922727 h 906"/>
              <a:gd name="T34" fmla="*/ 240334071 w 418"/>
              <a:gd name="T35" fmla="*/ 1401441031 h 906"/>
              <a:gd name="T36" fmla="*/ 325408272 w 418"/>
              <a:gd name="T37" fmla="*/ 1401441031 h 906"/>
              <a:gd name="T38" fmla="*/ 348803495 w 418"/>
              <a:gd name="T39" fmla="*/ 1424763145 h 906"/>
              <a:gd name="T40" fmla="*/ 348803495 w 418"/>
              <a:gd name="T41" fmla="*/ 1920886247 h 906"/>
              <a:gd name="T42" fmla="*/ 676339533 w 418"/>
              <a:gd name="T43" fmla="*/ 1214865581 h 906"/>
              <a:gd name="T44" fmla="*/ 889024306 w 418"/>
              <a:gd name="T45" fmla="*/ 445238756 h 906"/>
              <a:gd name="T46" fmla="*/ 799696031 w 418"/>
              <a:gd name="T47" fmla="*/ 0 h 906"/>
              <a:gd name="T48" fmla="*/ 340296804 w 418"/>
              <a:gd name="T49" fmla="*/ 0 h 90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418" h="906">
                <a:moveTo>
                  <a:pt x="160" y="0"/>
                </a:moveTo>
                <a:cubicBezTo>
                  <a:pt x="160" y="186"/>
                  <a:pt x="160" y="186"/>
                  <a:pt x="160" y="186"/>
                </a:cubicBezTo>
                <a:cubicBezTo>
                  <a:pt x="194" y="186"/>
                  <a:pt x="194" y="186"/>
                  <a:pt x="194" y="186"/>
                </a:cubicBezTo>
                <a:cubicBezTo>
                  <a:pt x="205" y="174"/>
                  <a:pt x="238" y="142"/>
                  <a:pt x="266" y="143"/>
                </a:cubicBezTo>
                <a:cubicBezTo>
                  <a:pt x="296" y="145"/>
                  <a:pt x="328" y="166"/>
                  <a:pt x="328" y="220"/>
                </a:cubicBezTo>
                <a:cubicBezTo>
                  <a:pt x="328" y="271"/>
                  <a:pt x="303" y="304"/>
                  <a:pt x="264" y="304"/>
                </a:cubicBezTo>
                <a:cubicBezTo>
                  <a:pt x="232" y="304"/>
                  <a:pt x="205" y="275"/>
                  <a:pt x="195" y="264"/>
                </a:cubicBezTo>
                <a:cubicBezTo>
                  <a:pt x="164" y="264"/>
                  <a:pt x="164" y="264"/>
                  <a:pt x="164" y="264"/>
                </a:cubicBezTo>
                <a:cubicBezTo>
                  <a:pt x="164" y="613"/>
                  <a:pt x="164" y="613"/>
                  <a:pt x="164" y="613"/>
                </a:cubicBezTo>
                <a:cubicBezTo>
                  <a:pt x="164" y="619"/>
                  <a:pt x="159" y="624"/>
                  <a:pt x="153" y="624"/>
                </a:cubicBezTo>
                <a:cubicBezTo>
                  <a:pt x="105" y="624"/>
                  <a:pt x="105" y="624"/>
                  <a:pt x="105" y="624"/>
                </a:cubicBezTo>
                <a:cubicBezTo>
                  <a:pt x="102" y="624"/>
                  <a:pt x="99" y="623"/>
                  <a:pt x="97" y="621"/>
                </a:cubicBezTo>
                <a:cubicBezTo>
                  <a:pt x="88" y="611"/>
                  <a:pt x="59" y="587"/>
                  <a:pt x="40" y="586"/>
                </a:cubicBezTo>
                <a:cubicBezTo>
                  <a:pt x="31" y="585"/>
                  <a:pt x="22" y="588"/>
                  <a:pt x="16" y="594"/>
                </a:cubicBezTo>
                <a:cubicBezTo>
                  <a:pt x="5" y="604"/>
                  <a:pt x="0" y="622"/>
                  <a:pt x="0" y="645"/>
                </a:cubicBezTo>
                <a:cubicBezTo>
                  <a:pt x="0" y="683"/>
                  <a:pt x="16" y="705"/>
                  <a:pt x="46" y="705"/>
                </a:cubicBezTo>
                <a:cubicBezTo>
                  <a:pt x="66" y="705"/>
                  <a:pt x="96" y="675"/>
                  <a:pt x="104" y="665"/>
                </a:cubicBezTo>
                <a:cubicBezTo>
                  <a:pt x="106" y="662"/>
                  <a:pt x="109" y="661"/>
                  <a:pt x="113" y="661"/>
                </a:cubicBezTo>
                <a:cubicBezTo>
                  <a:pt x="153" y="661"/>
                  <a:pt x="153" y="661"/>
                  <a:pt x="153" y="661"/>
                </a:cubicBezTo>
                <a:cubicBezTo>
                  <a:pt x="159" y="661"/>
                  <a:pt x="164" y="666"/>
                  <a:pt x="164" y="672"/>
                </a:cubicBezTo>
                <a:cubicBezTo>
                  <a:pt x="164" y="906"/>
                  <a:pt x="164" y="906"/>
                  <a:pt x="164" y="906"/>
                </a:cubicBezTo>
                <a:cubicBezTo>
                  <a:pt x="207" y="808"/>
                  <a:pt x="270" y="669"/>
                  <a:pt x="318" y="573"/>
                </a:cubicBezTo>
                <a:cubicBezTo>
                  <a:pt x="393" y="422"/>
                  <a:pt x="418" y="329"/>
                  <a:pt x="418" y="210"/>
                </a:cubicBezTo>
                <a:cubicBezTo>
                  <a:pt x="418" y="156"/>
                  <a:pt x="404" y="79"/>
                  <a:pt x="376" y="0"/>
                </a:cubicBezTo>
                <a:lnTo>
                  <a:pt x="16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8" name="Freeform 10"/>
          <p:cNvSpPr/>
          <p:nvPr/>
        </p:nvSpPr>
        <p:spPr bwMode="auto">
          <a:xfrm>
            <a:off x="5470526" y="4062414"/>
            <a:ext cx="1263650" cy="520700"/>
          </a:xfrm>
          <a:custGeom>
            <a:avLst/>
            <a:gdLst>
              <a:gd name="T0" fmla="*/ 1409405040 w 868"/>
              <a:gd name="T1" fmla="*/ 0 h 358"/>
              <a:gd name="T2" fmla="*/ 1409405040 w 868"/>
              <a:gd name="T3" fmla="*/ 76157466 h 358"/>
              <a:gd name="T4" fmla="*/ 1509016473 w 868"/>
              <a:gd name="T5" fmla="*/ 241164096 h 358"/>
              <a:gd name="T6" fmla="*/ 1318270835 w 868"/>
              <a:gd name="T7" fmla="*/ 370208973 h 358"/>
              <a:gd name="T8" fmla="*/ 1195344477 w 868"/>
              <a:gd name="T9" fmla="*/ 323668865 h 358"/>
              <a:gd name="T10" fmla="*/ 1157196222 w 868"/>
              <a:gd name="T11" fmla="*/ 217894042 h 358"/>
              <a:gd name="T12" fmla="*/ 1241971415 w 868"/>
              <a:gd name="T13" fmla="*/ 86734366 h 358"/>
              <a:gd name="T14" fmla="*/ 1241971415 w 868"/>
              <a:gd name="T15" fmla="*/ 6345849 h 358"/>
              <a:gd name="T16" fmla="*/ 0 w 868"/>
              <a:gd name="T17" fmla="*/ 6345849 h 358"/>
              <a:gd name="T18" fmla="*/ 55104166 w 868"/>
              <a:gd name="T19" fmla="*/ 220010295 h 358"/>
              <a:gd name="T20" fmla="*/ 353941377 w 868"/>
              <a:gd name="T21" fmla="*/ 757342151 h 358"/>
              <a:gd name="T22" fmla="*/ 1483584789 w 868"/>
              <a:gd name="T23" fmla="*/ 757342151 h 358"/>
              <a:gd name="T24" fmla="*/ 1740032948 w 868"/>
              <a:gd name="T25" fmla="*/ 509830751 h 358"/>
              <a:gd name="T26" fmla="*/ 1790897772 w 868"/>
              <a:gd name="T27" fmla="*/ 107889622 h 358"/>
              <a:gd name="T28" fmla="*/ 1839644381 w 868"/>
              <a:gd name="T29" fmla="*/ 0 h 358"/>
              <a:gd name="T30" fmla="*/ 1409405040 w 868"/>
              <a:gd name="T31" fmla="*/ 0 h 35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68" h="358">
                <a:moveTo>
                  <a:pt x="665" y="0"/>
                </a:moveTo>
                <a:cubicBezTo>
                  <a:pt x="665" y="36"/>
                  <a:pt x="665" y="36"/>
                  <a:pt x="665" y="36"/>
                </a:cubicBezTo>
                <a:cubicBezTo>
                  <a:pt x="679" y="46"/>
                  <a:pt x="715" y="75"/>
                  <a:pt x="712" y="114"/>
                </a:cubicBezTo>
                <a:cubicBezTo>
                  <a:pt x="709" y="152"/>
                  <a:pt x="675" y="175"/>
                  <a:pt x="622" y="175"/>
                </a:cubicBezTo>
                <a:cubicBezTo>
                  <a:pt x="592" y="175"/>
                  <a:pt x="574" y="163"/>
                  <a:pt x="564" y="153"/>
                </a:cubicBezTo>
                <a:cubicBezTo>
                  <a:pt x="552" y="139"/>
                  <a:pt x="545" y="121"/>
                  <a:pt x="546" y="103"/>
                </a:cubicBezTo>
                <a:cubicBezTo>
                  <a:pt x="548" y="77"/>
                  <a:pt x="575" y="51"/>
                  <a:pt x="586" y="41"/>
                </a:cubicBezTo>
                <a:cubicBezTo>
                  <a:pt x="586" y="3"/>
                  <a:pt x="586" y="3"/>
                  <a:pt x="586" y="3"/>
                </a:cubicBezTo>
                <a:cubicBezTo>
                  <a:pt x="0" y="3"/>
                  <a:pt x="0" y="3"/>
                  <a:pt x="0" y="3"/>
                </a:cubicBezTo>
                <a:cubicBezTo>
                  <a:pt x="16" y="45"/>
                  <a:pt x="26" y="81"/>
                  <a:pt x="26" y="104"/>
                </a:cubicBezTo>
                <a:cubicBezTo>
                  <a:pt x="18" y="303"/>
                  <a:pt x="126" y="358"/>
                  <a:pt x="167" y="358"/>
                </a:cubicBezTo>
                <a:cubicBezTo>
                  <a:pt x="315" y="358"/>
                  <a:pt x="651" y="358"/>
                  <a:pt x="700" y="358"/>
                </a:cubicBezTo>
                <a:cubicBezTo>
                  <a:pt x="750" y="358"/>
                  <a:pt x="799" y="291"/>
                  <a:pt x="821" y="241"/>
                </a:cubicBezTo>
                <a:cubicBezTo>
                  <a:pt x="844" y="190"/>
                  <a:pt x="829" y="88"/>
                  <a:pt x="845" y="51"/>
                </a:cubicBezTo>
                <a:cubicBezTo>
                  <a:pt x="849" y="43"/>
                  <a:pt x="857" y="25"/>
                  <a:pt x="868" y="0"/>
                </a:cubicBezTo>
                <a:lnTo>
                  <a:pt x="665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9" name="Freeform 11"/>
          <p:cNvSpPr/>
          <p:nvPr/>
        </p:nvSpPr>
        <p:spPr bwMode="auto">
          <a:xfrm>
            <a:off x="4926014" y="2211388"/>
            <a:ext cx="727075" cy="1720849"/>
          </a:xfrm>
          <a:custGeom>
            <a:avLst/>
            <a:gdLst>
              <a:gd name="T0" fmla="*/ 706260297 w 500"/>
              <a:gd name="T1" fmla="*/ 2055997912 h 1182"/>
              <a:gd name="T2" fmla="*/ 729520880 w 500"/>
              <a:gd name="T3" fmla="*/ 2032683452 h 1182"/>
              <a:gd name="T4" fmla="*/ 841592221 w 500"/>
              <a:gd name="T5" fmla="*/ 2032683452 h 1182"/>
              <a:gd name="T6" fmla="*/ 864851350 w 500"/>
              <a:gd name="T7" fmla="*/ 2049640085 h 1182"/>
              <a:gd name="T8" fmla="*/ 966351020 w 500"/>
              <a:gd name="T9" fmla="*/ 2121706138 h 1182"/>
              <a:gd name="T10" fmla="*/ 1027672526 w 500"/>
              <a:gd name="T11" fmla="*/ 2102629745 h 1182"/>
              <a:gd name="T12" fmla="*/ 1057276111 w 500"/>
              <a:gd name="T13" fmla="*/ 1998770187 h 1182"/>
              <a:gd name="T14" fmla="*/ 972694022 w 500"/>
              <a:gd name="T15" fmla="*/ 1867355191 h 1182"/>
              <a:gd name="T16" fmla="*/ 856394014 w 500"/>
              <a:gd name="T17" fmla="*/ 1943660766 h 1182"/>
              <a:gd name="T18" fmla="*/ 835247764 w 500"/>
              <a:gd name="T19" fmla="*/ 1958497638 h 1182"/>
              <a:gd name="T20" fmla="*/ 733749549 w 500"/>
              <a:gd name="T21" fmla="*/ 1958497638 h 1182"/>
              <a:gd name="T22" fmla="*/ 710488965 w 500"/>
              <a:gd name="T23" fmla="*/ 1935181722 h 1182"/>
              <a:gd name="T24" fmla="*/ 710488965 w 500"/>
              <a:gd name="T25" fmla="*/ 1659636075 h 1182"/>
              <a:gd name="T26" fmla="*/ 706260297 w 500"/>
              <a:gd name="T27" fmla="*/ 1649038726 h 1182"/>
              <a:gd name="T28" fmla="*/ 710488965 w 500"/>
              <a:gd name="T29" fmla="*/ 1636320159 h 1182"/>
              <a:gd name="T30" fmla="*/ 710488965 w 500"/>
              <a:gd name="T31" fmla="*/ 0 h 1182"/>
              <a:gd name="T32" fmla="*/ 283349852 w 500"/>
              <a:gd name="T33" fmla="*/ 595603364 h 1182"/>
              <a:gd name="T34" fmla="*/ 467315823 w 500"/>
              <a:gd name="T35" fmla="*/ 2032683452 h 1182"/>
              <a:gd name="T36" fmla="*/ 706260297 w 500"/>
              <a:gd name="T37" fmla="*/ 2147483646 h 1182"/>
              <a:gd name="T38" fmla="*/ 706260297 w 500"/>
              <a:gd name="T39" fmla="*/ 2055997912 h 1182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500" h="1182">
                <a:moveTo>
                  <a:pt x="334" y="970"/>
                </a:moveTo>
                <a:cubicBezTo>
                  <a:pt x="334" y="964"/>
                  <a:pt x="339" y="959"/>
                  <a:pt x="345" y="959"/>
                </a:cubicBezTo>
                <a:cubicBezTo>
                  <a:pt x="398" y="959"/>
                  <a:pt x="398" y="959"/>
                  <a:pt x="398" y="959"/>
                </a:cubicBezTo>
                <a:cubicBezTo>
                  <a:pt x="403" y="959"/>
                  <a:pt x="407" y="963"/>
                  <a:pt x="409" y="967"/>
                </a:cubicBezTo>
                <a:cubicBezTo>
                  <a:pt x="409" y="969"/>
                  <a:pt x="418" y="999"/>
                  <a:pt x="457" y="1001"/>
                </a:cubicBezTo>
                <a:cubicBezTo>
                  <a:pt x="470" y="1001"/>
                  <a:pt x="479" y="998"/>
                  <a:pt x="486" y="992"/>
                </a:cubicBezTo>
                <a:cubicBezTo>
                  <a:pt x="495" y="983"/>
                  <a:pt x="500" y="966"/>
                  <a:pt x="500" y="943"/>
                </a:cubicBezTo>
                <a:cubicBezTo>
                  <a:pt x="500" y="907"/>
                  <a:pt x="493" y="882"/>
                  <a:pt x="460" y="881"/>
                </a:cubicBezTo>
                <a:cubicBezTo>
                  <a:pt x="420" y="880"/>
                  <a:pt x="406" y="916"/>
                  <a:pt x="405" y="917"/>
                </a:cubicBezTo>
                <a:cubicBezTo>
                  <a:pt x="403" y="921"/>
                  <a:pt x="399" y="924"/>
                  <a:pt x="395" y="924"/>
                </a:cubicBezTo>
                <a:cubicBezTo>
                  <a:pt x="347" y="924"/>
                  <a:pt x="347" y="924"/>
                  <a:pt x="347" y="924"/>
                </a:cubicBezTo>
                <a:cubicBezTo>
                  <a:pt x="341" y="924"/>
                  <a:pt x="336" y="919"/>
                  <a:pt x="336" y="913"/>
                </a:cubicBezTo>
                <a:cubicBezTo>
                  <a:pt x="336" y="783"/>
                  <a:pt x="336" y="783"/>
                  <a:pt x="336" y="783"/>
                </a:cubicBezTo>
                <a:cubicBezTo>
                  <a:pt x="335" y="782"/>
                  <a:pt x="334" y="780"/>
                  <a:pt x="334" y="778"/>
                </a:cubicBezTo>
                <a:cubicBezTo>
                  <a:pt x="334" y="776"/>
                  <a:pt x="335" y="774"/>
                  <a:pt x="336" y="772"/>
                </a:cubicBezTo>
                <a:cubicBezTo>
                  <a:pt x="336" y="0"/>
                  <a:pt x="336" y="0"/>
                  <a:pt x="336" y="0"/>
                </a:cubicBezTo>
                <a:cubicBezTo>
                  <a:pt x="254" y="67"/>
                  <a:pt x="182" y="159"/>
                  <a:pt x="134" y="281"/>
                </a:cubicBezTo>
                <a:cubicBezTo>
                  <a:pt x="0" y="619"/>
                  <a:pt x="191" y="899"/>
                  <a:pt x="221" y="959"/>
                </a:cubicBezTo>
                <a:cubicBezTo>
                  <a:pt x="238" y="992"/>
                  <a:pt x="290" y="1088"/>
                  <a:pt x="334" y="1182"/>
                </a:cubicBezTo>
                <a:lnTo>
                  <a:pt x="334" y="97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0" name="Freeform 12"/>
          <p:cNvSpPr/>
          <p:nvPr/>
        </p:nvSpPr>
        <p:spPr bwMode="auto">
          <a:xfrm>
            <a:off x="5446714" y="2651125"/>
            <a:ext cx="630239" cy="677863"/>
          </a:xfrm>
          <a:custGeom>
            <a:avLst/>
            <a:gdLst>
              <a:gd name="T0" fmla="*/ 917320870 w 433"/>
              <a:gd name="T1" fmla="*/ 6374828 h 465"/>
              <a:gd name="T2" fmla="*/ 542342359 w 433"/>
              <a:gd name="T3" fmla="*/ 6374828 h 465"/>
              <a:gd name="T4" fmla="*/ 540223130 w 433"/>
              <a:gd name="T5" fmla="*/ 72252907 h 465"/>
              <a:gd name="T6" fmla="*/ 637675682 w 433"/>
              <a:gd name="T7" fmla="*/ 223135006 h 465"/>
              <a:gd name="T8" fmla="*/ 451246041 w 433"/>
              <a:gd name="T9" fmla="*/ 365515392 h 465"/>
              <a:gd name="T10" fmla="*/ 294475431 w 433"/>
              <a:gd name="T11" fmla="*/ 208258465 h 465"/>
              <a:gd name="T12" fmla="*/ 370741506 w 433"/>
              <a:gd name="T13" fmla="*/ 82878592 h 465"/>
              <a:gd name="T14" fmla="*/ 370741506 w 433"/>
              <a:gd name="T15" fmla="*/ 0 h 465"/>
              <a:gd name="T16" fmla="*/ 0 w 433"/>
              <a:gd name="T17" fmla="*/ 0 h 465"/>
              <a:gd name="T18" fmla="*/ 0 w 433"/>
              <a:gd name="T19" fmla="*/ 988168273 h 465"/>
              <a:gd name="T20" fmla="*/ 917320870 w 433"/>
              <a:gd name="T21" fmla="*/ 988168273 h 465"/>
              <a:gd name="T22" fmla="*/ 917320870 w 433"/>
              <a:gd name="T23" fmla="*/ 6374828 h 46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3" h="465">
                <a:moveTo>
                  <a:pt x="433" y="3"/>
                </a:moveTo>
                <a:cubicBezTo>
                  <a:pt x="256" y="3"/>
                  <a:pt x="256" y="3"/>
                  <a:pt x="256" y="3"/>
                </a:cubicBezTo>
                <a:cubicBezTo>
                  <a:pt x="255" y="34"/>
                  <a:pt x="255" y="34"/>
                  <a:pt x="255" y="34"/>
                </a:cubicBezTo>
                <a:cubicBezTo>
                  <a:pt x="270" y="42"/>
                  <a:pt x="302" y="63"/>
                  <a:pt x="301" y="105"/>
                </a:cubicBezTo>
                <a:cubicBezTo>
                  <a:pt x="300" y="142"/>
                  <a:pt x="261" y="172"/>
                  <a:pt x="213" y="172"/>
                </a:cubicBezTo>
                <a:cubicBezTo>
                  <a:pt x="165" y="172"/>
                  <a:pt x="139" y="134"/>
                  <a:pt x="139" y="98"/>
                </a:cubicBezTo>
                <a:cubicBezTo>
                  <a:pt x="139" y="70"/>
                  <a:pt x="164" y="47"/>
                  <a:pt x="175" y="39"/>
                </a:cubicBezTo>
                <a:cubicBezTo>
                  <a:pt x="175" y="0"/>
                  <a:pt x="175" y="0"/>
                  <a:pt x="1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65"/>
                  <a:pt x="0" y="465"/>
                  <a:pt x="0" y="465"/>
                </a:cubicBezTo>
                <a:cubicBezTo>
                  <a:pt x="433" y="465"/>
                  <a:pt x="433" y="465"/>
                  <a:pt x="433" y="465"/>
                </a:cubicBezTo>
                <a:lnTo>
                  <a:pt x="433" y="3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6" name="Freeform 29"/>
          <p:cNvSpPr/>
          <p:nvPr/>
        </p:nvSpPr>
        <p:spPr bwMode="auto">
          <a:xfrm>
            <a:off x="5627689" y="4583114"/>
            <a:ext cx="935039" cy="858837"/>
          </a:xfrm>
          <a:custGeom>
            <a:avLst/>
            <a:gdLst>
              <a:gd name="T0" fmla="*/ 14848462 w 642"/>
              <a:gd name="T1" fmla="*/ 0 h 589"/>
              <a:gd name="T2" fmla="*/ 1330012907 w 642"/>
              <a:gd name="T3" fmla="*/ 0 h 589"/>
              <a:gd name="T4" fmla="*/ 1330012907 w 642"/>
              <a:gd name="T5" fmla="*/ 108433765 h 589"/>
              <a:gd name="T6" fmla="*/ 1361831871 w 642"/>
              <a:gd name="T7" fmla="*/ 174344114 h 589"/>
              <a:gd name="T8" fmla="*/ 1298195399 w 642"/>
              <a:gd name="T9" fmla="*/ 274272613 h 589"/>
              <a:gd name="T10" fmla="*/ 1351226035 w 642"/>
              <a:gd name="T11" fmla="*/ 363569893 h 589"/>
              <a:gd name="T12" fmla="*/ 1298195399 w 642"/>
              <a:gd name="T13" fmla="*/ 478381515 h 589"/>
              <a:gd name="T14" fmla="*/ 1346983410 w 642"/>
              <a:gd name="T15" fmla="*/ 554923082 h 589"/>
              <a:gd name="T16" fmla="*/ 1298195399 w 642"/>
              <a:gd name="T17" fmla="*/ 650598219 h 589"/>
              <a:gd name="T18" fmla="*/ 1346983410 w 642"/>
              <a:gd name="T19" fmla="*/ 737771005 h 589"/>
              <a:gd name="T20" fmla="*/ 1293952773 w 642"/>
              <a:gd name="T21" fmla="*/ 837699503 h 589"/>
              <a:gd name="T22" fmla="*/ 1327892322 w 642"/>
              <a:gd name="T23" fmla="*/ 901483900 h 589"/>
              <a:gd name="T24" fmla="*/ 1219709008 w 642"/>
              <a:gd name="T25" fmla="*/ 1052439624 h 589"/>
              <a:gd name="T26" fmla="*/ 990615960 w 642"/>
              <a:gd name="T27" fmla="*/ 1252296622 h 589"/>
              <a:gd name="T28" fmla="*/ 369095327 w 642"/>
              <a:gd name="T29" fmla="*/ 1252296622 h 589"/>
              <a:gd name="T30" fmla="*/ 82727560 w 642"/>
              <a:gd name="T31" fmla="*/ 1012042159 h 589"/>
              <a:gd name="T32" fmla="*/ 67879098 w 642"/>
              <a:gd name="T33" fmla="*/ 912113660 h 589"/>
              <a:gd name="T34" fmla="*/ 4242626 w 642"/>
              <a:gd name="T35" fmla="*/ 827068285 h 589"/>
              <a:gd name="T36" fmla="*/ 55152678 w 642"/>
              <a:gd name="T37" fmla="*/ 754780080 h 589"/>
              <a:gd name="T38" fmla="*/ 4242626 w 642"/>
              <a:gd name="T39" fmla="*/ 627211287 h 589"/>
              <a:gd name="T40" fmla="*/ 48788011 w 642"/>
              <a:gd name="T41" fmla="*/ 548543768 h 589"/>
              <a:gd name="T42" fmla="*/ 10605836 w 642"/>
              <a:gd name="T43" fmla="*/ 454994583 h 589"/>
              <a:gd name="T44" fmla="*/ 50910052 w 642"/>
              <a:gd name="T45" fmla="*/ 357192037 h 589"/>
              <a:gd name="T46" fmla="*/ 4242626 w 642"/>
              <a:gd name="T47" fmla="*/ 255136127 h 589"/>
              <a:gd name="T48" fmla="*/ 14848462 w 642"/>
              <a:gd name="T49" fmla="*/ 0 h 589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642" h="589">
                <a:moveTo>
                  <a:pt x="7" y="0"/>
                </a:moveTo>
                <a:cubicBezTo>
                  <a:pt x="627" y="0"/>
                  <a:pt x="627" y="0"/>
                  <a:pt x="627" y="0"/>
                </a:cubicBezTo>
                <a:cubicBezTo>
                  <a:pt x="627" y="51"/>
                  <a:pt x="627" y="51"/>
                  <a:pt x="627" y="51"/>
                </a:cubicBezTo>
                <a:cubicBezTo>
                  <a:pt x="627" y="51"/>
                  <a:pt x="642" y="62"/>
                  <a:pt x="642" y="82"/>
                </a:cubicBezTo>
                <a:cubicBezTo>
                  <a:pt x="642" y="101"/>
                  <a:pt x="612" y="115"/>
                  <a:pt x="612" y="129"/>
                </a:cubicBezTo>
                <a:cubicBezTo>
                  <a:pt x="612" y="144"/>
                  <a:pt x="637" y="152"/>
                  <a:pt x="637" y="171"/>
                </a:cubicBezTo>
                <a:cubicBezTo>
                  <a:pt x="637" y="190"/>
                  <a:pt x="610" y="206"/>
                  <a:pt x="612" y="225"/>
                </a:cubicBezTo>
                <a:cubicBezTo>
                  <a:pt x="613" y="244"/>
                  <a:pt x="637" y="246"/>
                  <a:pt x="635" y="261"/>
                </a:cubicBezTo>
                <a:cubicBezTo>
                  <a:pt x="634" y="277"/>
                  <a:pt x="612" y="292"/>
                  <a:pt x="612" y="306"/>
                </a:cubicBezTo>
                <a:cubicBezTo>
                  <a:pt x="612" y="320"/>
                  <a:pt x="635" y="331"/>
                  <a:pt x="635" y="347"/>
                </a:cubicBezTo>
                <a:cubicBezTo>
                  <a:pt x="635" y="363"/>
                  <a:pt x="612" y="378"/>
                  <a:pt x="610" y="394"/>
                </a:cubicBezTo>
                <a:cubicBezTo>
                  <a:pt x="608" y="409"/>
                  <a:pt x="626" y="413"/>
                  <a:pt x="626" y="424"/>
                </a:cubicBezTo>
                <a:cubicBezTo>
                  <a:pt x="626" y="435"/>
                  <a:pt x="618" y="459"/>
                  <a:pt x="575" y="495"/>
                </a:cubicBezTo>
                <a:cubicBezTo>
                  <a:pt x="532" y="532"/>
                  <a:pt x="467" y="589"/>
                  <a:pt x="467" y="589"/>
                </a:cubicBezTo>
                <a:cubicBezTo>
                  <a:pt x="174" y="589"/>
                  <a:pt x="174" y="589"/>
                  <a:pt x="174" y="589"/>
                </a:cubicBezTo>
                <a:cubicBezTo>
                  <a:pt x="39" y="476"/>
                  <a:pt x="39" y="476"/>
                  <a:pt x="39" y="476"/>
                </a:cubicBezTo>
                <a:cubicBezTo>
                  <a:pt x="35" y="462"/>
                  <a:pt x="35" y="438"/>
                  <a:pt x="32" y="429"/>
                </a:cubicBezTo>
                <a:cubicBezTo>
                  <a:pt x="29" y="419"/>
                  <a:pt x="2" y="405"/>
                  <a:pt x="2" y="389"/>
                </a:cubicBezTo>
                <a:cubicBezTo>
                  <a:pt x="2" y="373"/>
                  <a:pt x="26" y="366"/>
                  <a:pt x="26" y="355"/>
                </a:cubicBezTo>
                <a:cubicBezTo>
                  <a:pt x="26" y="344"/>
                  <a:pt x="0" y="316"/>
                  <a:pt x="2" y="295"/>
                </a:cubicBezTo>
                <a:cubicBezTo>
                  <a:pt x="3" y="274"/>
                  <a:pt x="21" y="269"/>
                  <a:pt x="23" y="258"/>
                </a:cubicBezTo>
                <a:cubicBezTo>
                  <a:pt x="24" y="247"/>
                  <a:pt x="5" y="230"/>
                  <a:pt x="5" y="214"/>
                </a:cubicBezTo>
                <a:cubicBezTo>
                  <a:pt x="5" y="198"/>
                  <a:pt x="24" y="182"/>
                  <a:pt x="24" y="168"/>
                </a:cubicBezTo>
                <a:cubicBezTo>
                  <a:pt x="24" y="153"/>
                  <a:pt x="3" y="144"/>
                  <a:pt x="2" y="120"/>
                </a:cubicBezTo>
                <a:cubicBezTo>
                  <a:pt x="0" y="96"/>
                  <a:pt x="7" y="0"/>
                  <a:pt x="7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1" name="Freeform 13"/>
          <p:cNvSpPr>
            <a:spLocks noEditPoints="1"/>
          </p:cNvSpPr>
          <p:nvPr/>
        </p:nvSpPr>
        <p:spPr bwMode="auto">
          <a:xfrm>
            <a:off x="6213475" y="2792414"/>
            <a:ext cx="412751" cy="414337"/>
          </a:xfrm>
          <a:custGeom>
            <a:avLst/>
            <a:gdLst>
              <a:gd name="T0" fmla="*/ 319074710 w 283"/>
              <a:gd name="T1" fmla="*/ 0 h 284"/>
              <a:gd name="T2" fmla="*/ 499884004 w 283"/>
              <a:gd name="T3" fmla="*/ 76626269 h 284"/>
              <a:gd name="T4" fmla="*/ 601987853 w 283"/>
              <a:gd name="T5" fmla="*/ 285219191 h 284"/>
              <a:gd name="T6" fmla="*/ 601987853 w 283"/>
              <a:gd name="T7" fmla="*/ 325659455 h 284"/>
              <a:gd name="T8" fmla="*/ 514773633 w 283"/>
              <a:gd name="T9" fmla="*/ 515096540 h 284"/>
              <a:gd name="T10" fmla="*/ 319074710 w 283"/>
              <a:gd name="T11" fmla="*/ 604492881 h 284"/>
              <a:gd name="T12" fmla="*/ 259514739 w 283"/>
              <a:gd name="T13" fmla="*/ 602364293 h 284"/>
              <a:gd name="T14" fmla="*/ 4254388 w 283"/>
              <a:gd name="T15" fmla="*/ 355458236 h 284"/>
              <a:gd name="T16" fmla="*/ 0 w 283"/>
              <a:gd name="T17" fmla="*/ 285219191 h 284"/>
              <a:gd name="T18" fmla="*/ 4254388 w 283"/>
              <a:gd name="T19" fmla="*/ 246906057 h 284"/>
              <a:gd name="T20" fmla="*/ 248878041 w 283"/>
              <a:gd name="T21" fmla="*/ 6385766 h 284"/>
              <a:gd name="T22" fmla="*/ 357364201 w 283"/>
              <a:gd name="T23" fmla="*/ 559793981 h 284"/>
              <a:gd name="T24" fmla="*/ 297802771 w 283"/>
              <a:gd name="T25" fmla="*/ 529995201 h 284"/>
              <a:gd name="T26" fmla="*/ 280785220 w 283"/>
              <a:gd name="T27" fmla="*/ 495939243 h 284"/>
              <a:gd name="T28" fmla="*/ 253132428 w 283"/>
              <a:gd name="T29" fmla="*/ 393771370 h 284"/>
              <a:gd name="T30" fmla="*/ 195698922 w 283"/>
              <a:gd name="T31" fmla="*/ 374615533 h 284"/>
              <a:gd name="T32" fmla="*/ 155282967 w 283"/>
              <a:gd name="T33" fmla="*/ 253290363 h 284"/>
              <a:gd name="T34" fmla="*/ 210590009 w 283"/>
              <a:gd name="T35" fmla="*/ 221362994 h 284"/>
              <a:gd name="T36" fmla="*/ 280785220 w 283"/>
              <a:gd name="T37" fmla="*/ 257547540 h 284"/>
              <a:gd name="T38" fmla="*/ 319074710 w 283"/>
              <a:gd name="T39" fmla="*/ 270319072 h 284"/>
              <a:gd name="T40" fmla="*/ 367999441 w 283"/>
              <a:gd name="T41" fmla="*/ 242648880 h 284"/>
              <a:gd name="T42" fmla="*/ 376508216 w 283"/>
              <a:gd name="T43" fmla="*/ 217107276 h 284"/>
              <a:gd name="T44" fmla="*/ 389271380 w 283"/>
              <a:gd name="T45" fmla="*/ 195821391 h 284"/>
              <a:gd name="T46" fmla="*/ 344601037 w 283"/>
              <a:gd name="T47" fmla="*/ 217107276 h 284"/>
              <a:gd name="T48" fmla="*/ 329709951 w 283"/>
              <a:gd name="T49" fmla="*/ 236263114 h 284"/>
              <a:gd name="T50" fmla="*/ 285039608 w 283"/>
              <a:gd name="T51" fmla="*/ 193692802 h 284"/>
              <a:gd name="T52" fmla="*/ 248878041 w 283"/>
              <a:gd name="T53" fmla="*/ 193692802 h 284"/>
              <a:gd name="T54" fmla="*/ 208462086 w 283"/>
              <a:gd name="T55" fmla="*/ 200078568 h 284"/>
              <a:gd name="T56" fmla="*/ 223351714 w 283"/>
              <a:gd name="T57" fmla="*/ 183051319 h 284"/>
              <a:gd name="T58" fmla="*/ 210590009 w 283"/>
              <a:gd name="T59" fmla="*/ 170279788 h 284"/>
              <a:gd name="T60" fmla="*/ 259514739 w 283"/>
              <a:gd name="T61" fmla="*/ 153251079 h 284"/>
              <a:gd name="T62" fmla="*/ 280785220 w 283"/>
              <a:gd name="T63" fmla="*/ 144738184 h 284"/>
              <a:gd name="T64" fmla="*/ 325457021 w 283"/>
              <a:gd name="T65" fmla="*/ 144738184 h 284"/>
              <a:gd name="T66" fmla="*/ 319074710 w 283"/>
              <a:gd name="T67" fmla="*/ 117067992 h 284"/>
              <a:gd name="T68" fmla="*/ 299930694 w 283"/>
              <a:gd name="T69" fmla="*/ 123452299 h 284"/>
              <a:gd name="T70" fmla="*/ 325457021 w 283"/>
              <a:gd name="T71" fmla="*/ 85139164 h 284"/>
              <a:gd name="T72" fmla="*/ 376508216 w 283"/>
              <a:gd name="T73" fmla="*/ 70240504 h 284"/>
              <a:gd name="T74" fmla="*/ 414797707 w 283"/>
              <a:gd name="T75" fmla="*/ 70240504 h 284"/>
              <a:gd name="T76" fmla="*/ 310565935 w 283"/>
              <a:gd name="T77" fmla="*/ 38313135 h 284"/>
              <a:gd name="T78" fmla="*/ 142519804 w 283"/>
              <a:gd name="T79" fmla="*/ 89396341 h 284"/>
              <a:gd name="T80" fmla="*/ 153156503 w 283"/>
              <a:gd name="T81" fmla="*/ 110682227 h 284"/>
              <a:gd name="T82" fmla="*/ 121247865 w 283"/>
              <a:gd name="T83" fmla="*/ 151123950 h 284"/>
              <a:gd name="T84" fmla="*/ 70196670 w 283"/>
              <a:gd name="T85" fmla="*/ 174536965 h 284"/>
              <a:gd name="T86" fmla="*/ 44670343 w 283"/>
              <a:gd name="T87" fmla="*/ 268190483 h 284"/>
              <a:gd name="T88" fmla="*/ 65942282 w 283"/>
              <a:gd name="T89" fmla="*/ 300117852 h 284"/>
              <a:gd name="T90" fmla="*/ 40415955 w 283"/>
              <a:gd name="T91" fmla="*/ 349073929 h 284"/>
              <a:gd name="T92" fmla="*/ 353109813 w 283"/>
              <a:gd name="T93" fmla="*/ 561922570 h 284"/>
              <a:gd name="T94" fmla="*/ 363745053 w 283"/>
              <a:gd name="T95" fmla="*/ 559793981 h 284"/>
              <a:gd name="T96" fmla="*/ 542427883 w 283"/>
              <a:gd name="T97" fmla="*/ 410800079 h 284"/>
              <a:gd name="T98" fmla="*/ 557317511 w 283"/>
              <a:gd name="T99" fmla="*/ 359715413 h 284"/>
              <a:gd name="T100" fmla="*/ 538173495 w 283"/>
              <a:gd name="T101" fmla="*/ 338430987 h 284"/>
              <a:gd name="T102" fmla="*/ 499884004 w 283"/>
              <a:gd name="T103" fmla="*/ 319273690 h 284"/>
              <a:gd name="T104" fmla="*/ 467976825 w 283"/>
              <a:gd name="T105" fmla="*/ 315017972 h 284"/>
              <a:gd name="T106" fmla="*/ 414797707 w 283"/>
              <a:gd name="T107" fmla="*/ 310760795 h 284"/>
              <a:gd name="T108" fmla="*/ 395652232 w 283"/>
              <a:gd name="T109" fmla="*/ 332045221 h 284"/>
              <a:gd name="T110" fmla="*/ 429687335 w 283"/>
              <a:gd name="T111" fmla="*/ 340559575 h 284"/>
              <a:gd name="T112" fmla="*/ 453085739 w 283"/>
              <a:gd name="T113" fmla="*/ 342688164 h 284"/>
              <a:gd name="T114" fmla="*/ 402034543 w 283"/>
              <a:gd name="T115" fmla="*/ 438470271 h 284"/>
              <a:gd name="T116" fmla="*/ 374381752 w 283"/>
              <a:gd name="T117" fmla="*/ 536380966 h 28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83" h="284">
                <a:moveTo>
                  <a:pt x="133" y="0"/>
                </a:moveTo>
                <a:cubicBezTo>
                  <a:pt x="139" y="0"/>
                  <a:pt x="144" y="0"/>
                  <a:pt x="150" y="0"/>
                </a:cubicBezTo>
                <a:cubicBezTo>
                  <a:pt x="154" y="1"/>
                  <a:pt x="157" y="1"/>
                  <a:pt x="161" y="2"/>
                </a:cubicBezTo>
                <a:cubicBezTo>
                  <a:pt x="189" y="6"/>
                  <a:pt x="214" y="17"/>
                  <a:pt x="235" y="36"/>
                </a:cubicBezTo>
                <a:cubicBezTo>
                  <a:pt x="260" y="58"/>
                  <a:pt x="275" y="85"/>
                  <a:pt x="281" y="118"/>
                </a:cubicBezTo>
                <a:cubicBezTo>
                  <a:pt x="282" y="123"/>
                  <a:pt x="283" y="129"/>
                  <a:pt x="283" y="134"/>
                </a:cubicBezTo>
                <a:cubicBezTo>
                  <a:pt x="283" y="139"/>
                  <a:pt x="283" y="145"/>
                  <a:pt x="283" y="151"/>
                </a:cubicBezTo>
                <a:cubicBezTo>
                  <a:pt x="283" y="151"/>
                  <a:pt x="283" y="152"/>
                  <a:pt x="283" y="153"/>
                </a:cubicBezTo>
                <a:cubicBezTo>
                  <a:pt x="282" y="159"/>
                  <a:pt x="282" y="164"/>
                  <a:pt x="281" y="169"/>
                </a:cubicBezTo>
                <a:cubicBezTo>
                  <a:pt x="275" y="197"/>
                  <a:pt x="263" y="221"/>
                  <a:pt x="242" y="242"/>
                </a:cubicBezTo>
                <a:cubicBezTo>
                  <a:pt x="221" y="263"/>
                  <a:pt x="196" y="277"/>
                  <a:pt x="166" y="282"/>
                </a:cubicBezTo>
                <a:cubicBezTo>
                  <a:pt x="161" y="283"/>
                  <a:pt x="155" y="283"/>
                  <a:pt x="150" y="284"/>
                </a:cubicBezTo>
                <a:cubicBezTo>
                  <a:pt x="144" y="284"/>
                  <a:pt x="139" y="284"/>
                  <a:pt x="133" y="284"/>
                </a:cubicBezTo>
                <a:cubicBezTo>
                  <a:pt x="129" y="284"/>
                  <a:pt x="126" y="283"/>
                  <a:pt x="122" y="283"/>
                </a:cubicBezTo>
                <a:cubicBezTo>
                  <a:pt x="94" y="279"/>
                  <a:pt x="69" y="268"/>
                  <a:pt x="48" y="249"/>
                </a:cubicBezTo>
                <a:cubicBezTo>
                  <a:pt x="23" y="227"/>
                  <a:pt x="8" y="199"/>
                  <a:pt x="2" y="167"/>
                </a:cubicBezTo>
                <a:cubicBezTo>
                  <a:pt x="1" y="161"/>
                  <a:pt x="0" y="156"/>
                  <a:pt x="0" y="151"/>
                </a:cubicBezTo>
                <a:cubicBezTo>
                  <a:pt x="0" y="145"/>
                  <a:pt x="0" y="139"/>
                  <a:pt x="0" y="134"/>
                </a:cubicBezTo>
                <a:cubicBezTo>
                  <a:pt x="0" y="133"/>
                  <a:pt x="0" y="132"/>
                  <a:pt x="0" y="131"/>
                </a:cubicBezTo>
                <a:cubicBezTo>
                  <a:pt x="1" y="126"/>
                  <a:pt x="1" y="121"/>
                  <a:pt x="2" y="116"/>
                </a:cubicBezTo>
                <a:cubicBezTo>
                  <a:pt x="8" y="87"/>
                  <a:pt x="20" y="63"/>
                  <a:pt x="41" y="43"/>
                </a:cubicBezTo>
                <a:cubicBezTo>
                  <a:pt x="62" y="21"/>
                  <a:pt x="87" y="8"/>
                  <a:pt x="117" y="3"/>
                </a:cubicBezTo>
                <a:cubicBezTo>
                  <a:pt x="122" y="2"/>
                  <a:pt x="128" y="1"/>
                  <a:pt x="133" y="0"/>
                </a:cubicBezTo>
                <a:close/>
                <a:moveTo>
                  <a:pt x="168" y="263"/>
                </a:moveTo>
                <a:cubicBezTo>
                  <a:pt x="166" y="262"/>
                  <a:pt x="164" y="263"/>
                  <a:pt x="162" y="262"/>
                </a:cubicBezTo>
                <a:cubicBezTo>
                  <a:pt x="153" y="260"/>
                  <a:pt x="147" y="254"/>
                  <a:pt x="140" y="249"/>
                </a:cubicBezTo>
                <a:cubicBezTo>
                  <a:pt x="136" y="246"/>
                  <a:pt x="133" y="242"/>
                  <a:pt x="132" y="237"/>
                </a:cubicBezTo>
                <a:cubicBezTo>
                  <a:pt x="132" y="236"/>
                  <a:pt x="132" y="235"/>
                  <a:pt x="132" y="233"/>
                </a:cubicBezTo>
                <a:cubicBezTo>
                  <a:pt x="130" y="222"/>
                  <a:pt x="128" y="210"/>
                  <a:pt x="126" y="199"/>
                </a:cubicBezTo>
                <a:cubicBezTo>
                  <a:pt x="125" y="194"/>
                  <a:pt x="123" y="189"/>
                  <a:pt x="119" y="185"/>
                </a:cubicBezTo>
                <a:cubicBezTo>
                  <a:pt x="117" y="181"/>
                  <a:pt x="113" y="179"/>
                  <a:pt x="108" y="179"/>
                </a:cubicBezTo>
                <a:cubicBezTo>
                  <a:pt x="103" y="178"/>
                  <a:pt x="97" y="178"/>
                  <a:pt x="92" y="176"/>
                </a:cubicBezTo>
                <a:cubicBezTo>
                  <a:pt x="78" y="174"/>
                  <a:pt x="68" y="163"/>
                  <a:pt x="66" y="150"/>
                </a:cubicBezTo>
                <a:cubicBezTo>
                  <a:pt x="64" y="139"/>
                  <a:pt x="67" y="129"/>
                  <a:pt x="73" y="119"/>
                </a:cubicBezTo>
                <a:cubicBezTo>
                  <a:pt x="79" y="110"/>
                  <a:pt x="89" y="108"/>
                  <a:pt x="99" y="104"/>
                </a:cubicBezTo>
                <a:cubicBezTo>
                  <a:pt x="99" y="104"/>
                  <a:pt x="99" y="104"/>
                  <a:pt x="99" y="104"/>
                </a:cubicBezTo>
                <a:cubicBezTo>
                  <a:pt x="106" y="103"/>
                  <a:pt x="112" y="106"/>
                  <a:pt x="117" y="110"/>
                </a:cubicBezTo>
                <a:cubicBezTo>
                  <a:pt x="122" y="113"/>
                  <a:pt x="127" y="117"/>
                  <a:pt x="132" y="121"/>
                </a:cubicBezTo>
                <a:cubicBezTo>
                  <a:pt x="136" y="125"/>
                  <a:pt x="141" y="127"/>
                  <a:pt x="147" y="127"/>
                </a:cubicBezTo>
                <a:cubicBezTo>
                  <a:pt x="148" y="128"/>
                  <a:pt x="149" y="127"/>
                  <a:pt x="150" y="127"/>
                </a:cubicBezTo>
                <a:cubicBezTo>
                  <a:pt x="153" y="125"/>
                  <a:pt x="156" y="123"/>
                  <a:pt x="159" y="122"/>
                </a:cubicBezTo>
                <a:cubicBezTo>
                  <a:pt x="163" y="119"/>
                  <a:pt x="169" y="117"/>
                  <a:pt x="173" y="114"/>
                </a:cubicBezTo>
                <a:cubicBezTo>
                  <a:pt x="176" y="113"/>
                  <a:pt x="178" y="111"/>
                  <a:pt x="179" y="109"/>
                </a:cubicBezTo>
                <a:cubicBezTo>
                  <a:pt x="174" y="107"/>
                  <a:pt x="173" y="106"/>
                  <a:pt x="177" y="102"/>
                </a:cubicBezTo>
                <a:cubicBezTo>
                  <a:pt x="179" y="100"/>
                  <a:pt x="181" y="99"/>
                  <a:pt x="183" y="97"/>
                </a:cubicBezTo>
                <a:cubicBezTo>
                  <a:pt x="184" y="95"/>
                  <a:pt x="185" y="93"/>
                  <a:pt x="183" y="92"/>
                </a:cubicBezTo>
                <a:cubicBezTo>
                  <a:pt x="181" y="91"/>
                  <a:pt x="179" y="89"/>
                  <a:pt x="177" y="89"/>
                </a:cubicBezTo>
                <a:cubicBezTo>
                  <a:pt x="170" y="90"/>
                  <a:pt x="163" y="94"/>
                  <a:pt x="162" y="102"/>
                </a:cubicBezTo>
                <a:cubicBezTo>
                  <a:pt x="161" y="105"/>
                  <a:pt x="162" y="108"/>
                  <a:pt x="163" y="111"/>
                </a:cubicBezTo>
                <a:cubicBezTo>
                  <a:pt x="160" y="111"/>
                  <a:pt x="158" y="111"/>
                  <a:pt x="155" y="111"/>
                </a:cubicBezTo>
                <a:cubicBezTo>
                  <a:pt x="150" y="109"/>
                  <a:pt x="147" y="106"/>
                  <a:pt x="144" y="102"/>
                </a:cubicBezTo>
                <a:cubicBezTo>
                  <a:pt x="141" y="98"/>
                  <a:pt x="138" y="95"/>
                  <a:pt x="134" y="91"/>
                </a:cubicBezTo>
                <a:cubicBezTo>
                  <a:pt x="130" y="86"/>
                  <a:pt x="124" y="86"/>
                  <a:pt x="119" y="89"/>
                </a:cubicBezTo>
                <a:cubicBezTo>
                  <a:pt x="118" y="89"/>
                  <a:pt x="117" y="90"/>
                  <a:pt x="117" y="91"/>
                </a:cubicBezTo>
                <a:cubicBezTo>
                  <a:pt x="115" y="99"/>
                  <a:pt x="105" y="103"/>
                  <a:pt x="98" y="98"/>
                </a:cubicBezTo>
                <a:cubicBezTo>
                  <a:pt x="96" y="97"/>
                  <a:pt x="96" y="95"/>
                  <a:pt x="98" y="94"/>
                </a:cubicBezTo>
                <a:cubicBezTo>
                  <a:pt x="100" y="93"/>
                  <a:pt x="101" y="93"/>
                  <a:pt x="103" y="92"/>
                </a:cubicBezTo>
                <a:cubicBezTo>
                  <a:pt x="107" y="91"/>
                  <a:pt x="108" y="90"/>
                  <a:pt x="105" y="86"/>
                </a:cubicBezTo>
                <a:cubicBezTo>
                  <a:pt x="104" y="85"/>
                  <a:pt x="102" y="84"/>
                  <a:pt x="101" y="82"/>
                </a:cubicBezTo>
                <a:cubicBezTo>
                  <a:pt x="100" y="81"/>
                  <a:pt x="100" y="81"/>
                  <a:pt x="99" y="80"/>
                </a:cubicBezTo>
                <a:cubicBezTo>
                  <a:pt x="100" y="80"/>
                  <a:pt x="101" y="80"/>
                  <a:pt x="102" y="80"/>
                </a:cubicBezTo>
                <a:cubicBezTo>
                  <a:pt x="109" y="79"/>
                  <a:pt x="116" y="77"/>
                  <a:pt x="122" y="72"/>
                </a:cubicBezTo>
                <a:cubicBezTo>
                  <a:pt x="123" y="71"/>
                  <a:pt x="125" y="70"/>
                  <a:pt x="123" y="68"/>
                </a:cubicBezTo>
                <a:cubicBezTo>
                  <a:pt x="126" y="66"/>
                  <a:pt x="129" y="66"/>
                  <a:pt x="132" y="68"/>
                </a:cubicBezTo>
                <a:cubicBezTo>
                  <a:pt x="134" y="69"/>
                  <a:pt x="137" y="70"/>
                  <a:pt x="139" y="72"/>
                </a:cubicBezTo>
                <a:cubicBezTo>
                  <a:pt x="146" y="75"/>
                  <a:pt x="150" y="74"/>
                  <a:pt x="153" y="68"/>
                </a:cubicBezTo>
                <a:cubicBezTo>
                  <a:pt x="154" y="66"/>
                  <a:pt x="155" y="64"/>
                  <a:pt x="156" y="63"/>
                </a:cubicBezTo>
                <a:cubicBezTo>
                  <a:pt x="157" y="58"/>
                  <a:pt x="155" y="55"/>
                  <a:pt x="150" y="55"/>
                </a:cubicBezTo>
                <a:cubicBezTo>
                  <a:pt x="149" y="55"/>
                  <a:pt x="147" y="56"/>
                  <a:pt x="146" y="56"/>
                </a:cubicBezTo>
                <a:cubicBezTo>
                  <a:pt x="144" y="57"/>
                  <a:pt x="142" y="58"/>
                  <a:pt x="141" y="58"/>
                </a:cubicBezTo>
                <a:cubicBezTo>
                  <a:pt x="139" y="56"/>
                  <a:pt x="140" y="54"/>
                  <a:pt x="141" y="52"/>
                </a:cubicBezTo>
                <a:cubicBezTo>
                  <a:pt x="144" y="47"/>
                  <a:pt x="148" y="43"/>
                  <a:pt x="153" y="40"/>
                </a:cubicBezTo>
                <a:cubicBezTo>
                  <a:pt x="159" y="36"/>
                  <a:pt x="165" y="32"/>
                  <a:pt x="173" y="31"/>
                </a:cubicBezTo>
                <a:cubicBezTo>
                  <a:pt x="174" y="31"/>
                  <a:pt x="176" y="32"/>
                  <a:pt x="177" y="33"/>
                </a:cubicBezTo>
                <a:cubicBezTo>
                  <a:pt x="179" y="34"/>
                  <a:pt x="182" y="36"/>
                  <a:pt x="184" y="37"/>
                </a:cubicBezTo>
                <a:cubicBezTo>
                  <a:pt x="189" y="38"/>
                  <a:pt x="193" y="37"/>
                  <a:pt x="195" y="33"/>
                </a:cubicBezTo>
                <a:cubicBezTo>
                  <a:pt x="195" y="31"/>
                  <a:pt x="195" y="30"/>
                  <a:pt x="193" y="29"/>
                </a:cubicBezTo>
                <a:cubicBezTo>
                  <a:pt x="178" y="22"/>
                  <a:pt x="162" y="19"/>
                  <a:pt x="146" y="18"/>
                </a:cubicBezTo>
                <a:cubicBezTo>
                  <a:pt x="124" y="18"/>
                  <a:pt x="104" y="22"/>
                  <a:pt x="85" y="32"/>
                </a:cubicBezTo>
                <a:cubicBezTo>
                  <a:pt x="79" y="35"/>
                  <a:pt x="73" y="39"/>
                  <a:pt x="67" y="42"/>
                </a:cubicBezTo>
                <a:cubicBezTo>
                  <a:pt x="69" y="43"/>
                  <a:pt x="70" y="44"/>
                  <a:pt x="71" y="45"/>
                </a:cubicBezTo>
                <a:cubicBezTo>
                  <a:pt x="74" y="47"/>
                  <a:pt x="74" y="49"/>
                  <a:pt x="72" y="52"/>
                </a:cubicBezTo>
                <a:cubicBezTo>
                  <a:pt x="71" y="52"/>
                  <a:pt x="71" y="53"/>
                  <a:pt x="70" y="54"/>
                </a:cubicBezTo>
                <a:cubicBezTo>
                  <a:pt x="67" y="61"/>
                  <a:pt x="63" y="67"/>
                  <a:pt x="57" y="71"/>
                </a:cubicBezTo>
                <a:cubicBezTo>
                  <a:pt x="51" y="77"/>
                  <a:pt x="44" y="81"/>
                  <a:pt x="36" y="80"/>
                </a:cubicBezTo>
                <a:cubicBezTo>
                  <a:pt x="35" y="80"/>
                  <a:pt x="34" y="81"/>
                  <a:pt x="33" y="82"/>
                </a:cubicBezTo>
                <a:cubicBezTo>
                  <a:pt x="26" y="94"/>
                  <a:pt x="22" y="108"/>
                  <a:pt x="19" y="122"/>
                </a:cubicBezTo>
                <a:cubicBezTo>
                  <a:pt x="19" y="124"/>
                  <a:pt x="19" y="125"/>
                  <a:pt x="21" y="126"/>
                </a:cubicBezTo>
                <a:cubicBezTo>
                  <a:pt x="26" y="127"/>
                  <a:pt x="30" y="130"/>
                  <a:pt x="32" y="134"/>
                </a:cubicBezTo>
                <a:cubicBezTo>
                  <a:pt x="33" y="137"/>
                  <a:pt x="33" y="139"/>
                  <a:pt x="31" y="141"/>
                </a:cubicBezTo>
                <a:cubicBezTo>
                  <a:pt x="25" y="146"/>
                  <a:pt x="21" y="154"/>
                  <a:pt x="19" y="162"/>
                </a:cubicBezTo>
                <a:cubicBezTo>
                  <a:pt x="19" y="162"/>
                  <a:pt x="19" y="163"/>
                  <a:pt x="19" y="164"/>
                </a:cubicBezTo>
                <a:cubicBezTo>
                  <a:pt x="23" y="185"/>
                  <a:pt x="31" y="204"/>
                  <a:pt x="45" y="220"/>
                </a:cubicBezTo>
                <a:cubicBezTo>
                  <a:pt x="77" y="258"/>
                  <a:pt x="117" y="272"/>
                  <a:pt x="166" y="264"/>
                </a:cubicBezTo>
                <a:cubicBezTo>
                  <a:pt x="167" y="264"/>
                  <a:pt x="167" y="263"/>
                  <a:pt x="168" y="263"/>
                </a:cubicBezTo>
                <a:cubicBezTo>
                  <a:pt x="169" y="263"/>
                  <a:pt x="170" y="263"/>
                  <a:pt x="171" y="263"/>
                </a:cubicBezTo>
                <a:cubicBezTo>
                  <a:pt x="174" y="262"/>
                  <a:pt x="176" y="261"/>
                  <a:pt x="179" y="261"/>
                </a:cubicBezTo>
                <a:cubicBezTo>
                  <a:pt x="214" y="249"/>
                  <a:pt x="239" y="226"/>
                  <a:pt x="255" y="193"/>
                </a:cubicBezTo>
                <a:cubicBezTo>
                  <a:pt x="258" y="185"/>
                  <a:pt x="261" y="177"/>
                  <a:pt x="263" y="168"/>
                </a:cubicBezTo>
                <a:cubicBezTo>
                  <a:pt x="262" y="168"/>
                  <a:pt x="262" y="168"/>
                  <a:pt x="262" y="169"/>
                </a:cubicBezTo>
                <a:cubicBezTo>
                  <a:pt x="258" y="172"/>
                  <a:pt x="256" y="172"/>
                  <a:pt x="255" y="167"/>
                </a:cubicBezTo>
                <a:cubicBezTo>
                  <a:pt x="254" y="164"/>
                  <a:pt x="254" y="162"/>
                  <a:pt x="253" y="159"/>
                </a:cubicBezTo>
                <a:cubicBezTo>
                  <a:pt x="252" y="153"/>
                  <a:pt x="249" y="151"/>
                  <a:pt x="243" y="151"/>
                </a:cubicBezTo>
                <a:cubicBezTo>
                  <a:pt x="240" y="150"/>
                  <a:pt x="238" y="151"/>
                  <a:pt x="235" y="150"/>
                </a:cubicBezTo>
                <a:cubicBezTo>
                  <a:pt x="231" y="150"/>
                  <a:pt x="227" y="149"/>
                  <a:pt x="222" y="148"/>
                </a:cubicBezTo>
                <a:cubicBezTo>
                  <a:pt x="222" y="148"/>
                  <a:pt x="221" y="148"/>
                  <a:pt x="220" y="148"/>
                </a:cubicBezTo>
                <a:cubicBezTo>
                  <a:pt x="216" y="150"/>
                  <a:pt x="212" y="150"/>
                  <a:pt x="208" y="149"/>
                </a:cubicBezTo>
                <a:cubicBezTo>
                  <a:pt x="204" y="148"/>
                  <a:pt x="199" y="147"/>
                  <a:pt x="195" y="146"/>
                </a:cubicBezTo>
                <a:cubicBezTo>
                  <a:pt x="188" y="145"/>
                  <a:pt x="186" y="148"/>
                  <a:pt x="186" y="154"/>
                </a:cubicBezTo>
                <a:cubicBezTo>
                  <a:pt x="186" y="155"/>
                  <a:pt x="186" y="156"/>
                  <a:pt x="186" y="156"/>
                </a:cubicBezTo>
                <a:cubicBezTo>
                  <a:pt x="187" y="161"/>
                  <a:pt x="189" y="163"/>
                  <a:pt x="193" y="162"/>
                </a:cubicBezTo>
                <a:cubicBezTo>
                  <a:pt x="196" y="162"/>
                  <a:pt x="199" y="161"/>
                  <a:pt x="202" y="160"/>
                </a:cubicBezTo>
                <a:cubicBezTo>
                  <a:pt x="205" y="160"/>
                  <a:pt x="208" y="158"/>
                  <a:pt x="210" y="158"/>
                </a:cubicBezTo>
                <a:cubicBezTo>
                  <a:pt x="213" y="157"/>
                  <a:pt x="214" y="158"/>
                  <a:pt x="213" y="161"/>
                </a:cubicBezTo>
                <a:cubicBezTo>
                  <a:pt x="213" y="163"/>
                  <a:pt x="212" y="165"/>
                  <a:pt x="211" y="166"/>
                </a:cubicBezTo>
                <a:cubicBezTo>
                  <a:pt x="203" y="180"/>
                  <a:pt x="196" y="193"/>
                  <a:pt x="189" y="206"/>
                </a:cubicBezTo>
                <a:cubicBezTo>
                  <a:pt x="183" y="216"/>
                  <a:pt x="179" y="226"/>
                  <a:pt x="177" y="237"/>
                </a:cubicBezTo>
                <a:cubicBezTo>
                  <a:pt x="176" y="242"/>
                  <a:pt x="176" y="247"/>
                  <a:pt x="176" y="252"/>
                </a:cubicBezTo>
                <a:cubicBezTo>
                  <a:pt x="176" y="258"/>
                  <a:pt x="173" y="262"/>
                  <a:pt x="168" y="2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2" name="Freeform 14"/>
          <p:cNvSpPr>
            <a:spLocks noEditPoints="1"/>
          </p:cNvSpPr>
          <p:nvPr/>
        </p:nvSpPr>
        <p:spPr bwMode="auto">
          <a:xfrm>
            <a:off x="5146675" y="2992438"/>
            <a:ext cx="204788" cy="298449"/>
          </a:xfrm>
          <a:custGeom>
            <a:avLst/>
            <a:gdLst>
              <a:gd name="T0" fmla="*/ 185632334 w 141"/>
              <a:gd name="T1" fmla="*/ 6359169 h 205"/>
              <a:gd name="T2" fmla="*/ 288995083 w 141"/>
              <a:gd name="T3" fmla="*/ 112333668 h 205"/>
              <a:gd name="T4" fmla="*/ 257353158 w 141"/>
              <a:gd name="T5" fmla="*/ 247982833 h 205"/>
              <a:gd name="T6" fmla="*/ 244696969 w 141"/>
              <a:gd name="T7" fmla="*/ 296732093 h 205"/>
              <a:gd name="T8" fmla="*/ 242588089 w 141"/>
              <a:gd name="T9" fmla="*/ 339122184 h 205"/>
              <a:gd name="T10" fmla="*/ 223602353 w 141"/>
              <a:gd name="T11" fmla="*/ 394229156 h 205"/>
              <a:gd name="T12" fmla="*/ 172976145 w 141"/>
              <a:gd name="T13" fmla="*/ 432379801 h 205"/>
              <a:gd name="T14" fmla="*/ 78050371 w 141"/>
              <a:gd name="T15" fmla="*/ 400586869 h 205"/>
              <a:gd name="T16" fmla="*/ 52736541 w 141"/>
              <a:gd name="T17" fmla="*/ 345479897 h 205"/>
              <a:gd name="T18" fmla="*/ 52736541 w 141"/>
              <a:gd name="T19" fmla="*/ 309448974 h 205"/>
              <a:gd name="T20" fmla="*/ 48517327 w 141"/>
              <a:gd name="T21" fmla="*/ 281895488 h 205"/>
              <a:gd name="T22" fmla="*/ 12656189 w 141"/>
              <a:gd name="T23" fmla="*/ 199233573 h 205"/>
              <a:gd name="T24" fmla="*/ 90706560 w 141"/>
              <a:gd name="T25" fmla="*/ 12716882 h 205"/>
              <a:gd name="T26" fmla="*/ 139223887 w 141"/>
              <a:gd name="T27" fmla="*/ 0 h 205"/>
              <a:gd name="T28" fmla="*/ 147662315 w 141"/>
              <a:gd name="T29" fmla="*/ 298850360 h 205"/>
              <a:gd name="T30" fmla="*/ 219383139 w 141"/>
              <a:gd name="T31" fmla="*/ 286133478 h 205"/>
              <a:gd name="T32" fmla="*/ 248916183 w 141"/>
              <a:gd name="T33" fmla="*/ 205592742 h 205"/>
              <a:gd name="T34" fmla="*/ 221493472 w 141"/>
              <a:gd name="T35" fmla="*/ 55106973 h 205"/>
              <a:gd name="T36" fmla="*/ 31641925 w 141"/>
              <a:gd name="T37" fmla="*/ 169560364 h 205"/>
              <a:gd name="T38" fmla="*/ 75940038 w 141"/>
              <a:gd name="T39" fmla="*/ 288253201 h 205"/>
              <a:gd name="T40" fmla="*/ 147662315 w 141"/>
              <a:gd name="T41" fmla="*/ 298850360 h 205"/>
              <a:gd name="T42" fmla="*/ 90706560 w 141"/>
              <a:gd name="T43" fmla="*/ 311567241 h 205"/>
              <a:gd name="T44" fmla="*/ 90706560 w 141"/>
              <a:gd name="T45" fmla="*/ 334882738 h 205"/>
              <a:gd name="T46" fmla="*/ 204618070 w 141"/>
              <a:gd name="T47" fmla="*/ 334882738 h 205"/>
              <a:gd name="T48" fmla="*/ 204618070 w 141"/>
              <a:gd name="T49" fmla="*/ 311567241 h 205"/>
              <a:gd name="T50" fmla="*/ 147662315 w 141"/>
              <a:gd name="T51" fmla="*/ 347599620 h 205"/>
              <a:gd name="T52" fmla="*/ 78050371 w 141"/>
              <a:gd name="T53" fmla="*/ 353958788 h 205"/>
              <a:gd name="T54" fmla="*/ 170865812 w 141"/>
              <a:gd name="T55" fmla="*/ 370913660 h 205"/>
              <a:gd name="T56" fmla="*/ 217274258 w 141"/>
              <a:gd name="T57" fmla="*/ 362436224 h 205"/>
              <a:gd name="T58" fmla="*/ 147662315 w 141"/>
              <a:gd name="T59" fmla="*/ 347599620 h 205"/>
              <a:gd name="T60" fmla="*/ 122348485 w 141"/>
              <a:gd name="T61" fmla="*/ 404826315 h 205"/>
              <a:gd name="T62" fmla="*/ 194070761 w 141"/>
              <a:gd name="T63" fmla="*/ 383631998 h 20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41" h="205">
                <a:moveTo>
                  <a:pt x="74" y="0"/>
                </a:moveTo>
                <a:cubicBezTo>
                  <a:pt x="78" y="1"/>
                  <a:pt x="83" y="1"/>
                  <a:pt x="88" y="3"/>
                </a:cubicBezTo>
                <a:cubicBezTo>
                  <a:pt x="100" y="6"/>
                  <a:pt x="110" y="12"/>
                  <a:pt x="119" y="21"/>
                </a:cubicBezTo>
                <a:cubicBezTo>
                  <a:pt x="128" y="30"/>
                  <a:pt x="134" y="40"/>
                  <a:pt x="137" y="53"/>
                </a:cubicBezTo>
                <a:cubicBezTo>
                  <a:pt x="141" y="70"/>
                  <a:pt x="139" y="86"/>
                  <a:pt x="130" y="102"/>
                </a:cubicBezTo>
                <a:cubicBezTo>
                  <a:pt x="128" y="107"/>
                  <a:pt x="125" y="112"/>
                  <a:pt x="122" y="117"/>
                </a:cubicBezTo>
                <a:cubicBezTo>
                  <a:pt x="119" y="123"/>
                  <a:pt x="117" y="130"/>
                  <a:pt x="117" y="138"/>
                </a:cubicBezTo>
                <a:cubicBezTo>
                  <a:pt x="117" y="139"/>
                  <a:pt x="116" y="139"/>
                  <a:pt x="116" y="140"/>
                </a:cubicBezTo>
                <a:cubicBezTo>
                  <a:pt x="116" y="142"/>
                  <a:pt x="115" y="147"/>
                  <a:pt x="116" y="149"/>
                </a:cubicBezTo>
                <a:cubicBezTo>
                  <a:pt x="117" y="153"/>
                  <a:pt x="116" y="156"/>
                  <a:pt x="115" y="160"/>
                </a:cubicBezTo>
                <a:cubicBezTo>
                  <a:pt x="115" y="160"/>
                  <a:pt x="114" y="161"/>
                  <a:pt x="115" y="162"/>
                </a:cubicBezTo>
                <a:cubicBezTo>
                  <a:pt x="118" y="171"/>
                  <a:pt x="115" y="181"/>
                  <a:pt x="106" y="186"/>
                </a:cubicBezTo>
                <a:cubicBezTo>
                  <a:pt x="105" y="186"/>
                  <a:pt x="104" y="187"/>
                  <a:pt x="104" y="188"/>
                </a:cubicBezTo>
                <a:cubicBezTo>
                  <a:pt x="100" y="198"/>
                  <a:pt x="93" y="204"/>
                  <a:pt x="82" y="204"/>
                </a:cubicBezTo>
                <a:cubicBezTo>
                  <a:pt x="74" y="205"/>
                  <a:pt x="65" y="205"/>
                  <a:pt x="56" y="204"/>
                </a:cubicBezTo>
                <a:cubicBezTo>
                  <a:pt x="46" y="203"/>
                  <a:pt x="40" y="198"/>
                  <a:pt x="37" y="189"/>
                </a:cubicBezTo>
                <a:cubicBezTo>
                  <a:pt x="36" y="187"/>
                  <a:pt x="35" y="186"/>
                  <a:pt x="33" y="185"/>
                </a:cubicBezTo>
                <a:cubicBezTo>
                  <a:pt x="25" y="181"/>
                  <a:pt x="22" y="171"/>
                  <a:pt x="25" y="163"/>
                </a:cubicBezTo>
                <a:cubicBezTo>
                  <a:pt x="25" y="161"/>
                  <a:pt x="26" y="161"/>
                  <a:pt x="25" y="159"/>
                </a:cubicBezTo>
                <a:cubicBezTo>
                  <a:pt x="23" y="155"/>
                  <a:pt x="23" y="151"/>
                  <a:pt x="25" y="146"/>
                </a:cubicBezTo>
                <a:cubicBezTo>
                  <a:pt x="25" y="145"/>
                  <a:pt x="25" y="144"/>
                  <a:pt x="25" y="143"/>
                </a:cubicBezTo>
                <a:cubicBezTo>
                  <a:pt x="24" y="140"/>
                  <a:pt x="23" y="137"/>
                  <a:pt x="23" y="133"/>
                </a:cubicBezTo>
                <a:cubicBezTo>
                  <a:pt x="22" y="126"/>
                  <a:pt x="19" y="119"/>
                  <a:pt x="15" y="113"/>
                </a:cubicBezTo>
                <a:cubicBezTo>
                  <a:pt x="12" y="107"/>
                  <a:pt x="9" y="101"/>
                  <a:pt x="6" y="94"/>
                </a:cubicBezTo>
                <a:cubicBezTo>
                  <a:pt x="1" y="83"/>
                  <a:pt x="0" y="70"/>
                  <a:pt x="2" y="58"/>
                </a:cubicBezTo>
                <a:cubicBezTo>
                  <a:pt x="7" y="33"/>
                  <a:pt x="21" y="16"/>
                  <a:pt x="43" y="6"/>
                </a:cubicBezTo>
                <a:cubicBezTo>
                  <a:pt x="50" y="3"/>
                  <a:pt x="57" y="1"/>
                  <a:pt x="64" y="0"/>
                </a:cubicBezTo>
                <a:cubicBezTo>
                  <a:pt x="65" y="0"/>
                  <a:pt x="65" y="0"/>
                  <a:pt x="66" y="0"/>
                </a:cubicBezTo>
                <a:cubicBezTo>
                  <a:pt x="69" y="0"/>
                  <a:pt x="71" y="0"/>
                  <a:pt x="74" y="0"/>
                </a:cubicBezTo>
                <a:close/>
                <a:moveTo>
                  <a:pt x="70" y="141"/>
                </a:moveTo>
                <a:cubicBezTo>
                  <a:pt x="79" y="141"/>
                  <a:pt x="88" y="141"/>
                  <a:pt x="97" y="141"/>
                </a:cubicBezTo>
                <a:cubicBezTo>
                  <a:pt x="102" y="141"/>
                  <a:pt x="103" y="140"/>
                  <a:pt x="104" y="135"/>
                </a:cubicBezTo>
                <a:cubicBezTo>
                  <a:pt x="105" y="129"/>
                  <a:pt x="106" y="123"/>
                  <a:pt x="108" y="118"/>
                </a:cubicBezTo>
                <a:cubicBezTo>
                  <a:pt x="111" y="110"/>
                  <a:pt x="115" y="104"/>
                  <a:pt x="118" y="97"/>
                </a:cubicBezTo>
                <a:cubicBezTo>
                  <a:pt x="122" y="90"/>
                  <a:pt x="125" y="82"/>
                  <a:pt x="126" y="74"/>
                </a:cubicBezTo>
                <a:cubicBezTo>
                  <a:pt x="127" y="55"/>
                  <a:pt x="120" y="38"/>
                  <a:pt x="105" y="26"/>
                </a:cubicBezTo>
                <a:cubicBezTo>
                  <a:pt x="86" y="10"/>
                  <a:pt x="61" y="9"/>
                  <a:pt x="40" y="21"/>
                </a:cubicBezTo>
                <a:cubicBezTo>
                  <a:pt x="21" y="34"/>
                  <a:pt x="11" y="56"/>
                  <a:pt x="15" y="80"/>
                </a:cubicBezTo>
                <a:cubicBezTo>
                  <a:pt x="16" y="88"/>
                  <a:pt x="20" y="95"/>
                  <a:pt x="24" y="102"/>
                </a:cubicBezTo>
                <a:cubicBezTo>
                  <a:pt x="30" y="113"/>
                  <a:pt x="35" y="124"/>
                  <a:pt x="36" y="136"/>
                </a:cubicBezTo>
                <a:cubicBezTo>
                  <a:pt x="36" y="140"/>
                  <a:pt x="38" y="141"/>
                  <a:pt x="42" y="141"/>
                </a:cubicBezTo>
                <a:cubicBezTo>
                  <a:pt x="52" y="141"/>
                  <a:pt x="61" y="141"/>
                  <a:pt x="70" y="141"/>
                </a:cubicBezTo>
                <a:close/>
                <a:moveTo>
                  <a:pt x="70" y="147"/>
                </a:moveTo>
                <a:cubicBezTo>
                  <a:pt x="61" y="147"/>
                  <a:pt x="52" y="147"/>
                  <a:pt x="43" y="147"/>
                </a:cubicBezTo>
                <a:cubicBezTo>
                  <a:pt x="40" y="147"/>
                  <a:pt x="38" y="148"/>
                  <a:pt x="37" y="150"/>
                </a:cubicBezTo>
                <a:cubicBezTo>
                  <a:pt x="35" y="154"/>
                  <a:pt x="38" y="158"/>
                  <a:pt x="43" y="158"/>
                </a:cubicBezTo>
                <a:cubicBezTo>
                  <a:pt x="55" y="158"/>
                  <a:pt x="68" y="158"/>
                  <a:pt x="81" y="158"/>
                </a:cubicBezTo>
                <a:cubicBezTo>
                  <a:pt x="86" y="158"/>
                  <a:pt x="92" y="158"/>
                  <a:pt x="97" y="158"/>
                </a:cubicBezTo>
                <a:cubicBezTo>
                  <a:pt x="100" y="158"/>
                  <a:pt x="102" y="157"/>
                  <a:pt x="103" y="155"/>
                </a:cubicBezTo>
                <a:cubicBezTo>
                  <a:pt x="105" y="151"/>
                  <a:pt x="102" y="147"/>
                  <a:pt x="97" y="147"/>
                </a:cubicBezTo>
                <a:cubicBezTo>
                  <a:pt x="88" y="147"/>
                  <a:pt x="79" y="147"/>
                  <a:pt x="70" y="147"/>
                </a:cubicBezTo>
                <a:close/>
                <a:moveTo>
                  <a:pt x="70" y="164"/>
                </a:moveTo>
                <a:cubicBezTo>
                  <a:pt x="61" y="164"/>
                  <a:pt x="52" y="164"/>
                  <a:pt x="43" y="164"/>
                </a:cubicBezTo>
                <a:cubicBezTo>
                  <a:pt x="40" y="164"/>
                  <a:pt x="38" y="165"/>
                  <a:pt x="37" y="167"/>
                </a:cubicBezTo>
                <a:cubicBezTo>
                  <a:pt x="35" y="171"/>
                  <a:pt x="38" y="175"/>
                  <a:pt x="43" y="175"/>
                </a:cubicBezTo>
                <a:cubicBezTo>
                  <a:pt x="55" y="175"/>
                  <a:pt x="68" y="175"/>
                  <a:pt x="81" y="175"/>
                </a:cubicBezTo>
                <a:cubicBezTo>
                  <a:pt x="86" y="175"/>
                  <a:pt x="92" y="175"/>
                  <a:pt x="97" y="175"/>
                </a:cubicBezTo>
                <a:cubicBezTo>
                  <a:pt x="100" y="175"/>
                  <a:pt x="102" y="174"/>
                  <a:pt x="103" y="171"/>
                </a:cubicBezTo>
                <a:cubicBezTo>
                  <a:pt x="105" y="168"/>
                  <a:pt x="102" y="164"/>
                  <a:pt x="97" y="164"/>
                </a:cubicBezTo>
                <a:cubicBezTo>
                  <a:pt x="88" y="164"/>
                  <a:pt x="79" y="164"/>
                  <a:pt x="70" y="164"/>
                </a:cubicBezTo>
                <a:close/>
                <a:moveTo>
                  <a:pt x="48" y="181"/>
                </a:moveTo>
                <a:cubicBezTo>
                  <a:pt x="48" y="186"/>
                  <a:pt x="52" y="191"/>
                  <a:pt x="58" y="191"/>
                </a:cubicBezTo>
                <a:cubicBezTo>
                  <a:pt x="66" y="192"/>
                  <a:pt x="74" y="192"/>
                  <a:pt x="82" y="191"/>
                </a:cubicBezTo>
                <a:cubicBezTo>
                  <a:pt x="88" y="191"/>
                  <a:pt x="92" y="186"/>
                  <a:pt x="92" y="181"/>
                </a:cubicBezTo>
                <a:cubicBezTo>
                  <a:pt x="77" y="181"/>
                  <a:pt x="63" y="181"/>
                  <a:pt x="48" y="1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 bwMode="auto">
          <a:xfrm>
            <a:off x="5703889" y="3705226"/>
            <a:ext cx="271463" cy="271461"/>
            <a:chOff x="5578476" y="3629026"/>
            <a:chExt cx="271463" cy="271462"/>
          </a:xfrm>
          <a:solidFill>
            <a:schemeClr val="bg1"/>
          </a:solidFill>
        </p:grpSpPr>
        <p:sp>
          <p:nvSpPr>
            <p:cNvPr id="15" name="Freeform 15"/>
            <p:cNvSpPr>
              <a:spLocks noEditPoints="1"/>
            </p:cNvSpPr>
            <p:nvPr/>
          </p:nvSpPr>
          <p:spPr bwMode="auto">
            <a:xfrm>
              <a:off x="5578476" y="3629026"/>
              <a:ext cx="271463" cy="195263"/>
            </a:xfrm>
            <a:custGeom>
              <a:avLst/>
              <a:gdLst>
                <a:gd name="T0" fmla="*/ 177 w 186"/>
                <a:gd name="T1" fmla="*/ 0 h 134"/>
                <a:gd name="T2" fmla="*/ 185 w 186"/>
                <a:gd name="T3" fmla="*/ 6 h 134"/>
                <a:gd name="T4" fmla="*/ 186 w 186"/>
                <a:gd name="T5" fmla="*/ 12 h 134"/>
                <a:gd name="T6" fmla="*/ 186 w 186"/>
                <a:gd name="T7" fmla="*/ 122 h 134"/>
                <a:gd name="T8" fmla="*/ 174 w 186"/>
                <a:gd name="T9" fmla="*/ 134 h 134"/>
                <a:gd name="T10" fmla="*/ 13 w 186"/>
                <a:gd name="T11" fmla="*/ 134 h 134"/>
                <a:gd name="T12" fmla="*/ 1 w 186"/>
                <a:gd name="T13" fmla="*/ 125 h 134"/>
                <a:gd name="T14" fmla="*/ 0 w 186"/>
                <a:gd name="T15" fmla="*/ 125 h 134"/>
                <a:gd name="T16" fmla="*/ 0 w 186"/>
                <a:gd name="T17" fmla="*/ 9 h 134"/>
                <a:gd name="T18" fmla="*/ 1 w 186"/>
                <a:gd name="T19" fmla="*/ 7 h 134"/>
                <a:gd name="T20" fmla="*/ 9 w 186"/>
                <a:gd name="T21" fmla="*/ 0 h 134"/>
                <a:gd name="T22" fmla="*/ 177 w 186"/>
                <a:gd name="T23" fmla="*/ 0 h 134"/>
                <a:gd name="T24" fmla="*/ 174 w 186"/>
                <a:gd name="T25" fmla="*/ 122 h 134"/>
                <a:gd name="T26" fmla="*/ 174 w 186"/>
                <a:gd name="T27" fmla="*/ 12 h 134"/>
                <a:gd name="T28" fmla="*/ 12 w 186"/>
                <a:gd name="T29" fmla="*/ 12 h 134"/>
                <a:gd name="T30" fmla="*/ 12 w 186"/>
                <a:gd name="T31" fmla="*/ 122 h 134"/>
                <a:gd name="T32" fmla="*/ 174 w 186"/>
                <a:gd name="T33" fmla="*/ 12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6" h="134">
                  <a:moveTo>
                    <a:pt x="177" y="0"/>
                  </a:moveTo>
                  <a:cubicBezTo>
                    <a:pt x="180" y="1"/>
                    <a:pt x="183" y="3"/>
                    <a:pt x="185" y="6"/>
                  </a:cubicBezTo>
                  <a:cubicBezTo>
                    <a:pt x="185" y="8"/>
                    <a:pt x="186" y="10"/>
                    <a:pt x="186" y="12"/>
                  </a:cubicBezTo>
                  <a:cubicBezTo>
                    <a:pt x="186" y="49"/>
                    <a:pt x="186" y="86"/>
                    <a:pt x="186" y="122"/>
                  </a:cubicBezTo>
                  <a:cubicBezTo>
                    <a:pt x="186" y="129"/>
                    <a:pt x="181" y="134"/>
                    <a:pt x="174" y="134"/>
                  </a:cubicBezTo>
                  <a:cubicBezTo>
                    <a:pt x="120" y="134"/>
                    <a:pt x="66" y="134"/>
                    <a:pt x="13" y="134"/>
                  </a:cubicBezTo>
                  <a:cubicBezTo>
                    <a:pt x="6" y="134"/>
                    <a:pt x="3" y="132"/>
                    <a:pt x="1" y="125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86"/>
                    <a:pt x="0" y="48"/>
                    <a:pt x="0" y="9"/>
                  </a:cubicBezTo>
                  <a:cubicBezTo>
                    <a:pt x="1" y="9"/>
                    <a:pt x="1" y="8"/>
                    <a:pt x="1" y="7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65" y="0"/>
                    <a:pt x="121" y="0"/>
                    <a:pt x="177" y="0"/>
                  </a:cubicBezTo>
                  <a:close/>
                  <a:moveTo>
                    <a:pt x="174" y="122"/>
                  </a:moveTo>
                  <a:cubicBezTo>
                    <a:pt x="174" y="85"/>
                    <a:pt x="174" y="49"/>
                    <a:pt x="174" y="12"/>
                  </a:cubicBezTo>
                  <a:cubicBezTo>
                    <a:pt x="120" y="12"/>
                    <a:pt x="66" y="12"/>
                    <a:pt x="12" y="12"/>
                  </a:cubicBezTo>
                  <a:cubicBezTo>
                    <a:pt x="12" y="49"/>
                    <a:pt x="12" y="85"/>
                    <a:pt x="12" y="122"/>
                  </a:cubicBezTo>
                  <a:cubicBezTo>
                    <a:pt x="66" y="122"/>
                    <a:pt x="120" y="122"/>
                    <a:pt x="174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5646738" y="3840163"/>
              <a:ext cx="134938" cy="60325"/>
            </a:xfrm>
            <a:custGeom>
              <a:avLst/>
              <a:gdLst>
                <a:gd name="T0" fmla="*/ 29 w 92"/>
                <a:gd name="T1" fmla="*/ 0 h 41"/>
                <a:gd name="T2" fmla="*/ 63 w 92"/>
                <a:gd name="T3" fmla="*/ 0 h 41"/>
                <a:gd name="T4" fmla="*/ 63 w 92"/>
                <a:gd name="T5" fmla="*/ 2 h 41"/>
                <a:gd name="T6" fmla="*/ 63 w 92"/>
                <a:gd name="T7" fmla="*/ 17 h 41"/>
                <a:gd name="T8" fmla="*/ 76 w 92"/>
                <a:gd name="T9" fmla="*/ 29 h 41"/>
                <a:gd name="T10" fmla="*/ 86 w 92"/>
                <a:gd name="T11" fmla="*/ 29 h 41"/>
                <a:gd name="T12" fmla="*/ 92 w 92"/>
                <a:gd name="T13" fmla="*/ 35 h 41"/>
                <a:gd name="T14" fmla="*/ 86 w 92"/>
                <a:gd name="T15" fmla="*/ 41 h 41"/>
                <a:gd name="T16" fmla="*/ 6 w 92"/>
                <a:gd name="T17" fmla="*/ 41 h 41"/>
                <a:gd name="T18" fmla="*/ 0 w 92"/>
                <a:gd name="T19" fmla="*/ 35 h 41"/>
                <a:gd name="T20" fmla="*/ 6 w 92"/>
                <a:gd name="T21" fmla="*/ 29 h 41"/>
                <a:gd name="T22" fmla="*/ 17 w 92"/>
                <a:gd name="T23" fmla="*/ 29 h 41"/>
                <a:gd name="T24" fmla="*/ 29 w 92"/>
                <a:gd name="T25" fmla="*/ 17 h 41"/>
                <a:gd name="T26" fmla="*/ 29 w 92"/>
                <a:gd name="T2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2" h="41">
                  <a:moveTo>
                    <a:pt x="29" y="0"/>
                  </a:moveTo>
                  <a:cubicBezTo>
                    <a:pt x="40" y="0"/>
                    <a:pt x="52" y="0"/>
                    <a:pt x="63" y="0"/>
                  </a:cubicBezTo>
                  <a:cubicBezTo>
                    <a:pt x="63" y="1"/>
                    <a:pt x="63" y="2"/>
                    <a:pt x="63" y="2"/>
                  </a:cubicBezTo>
                  <a:cubicBezTo>
                    <a:pt x="63" y="7"/>
                    <a:pt x="63" y="12"/>
                    <a:pt x="63" y="17"/>
                  </a:cubicBezTo>
                  <a:cubicBezTo>
                    <a:pt x="64" y="24"/>
                    <a:pt x="68" y="29"/>
                    <a:pt x="76" y="29"/>
                  </a:cubicBezTo>
                  <a:cubicBezTo>
                    <a:pt x="79" y="29"/>
                    <a:pt x="83" y="29"/>
                    <a:pt x="86" y="29"/>
                  </a:cubicBezTo>
                  <a:cubicBezTo>
                    <a:pt x="90" y="29"/>
                    <a:pt x="92" y="32"/>
                    <a:pt x="92" y="35"/>
                  </a:cubicBezTo>
                  <a:cubicBezTo>
                    <a:pt x="92" y="38"/>
                    <a:pt x="90" y="41"/>
                    <a:pt x="86" y="41"/>
                  </a:cubicBezTo>
                  <a:cubicBezTo>
                    <a:pt x="59" y="41"/>
                    <a:pt x="33" y="41"/>
                    <a:pt x="6" y="41"/>
                  </a:cubicBezTo>
                  <a:cubicBezTo>
                    <a:pt x="2" y="41"/>
                    <a:pt x="0" y="38"/>
                    <a:pt x="0" y="35"/>
                  </a:cubicBezTo>
                  <a:cubicBezTo>
                    <a:pt x="0" y="32"/>
                    <a:pt x="2" y="29"/>
                    <a:pt x="6" y="29"/>
                  </a:cubicBezTo>
                  <a:cubicBezTo>
                    <a:pt x="10" y="29"/>
                    <a:pt x="13" y="29"/>
                    <a:pt x="17" y="29"/>
                  </a:cubicBezTo>
                  <a:cubicBezTo>
                    <a:pt x="24" y="29"/>
                    <a:pt x="29" y="24"/>
                    <a:pt x="29" y="17"/>
                  </a:cubicBezTo>
                  <a:cubicBezTo>
                    <a:pt x="29" y="12"/>
                    <a:pt x="29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8454" name="Freeform 17"/>
          <p:cNvSpPr>
            <a:spLocks noEditPoints="1"/>
          </p:cNvSpPr>
          <p:nvPr/>
        </p:nvSpPr>
        <p:spPr bwMode="auto">
          <a:xfrm>
            <a:off x="5732463" y="4130676"/>
            <a:ext cx="220663" cy="355600"/>
          </a:xfrm>
          <a:custGeom>
            <a:avLst/>
            <a:gdLst>
              <a:gd name="T0" fmla="*/ 292946102 w 152"/>
              <a:gd name="T1" fmla="*/ 0 h 244"/>
              <a:gd name="T2" fmla="*/ 316128782 w 152"/>
              <a:gd name="T3" fmla="*/ 19114957 h 244"/>
              <a:gd name="T4" fmla="*/ 320343155 w 152"/>
              <a:gd name="T5" fmla="*/ 36106516 h 244"/>
              <a:gd name="T6" fmla="*/ 320343155 w 152"/>
              <a:gd name="T7" fmla="*/ 299476410 h 244"/>
              <a:gd name="T8" fmla="*/ 320343155 w 152"/>
              <a:gd name="T9" fmla="*/ 482136762 h 244"/>
              <a:gd name="T10" fmla="*/ 284515904 w 152"/>
              <a:gd name="T11" fmla="*/ 518243279 h 244"/>
              <a:gd name="T12" fmla="*/ 35827251 w 152"/>
              <a:gd name="T13" fmla="*/ 518243279 h 244"/>
              <a:gd name="T14" fmla="*/ 0 w 152"/>
              <a:gd name="T15" fmla="*/ 482136762 h 244"/>
              <a:gd name="T16" fmla="*/ 0 w 152"/>
              <a:gd name="T17" fmla="*/ 40354770 h 244"/>
              <a:gd name="T18" fmla="*/ 25290593 w 152"/>
              <a:gd name="T19" fmla="*/ 0 h 244"/>
              <a:gd name="T20" fmla="*/ 292946102 w 152"/>
              <a:gd name="T21" fmla="*/ 0 h 244"/>
              <a:gd name="T22" fmla="*/ 288730277 w 152"/>
              <a:gd name="T23" fmla="*/ 437533738 h 244"/>
              <a:gd name="T24" fmla="*/ 288730277 w 152"/>
              <a:gd name="T25" fmla="*/ 82834397 h 244"/>
              <a:gd name="T26" fmla="*/ 31612878 w 152"/>
              <a:gd name="T27" fmla="*/ 82834397 h 244"/>
              <a:gd name="T28" fmla="*/ 31612878 w 152"/>
              <a:gd name="T29" fmla="*/ 437533738 h 244"/>
              <a:gd name="T30" fmla="*/ 288730277 w 152"/>
              <a:gd name="T31" fmla="*/ 437533738 h 244"/>
              <a:gd name="T32" fmla="*/ 160172303 w 152"/>
              <a:gd name="T33" fmla="*/ 33983118 h 244"/>
              <a:gd name="T34" fmla="*/ 109591118 w 152"/>
              <a:gd name="T35" fmla="*/ 33983118 h 244"/>
              <a:gd name="T36" fmla="*/ 103268832 w 152"/>
              <a:gd name="T37" fmla="*/ 33983118 h 244"/>
              <a:gd name="T38" fmla="*/ 94838635 w 152"/>
              <a:gd name="T39" fmla="*/ 40354770 h 244"/>
              <a:gd name="T40" fmla="*/ 103268832 w 152"/>
              <a:gd name="T41" fmla="*/ 48851279 h 244"/>
              <a:gd name="T42" fmla="*/ 107483205 w 152"/>
              <a:gd name="T43" fmla="*/ 48851279 h 244"/>
              <a:gd name="T44" fmla="*/ 212859950 w 152"/>
              <a:gd name="T45" fmla="*/ 48851279 h 244"/>
              <a:gd name="T46" fmla="*/ 217074323 w 152"/>
              <a:gd name="T47" fmla="*/ 48851279 h 244"/>
              <a:gd name="T48" fmla="*/ 223396608 w 152"/>
              <a:gd name="T49" fmla="*/ 40354770 h 244"/>
              <a:gd name="T50" fmla="*/ 217074323 w 152"/>
              <a:gd name="T51" fmla="*/ 33983118 h 244"/>
              <a:gd name="T52" fmla="*/ 212859950 w 152"/>
              <a:gd name="T53" fmla="*/ 33983118 h 244"/>
              <a:gd name="T54" fmla="*/ 160172303 w 152"/>
              <a:gd name="T55" fmla="*/ 33983118 h 244"/>
              <a:gd name="T56" fmla="*/ 183354984 w 152"/>
              <a:gd name="T57" fmla="*/ 477888508 h 244"/>
              <a:gd name="T58" fmla="*/ 160172303 w 152"/>
              <a:gd name="T59" fmla="*/ 454525297 h 244"/>
              <a:gd name="T60" fmla="*/ 134881710 w 152"/>
              <a:gd name="T61" fmla="*/ 477888508 h 244"/>
              <a:gd name="T62" fmla="*/ 160172303 w 152"/>
              <a:gd name="T63" fmla="*/ 503375118 h 244"/>
              <a:gd name="T64" fmla="*/ 183354984 w 152"/>
              <a:gd name="T65" fmla="*/ 477888508 h 24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52" h="244">
                <a:moveTo>
                  <a:pt x="139" y="0"/>
                </a:moveTo>
                <a:cubicBezTo>
                  <a:pt x="144" y="2"/>
                  <a:pt x="148" y="4"/>
                  <a:pt x="150" y="9"/>
                </a:cubicBezTo>
                <a:cubicBezTo>
                  <a:pt x="151" y="11"/>
                  <a:pt x="152" y="14"/>
                  <a:pt x="152" y="17"/>
                </a:cubicBezTo>
                <a:cubicBezTo>
                  <a:pt x="152" y="58"/>
                  <a:pt x="152" y="100"/>
                  <a:pt x="152" y="141"/>
                </a:cubicBezTo>
                <a:cubicBezTo>
                  <a:pt x="152" y="170"/>
                  <a:pt x="152" y="198"/>
                  <a:pt x="152" y="227"/>
                </a:cubicBezTo>
                <a:cubicBezTo>
                  <a:pt x="152" y="238"/>
                  <a:pt x="146" y="244"/>
                  <a:pt x="135" y="244"/>
                </a:cubicBezTo>
                <a:cubicBezTo>
                  <a:pt x="96" y="244"/>
                  <a:pt x="56" y="244"/>
                  <a:pt x="17" y="244"/>
                </a:cubicBezTo>
                <a:cubicBezTo>
                  <a:pt x="6" y="244"/>
                  <a:pt x="0" y="238"/>
                  <a:pt x="0" y="227"/>
                </a:cubicBezTo>
                <a:cubicBezTo>
                  <a:pt x="0" y="158"/>
                  <a:pt x="0" y="89"/>
                  <a:pt x="0" y="19"/>
                </a:cubicBezTo>
                <a:cubicBezTo>
                  <a:pt x="0" y="8"/>
                  <a:pt x="2" y="4"/>
                  <a:pt x="12" y="0"/>
                </a:cubicBezTo>
                <a:cubicBezTo>
                  <a:pt x="55" y="0"/>
                  <a:pt x="97" y="0"/>
                  <a:pt x="139" y="0"/>
                </a:cubicBezTo>
                <a:close/>
                <a:moveTo>
                  <a:pt x="137" y="206"/>
                </a:moveTo>
                <a:cubicBezTo>
                  <a:pt x="137" y="150"/>
                  <a:pt x="137" y="94"/>
                  <a:pt x="137" y="39"/>
                </a:cubicBezTo>
                <a:cubicBezTo>
                  <a:pt x="96" y="39"/>
                  <a:pt x="55" y="39"/>
                  <a:pt x="15" y="39"/>
                </a:cubicBezTo>
                <a:cubicBezTo>
                  <a:pt x="15" y="95"/>
                  <a:pt x="15" y="150"/>
                  <a:pt x="15" y="206"/>
                </a:cubicBezTo>
                <a:cubicBezTo>
                  <a:pt x="56" y="206"/>
                  <a:pt x="96" y="206"/>
                  <a:pt x="137" y="206"/>
                </a:cubicBezTo>
                <a:close/>
                <a:moveTo>
                  <a:pt x="76" y="16"/>
                </a:moveTo>
                <a:cubicBezTo>
                  <a:pt x="68" y="16"/>
                  <a:pt x="60" y="16"/>
                  <a:pt x="52" y="16"/>
                </a:cubicBezTo>
                <a:cubicBezTo>
                  <a:pt x="51" y="16"/>
                  <a:pt x="50" y="16"/>
                  <a:pt x="49" y="16"/>
                </a:cubicBezTo>
                <a:cubicBezTo>
                  <a:pt x="47" y="16"/>
                  <a:pt x="45" y="17"/>
                  <a:pt x="45" y="19"/>
                </a:cubicBezTo>
                <a:cubicBezTo>
                  <a:pt x="45" y="21"/>
                  <a:pt x="47" y="23"/>
                  <a:pt x="49" y="23"/>
                </a:cubicBezTo>
                <a:cubicBezTo>
                  <a:pt x="50" y="23"/>
                  <a:pt x="50" y="23"/>
                  <a:pt x="51" y="23"/>
                </a:cubicBezTo>
                <a:cubicBezTo>
                  <a:pt x="68" y="23"/>
                  <a:pt x="84" y="23"/>
                  <a:pt x="101" y="23"/>
                </a:cubicBezTo>
                <a:cubicBezTo>
                  <a:pt x="102" y="23"/>
                  <a:pt x="103" y="23"/>
                  <a:pt x="103" y="23"/>
                </a:cubicBezTo>
                <a:cubicBezTo>
                  <a:pt x="105" y="23"/>
                  <a:pt x="106" y="21"/>
                  <a:pt x="106" y="19"/>
                </a:cubicBezTo>
                <a:cubicBezTo>
                  <a:pt x="106" y="18"/>
                  <a:pt x="105" y="16"/>
                  <a:pt x="103" y="16"/>
                </a:cubicBezTo>
                <a:cubicBezTo>
                  <a:pt x="103" y="16"/>
                  <a:pt x="102" y="16"/>
                  <a:pt x="101" y="16"/>
                </a:cubicBezTo>
                <a:cubicBezTo>
                  <a:pt x="92" y="16"/>
                  <a:pt x="84" y="16"/>
                  <a:pt x="76" y="16"/>
                </a:cubicBezTo>
                <a:close/>
                <a:moveTo>
                  <a:pt x="87" y="225"/>
                </a:moveTo>
                <a:cubicBezTo>
                  <a:pt x="87" y="219"/>
                  <a:pt x="82" y="214"/>
                  <a:pt x="76" y="214"/>
                </a:cubicBezTo>
                <a:cubicBezTo>
                  <a:pt x="70" y="214"/>
                  <a:pt x="65" y="219"/>
                  <a:pt x="64" y="225"/>
                </a:cubicBezTo>
                <a:cubicBezTo>
                  <a:pt x="64" y="231"/>
                  <a:pt x="70" y="237"/>
                  <a:pt x="76" y="237"/>
                </a:cubicBezTo>
                <a:cubicBezTo>
                  <a:pt x="82" y="237"/>
                  <a:pt x="87" y="231"/>
                  <a:pt x="87" y="2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9" name="Freeform 22"/>
          <p:cNvSpPr>
            <a:spLocks noEditPoints="1"/>
          </p:cNvSpPr>
          <p:nvPr/>
        </p:nvSpPr>
        <p:spPr bwMode="auto">
          <a:xfrm>
            <a:off x="5170488" y="2727326"/>
            <a:ext cx="193675" cy="190500"/>
          </a:xfrm>
          <a:custGeom>
            <a:avLst/>
            <a:gdLst>
              <a:gd name="T0" fmla="*/ 120870674 w 133"/>
              <a:gd name="T1" fmla="*/ 270680141 h 131"/>
              <a:gd name="T2" fmla="*/ 101785678 w 133"/>
              <a:gd name="T3" fmla="*/ 236845305 h 131"/>
              <a:gd name="T4" fmla="*/ 50892839 w 133"/>
              <a:gd name="T5" fmla="*/ 245304378 h 131"/>
              <a:gd name="T6" fmla="*/ 36048305 w 133"/>
              <a:gd name="T7" fmla="*/ 203010469 h 131"/>
              <a:gd name="T8" fmla="*/ 31807842 w 133"/>
              <a:gd name="T9" fmla="*/ 171290038 h 131"/>
              <a:gd name="T10" fmla="*/ 0 w 133"/>
              <a:gd name="T11" fmla="*/ 124767321 h 131"/>
              <a:gd name="T12" fmla="*/ 36048305 w 133"/>
              <a:gd name="T13" fmla="*/ 103620366 h 131"/>
              <a:gd name="T14" fmla="*/ 29687611 w 133"/>
              <a:gd name="T15" fmla="*/ 61326458 h 131"/>
              <a:gd name="T16" fmla="*/ 61495453 w 133"/>
              <a:gd name="T17" fmla="*/ 29606027 h 131"/>
              <a:gd name="T18" fmla="*/ 108146373 w 133"/>
              <a:gd name="T19" fmla="*/ 31720431 h 131"/>
              <a:gd name="T20" fmla="*/ 154798748 w 133"/>
              <a:gd name="T21" fmla="*/ 0 h 131"/>
              <a:gd name="T22" fmla="*/ 176003977 w 133"/>
              <a:gd name="T23" fmla="*/ 35949240 h 131"/>
              <a:gd name="T24" fmla="*/ 220534664 w 133"/>
              <a:gd name="T25" fmla="*/ 29606027 h 131"/>
              <a:gd name="T26" fmla="*/ 252342507 w 133"/>
              <a:gd name="T27" fmla="*/ 61326458 h 131"/>
              <a:gd name="T28" fmla="*/ 248102044 w 133"/>
              <a:gd name="T29" fmla="*/ 103620366 h 131"/>
              <a:gd name="T30" fmla="*/ 282030117 w 133"/>
              <a:gd name="T31" fmla="*/ 152257489 h 131"/>
              <a:gd name="T32" fmla="*/ 245981812 w 133"/>
              <a:gd name="T33" fmla="*/ 173404443 h 131"/>
              <a:gd name="T34" fmla="*/ 252342507 w 133"/>
              <a:gd name="T35" fmla="*/ 213583947 h 131"/>
              <a:gd name="T36" fmla="*/ 220534664 w 133"/>
              <a:gd name="T37" fmla="*/ 247418782 h 131"/>
              <a:gd name="T38" fmla="*/ 176003977 w 133"/>
              <a:gd name="T39" fmla="*/ 245304378 h 131"/>
              <a:gd name="T40" fmla="*/ 142075903 w 133"/>
              <a:gd name="T41" fmla="*/ 274910405 h 131"/>
              <a:gd name="T42" fmla="*/ 224776584 w 133"/>
              <a:gd name="T43" fmla="*/ 46522718 h 131"/>
              <a:gd name="T44" fmla="*/ 182364671 w 133"/>
              <a:gd name="T45" fmla="*/ 57096195 h 131"/>
              <a:gd name="T46" fmla="*/ 152678517 w 133"/>
              <a:gd name="T47" fmla="*/ 19032550 h 131"/>
              <a:gd name="T48" fmla="*/ 129351601 w 133"/>
              <a:gd name="T49" fmla="*/ 19032550 h 131"/>
              <a:gd name="T50" fmla="*/ 99665446 w 133"/>
              <a:gd name="T51" fmla="*/ 57096195 h 131"/>
              <a:gd name="T52" fmla="*/ 57253534 w 133"/>
              <a:gd name="T53" fmla="*/ 46522718 h 131"/>
              <a:gd name="T54" fmla="*/ 57253534 w 133"/>
              <a:gd name="T55" fmla="*/ 88816626 h 131"/>
              <a:gd name="T56" fmla="*/ 46650920 w 133"/>
              <a:gd name="T57" fmla="*/ 116308248 h 131"/>
              <a:gd name="T58" fmla="*/ 16964765 w 133"/>
              <a:gd name="T59" fmla="*/ 145914275 h 131"/>
              <a:gd name="T60" fmla="*/ 53013070 w 133"/>
              <a:gd name="T61" fmla="*/ 167061229 h 131"/>
              <a:gd name="T62" fmla="*/ 46650920 w 133"/>
              <a:gd name="T63" fmla="*/ 215698351 h 131"/>
              <a:gd name="T64" fmla="*/ 63615685 w 133"/>
              <a:gd name="T65" fmla="*/ 230502092 h 131"/>
              <a:gd name="T66" fmla="*/ 112388292 w 133"/>
              <a:gd name="T67" fmla="*/ 224157424 h 131"/>
              <a:gd name="T68" fmla="*/ 133593520 w 133"/>
              <a:gd name="T69" fmla="*/ 260106664 h 131"/>
              <a:gd name="T70" fmla="*/ 163281131 w 133"/>
              <a:gd name="T71" fmla="*/ 230502092 h 131"/>
              <a:gd name="T72" fmla="*/ 192967285 w 133"/>
              <a:gd name="T73" fmla="*/ 219928615 h 131"/>
              <a:gd name="T74" fmla="*/ 235379198 w 133"/>
              <a:gd name="T75" fmla="*/ 217812756 h 131"/>
              <a:gd name="T76" fmla="*/ 224776584 w 133"/>
              <a:gd name="T77" fmla="*/ 179749111 h 131"/>
              <a:gd name="T78" fmla="*/ 265065352 w 133"/>
              <a:gd name="T79" fmla="*/ 148028679 h 131"/>
              <a:gd name="T80" fmla="*/ 262945121 w 133"/>
              <a:gd name="T81" fmla="*/ 126881725 h 131"/>
              <a:gd name="T82" fmla="*/ 224776584 w 133"/>
              <a:gd name="T83" fmla="*/ 97275698 h 131"/>
              <a:gd name="T84" fmla="*/ 237499430 w 133"/>
              <a:gd name="T85" fmla="*/ 59212053 h 1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133" h="131">
                <a:moveTo>
                  <a:pt x="67" y="130"/>
                </a:moveTo>
                <a:cubicBezTo>
                  <a:pt x="65" y="130"/>
                  <a:pt x="63" y="130"/>
                  <a:pt x="60" y="130"/>
                </a:cubicBezTo>
                <a:cubicBezTo>
                  <a:pt x="59" y="130"/>
                  <a:pt x="58" y="130"/>
                  <a:pt x="57" y="128"/>
                </a:cubicBezTo>
                <a:cubicBezTo>
                  <a:pt x="56" y="126"/>
                  <a:pt x="55" y="124"/>
                  <a:pt x="54" y="122"/>
                </a:cubicBezTo>
                <a:cubicBezTo>
                  <a:pt x="52" y="119"/>
                  <a:pt x="51" y="117"/>
                  <a:pt x="50" y="114"/>
                </a:cubicBezTo>
                <a:cubicBezTo>
                  <a:pt x="50" y="113"/>
                  <a:pt x="49" y="113"/>
                  <a:pt x="48" y="112"/>
                </a:cubicBezTo>
                <a:cubicBezTo>
                  <a:pt x="46" y="111"/>
                  <a:pt x="44" y="111"/>
                  <a:pt x="41" y="112"/>
                </a:cubicBezTo>
                <a:cubicBezTo>
                  <a:pt x="37" y="114"/>
                  <a:pt x="33" y="115"/>
                  <a:pt x="29" y="117"/>
                </a:cubicBezTo>
                <a:cubicBezTo>
                  <a:pt x="27" y="118"/>
                  <a:pt x="26" y="117"/>
                  <a:pt x="24" y="116"/>
                </a:cubicBezTo>
                <a:cubicBezTo>
                  <a:pt x="21" y="113"/>
                  <a:pt x="18" y="110"/>
                  <a:pt x="15" y="107"/>
                </a:cubicBezTo>
                <a:cubicBezTo>
                  <a:pt x="14" y="106"/>
                  <a:pt x="14" y="105"/>
                  <a:pt x="14" y="103"/>
                </a:cubicBezTo>
                <a:cubicBezTo>
                  <a:pt x="15" y="101"/>
                  <a:pt x="16" y="98"/>
                  <a:pt x="17" y="96"/>
                </a:cubicBezTo>
                <a:cubicBezTo>
                  <a:pt x="18" y="93"/>
                  <a:pt x="19" y="91"/>
                  <a:pt x="20" y="88"/>
                </a:cubicBezTo>
                <a:cubicBezTo>
                  <a:pt x="20" y="87"/>
                  <a:pt x="20" y="86"/>
                  <a:pt x="20" y="86"/>
                </a:cubicBezTo>
                <a:cubicBezTo>
                  <a:pt x="19" y="83"/>
                  <a:pt x="18" y="82"/>
                  <a:pt x="15" y="81"/>
                </a:cubicBezTo>
                <a:cubicBezTo>
                  <a:pt x="11" y="80"/>
                  <a:pt x="7" y="78"/>
                  <a:pt x="4" y="76"/>
                </a:cubicBezTo>
                <a:cubicBezTo>
                  <a:pt x="1" y="75"/>
                  <a:pt x="0" y="74"/>
                  <a:pt x="0" y="71"/>
                </a:cubicBezTo>
                <a:cubicBezTo>
                  <a:pt x="1" y="67"/>
                  <a:pt x="0" y="63"/>
                  <a:pt x="0" y="59"/>
                </a:cubicBezTo>
                <a:cubicBezTo>
                  <a:pt x="0" y="57"/>
                  <a:pt x="1" y="56"/>
                  <a:pt x="2" y="56"/>
                </a:cubicBezTo>
                <a:cubicBezTo>
                  <a:pt x="4" y="54"/>
                  <a:pt x="6" y="53"/>
                  <a:pt x="9" y="52"/>
                </a:cubicBezTo>
                <a:cubicBezTo>
                  <a:pt x="11" y="51"/>
                  <a:pt x="14" y="50"/>
                  <a:pt x="17" y="49"/>
                </a:cubicBezTo>
                <a:cubicBezTo>
                  <a:pt x="18" y="49"/>
                  <a:pt x="18" y="48"/>
                  <a:pt x="19" y="47"/>
                </a:cubicBezTo>
                <a:cubicBezTo>
                  <a:pt x="20" y="45"/>
                  <a:pt x="20" y="43"/>
                  <a:pt x="19" y="41"/>
                </a:cubicBezTo>
                <a:cubicBezTo>
                  <a:pt x="17" y="37"/>
                  <a:pt x="16" y="33"/>
                  <a:pt x="14" y="29"/>
                </a:cubicBezTo>
                <a:cubicBezTo>
                  <a:pt x="13" y="27"/>
                  <a:pt x="14" y="25"/>
                  <a:pt x="15" y="24"/>
                </a:cubicBezTo>
                <a:cubicBezTo>
                  <a:pt x="18" y="21"/>
                  <a:pt x="21" y="18"/>
                  <a:pt x="24" y="15"/>
                </a:cubicBezTo>
                <a:cubicBezTo>
                  <a:pt x="25" y="14"/>
                  <a:pt x="27" y="13"/>
                  <a:pt x="29" y="14"/>
                </a:cubicBezTo>
                <a:cubicBezTo>
                  <a:pt x="34" y="16"/>
                  <a:pt x="38" y="18"/>
                  <a:pt x="43" y="19"/>
                </a:cubicBezTo>
                <a:cubicBezTo>
                  <a:pt x="44" y="20"/>
                  <a:pt x="45" y="20"/>
                  <a:pt x="46" y="19"/>
                </a:cubicBezTo>
                <a:cubicBezTo>
                  <a:pt x="49" y="19"/>
                  <a:pt x="50" y="17"/>
                  <a:pt x="51" y="15"/>
                </a:cubicBezTo>
                <a:cubicBezTo>
                  <a:pt x="52" y="11"/>
                  <a:pt x="54" y="7"/>
                  <a:pt x="56" y="3"/>
                </a:cubicBezTo>
                <a:cubicBezTo>
                  <a:pt x="56" y="1"/>
                  <a:pt x="58" y="0"/>
                  <a:pt x="61" y="0"/>
                </a:cubicBezTo>
                <a:cubicBezTo>
                  <a:pt x="65" y="0"/>
                  <a:pt x="69" y="0"/>
                  <a:pt x="73" y="0"/>
                </a:cubicBezTo>
                <a:cubicBezTo>
                  <a:pt x="75" y="0"/>
                  <a:pt x="76" y="1"/>
                  <a:pt x="77" y="3"/>
                </a:cubicBezTo>
                <a:cubicBezTo>
                  <a:pt x="78" y="5"/>
                  <a:pt x="79" y="8"/>
                  <a:pt x="80" y="10"/>
                </a:cubicBezTo>
                <a:cubicBezTo>
                  <a:pt x="81" y="12"/>
                  <a:pt x="82" y="15"/>
                  <a:pt x="83" y="17"/>
                </a:cubicBezTo>
                <a:cubicBezTo>
                  <a:pt x="84" y="17"/>
                  <a:pt x="84" y="18"/>
                  <a:pt x="85" y="18"/>
                </a:cubicBezTo>
                <a:cubicBezTo>
                  <a:pt x="87" y="20"/>
                  <a:pt x="89" y="20"/>
                  <a:pt x="92" y="18"/>
                </a:cubicBezTo>
                <a:cubicBezTo>
                  <a:pt x="96" y="17"/>
                  <a:pt x="100" y="15"/>
                  <a:pt x="104" y="14"/>
                </a:cubicBezTo>
                <a:cubicBezTo>
                  <a:pt x="106" y="13"/>
                  <a:pt x="108" y="13"/>
                  <a:pt x="109" y="15"/>
                </a:cubicBezTo>
                <a:cubicBezTo>
                  <a:pt x="112" y="18"/>
                  <a:pt x="115" y="20"/>
                  <a:pt x="118" y="23"/>
                </a:cubicBezTo>
                <a:cubicBezTo>
                  <a:pt x="119" y="25"/>
                  <a:pt x="120" y="26"/>
                  <a:pt x="119" y="29"/>
                </a:cubicBezTo>
                <a:cubicBezTo>
                  <a:pt x="117" y="33"/>
                  <a:pt x="116" y="37"/>
                  <a:pt x="114" y="42"/>
                </a:cubicBezTo>
                <a:cubicBezTo>
                  <a:pt x="113" y="43"/>
                  <a:pt x="113" y="44"/>
                  <a:pt x="114" y="46"/>
                </a:cubicBezTo>
                <a:cubicBezTo>
                  <a:pt x="114" y="48"/>
                  <a:pt x="115" y="49"/>
                  <a:pt x="117" y="49"/>
                </a:cubicBezTo>
                <a:cubicBezTo>
                  <a:pt x="122" y="51"/>
                  <a:pt x="126" y="53"/>
                  <a:pt x="130" y="54"/>
                </a:cubicBezTo>
                <a:cubicBezTo>
                  <a:pt x="132" y="55"/>
                  <a:pt x="133" y="57"/>
                  <a:pt x="133" y="59"/>
                </a:cubicBezTo>
                <a:cubicBezTo>
                  <a:pt x="133" y="63"/>
                  <a:pt x="133" y="68"/>
                  <a:pt x="133" y="72"/>
                </a:cubicBezTo>
                <a:cubicBezTo>
                  <a:pt x="133" y="73"/>
                  <a:pt x="132" y="74"/>
                  <a:pt x="131" y="75"/>
                </a:cubicBezTo>
                <a:cubicBezTo>
                  <a:pt x="129" y="76"/>
                  <a:pt x="127" y="77"/>
                  <a:pt x="125" y="78"/>
                </a:cubicBezTo>
                <a:cubicBezTo>
                  <a:pt x="122" y="79"/>
                  <a:pt x="119" y="81"/>
                  <a:pt x="116" y="82"/>
                </a:cubicBezTo>
                <a:cubicBezTo>
                  <a:pt x="115" y="82"/>
                  <a:pt x="115" y="83"/>
                  <a:pt x="114" y="83"/>
                </a:cubicBezTo>
                <a:cubicBezTo>
                  <a:pt x="113" y="86"/>
                  <a:pt x="113" y="88"/>
                  <a:pt x="114" y="90"/>
                </a:cubicBezTo>
                <a:cubicBezTo>
                  <a:pt x="116" y="94"/>
                  <a:pt x="118" y="98"/>
                  <a:pt x="119" y="101"/>
                </a:cubicBezTo>
                <a:cubicBezTo>
                  <a:pt x="120" y="104"/>
                  <a:pt x="120" y="105"/>
                  <a:pt x="118" y="107"/>
                </a:cubicBezTo>
                <a:cubicBezTo>
                  <a:pt x="115" y="110"/>
                  <a:pt x="112" y="112"/>
                  <a:pt x="110" y="115"/>
                </a:cubicBezTo>
                <a:cubicBezTo>
                  <a:pt x="108" y="117"/>
                  <a:pt x="106" y="117"/>
                  <a:pt x="104" y="117"/>
                </a:cubicBezTo>
                <a:cubicBezTo>
                  <a:pt x="99" y="115"/>
                  <a:pt x="95" y="113"/>
                  <a:pt x="90" y="111"/>
                </a:cubicBezTo>
                <a:cubicBezTo>
                  <a:pt x="89" y="111"/>
                  <a:pt x="88" y="111"/>
                  <a:pt x="87" y="111"/>
                </a:cubicBezTo>
                <a:cubicBezTo>
                  <a:pt x="85" y="112"/>
                  <a:pt x="83" y="113"/>
                  <a:pt x="83" y="116"/>
                </a:cubicBezTo>
                <a:cubicBezTo>
                  <a:pt x="81" y="120"/>
                  <a:pt x="79" y="124"/>
                  <a:pt x="78" y="127"/>
                </a:cubicBezTo>
                <a:cubicBezTo>
                  <a:pt x="77" y="129"/>
                  <a:pt x="75" y="131"/>
                  <a:pt x="73" y="130"/>
                </a:cubicBezTo>
                <a:cubicBezTo>
                  <a:pt x="71" y="130"/>
                  <a:pt x="69" y="130"/>
                  <a:pt x="67" y="130"/>
                </a:cubicBezTo>
                <a:close/>
                <a:moveTo>
                  <a:pt x="112" y="28"/>
                </a:moveTo>
                <a:cubicBezTo>
                  <a:pt x="111" y="27"/>
                  <a:pt x="111" y="27"/>
                  <a:pt x="111" y="27"/>
                </a:cubicBezTo>
                <a:cubicBezTo>
                  <a:pt x="109" y="25"/>
                  <a:pt x="107" y="24"/>
                  <a:pt x="106" y="22"/>
                </a:cubicBezTo>
                <a:cubicBezTo>
                  <a:pt x="105" y="21"/>
                  <a:pt x="104" y="21"/>
                  <a:pt x="103" y="21"/>
                </a:cubicBezTo>
                <a:cubicBezTo>
                  <a:pt x="99" y="23"/>
                  <a:pt x="95" y="25"/>
                  <a:pt x="91" y="27"/>
                </a:cubicBezTo>
                <a:cubicBezTo>
                  <a:pt x="89" y="28"/>
                  <a:pt x="88" y="28"/>
                  <a:pt x="86" y="27"/>
                </a:cubicBezTo>
                <a:cubicBezTo>
                  <a:pt x="84" y="26"/>
                  <a:pt x="82" y="25"/>
                  <a:pt x="80" y="25"/>
                </a:cubicBezTo>
                <a:cubicBezTo>
                  <a:pt x="79" y="24"/>
                  <a:pt x="78" y="23"/>
                  <a:pt x="77" y="21"/>
                </a:cubicBezTo>
                <a:cubicBezTo>
                  <a:pt x="75" y="17"/>
                  <a:pt x="74" y="13"/>
                  <a:pt x="72" y="9"/>
                </a:cubicBezTo>
                <a:cubicBezTo>
                  <a:pt x="71" y="8"/>
                  <a:pt x="71" y="8"/>
                  <a:pt x="70" y="8"/>
                </a:cubicBezTo>
                <a:cubicBezTo>
                  <a:pt x="68" y="8"/>
                  <a:pt x="65" y="8"/>
                  <a:pt x="63" y="8"/>
                </a:cubicBezTo>
                <a:cubicBezTo>
                  <a:pt x="62" y="8"/>
                  <a:pt x="61" y="8"/>
                  <a:pt x="61" y="9"/>
                </a:cubicBezTo>
                <a:cubicBezTo>
                  <a:pt x="59" y="13"/>
                  <a:pt x="58" y="17"/>
                  <a:pt x="56" y="22"/>
                </a:cubicBezTo>
                <a:cubicBezTo>
                  <a:pt x="55" y="23"/>
                  <a:pt x="55" y="24"/>
                  <a:pt x="53" y="24"/>
                </a:cubicBezTo>
                <a:cubicBezTo>
                  <a:pt x="51" y="25"/>
                  <a:pt x="49" y="26"/>
                  <a:pt x="47" y="27"/>
                </a:cubicBezTo>
                <a:cubicBezTo>
                  <a:pt x="45" y="28"/>
                  <a:pt x="44" y="28"/>
                  <a:pt x="42" y="27"/>
                </a:cubicBezTo>
                <a:cubicBezTo>
                  <a:pt x="38" y="25"/>
                  <a:pt x="34" y="24"/>
                  <a:pt x="29" y="22"/>
                </a:cubicBezTo>
                <a:cubicBezTo>
                  <a:pt x="29" y="21"/>
                  <a:pt x="28" y="22"/>
                  <a:pt x="27" y="22"/>
                </a:cubicBezTo>
                <a:cubicBezTo>
                  <a:pt x="26" y="24"/>
                  <a:pt x="24" y="26"/>
                  <a:pt x="22" y="27"/>
                </a:cubicBezTo>
                <a:cubicBezTo>
                  <a:pt x="22" y="28"/>
                  <a:pt x="21" y="28"/>
                  <a:pt x="22" y="29"/>
                </a:cubicBezTo>
                <a:cubicBezTo>
                  <a:pt x="24" y="33"/>
                  <a:pt x="25" y="37"/>
                  <a:pt x="27" y="42"/>
                </a:cubicBezTo>
                <a:cubicBezTo>
                  <a:pt x="28" y="43"/>
                  <a:pt x="28" y="44"/>
                  <a:pt x="27" y="46"/>
                </a:cubicBezTo>
                <a:cubicBezTo>
                  <a:pt x="27" y="48"/>
                  <a:pt x="26" y="50"/>
                  <a:pt x="25" y="52"/>
                </a:cubicBezTo>
                <a:cubicBezTo>
                  <a:pt x="24" y="54"/>
                  <a:pt x="23" y="54"/>
                  <a:pt x="22" y="55"/>
                </a:cubicBezTo>
                <a:cubicBezTo>
                  <a:pt x="17" y="57"/>
                  <a:pt x="13" y="59"/>
                  <a:pt x="9" y="60"/>
                </a:cubicBezTo>
                <a:cubicBezTo>
                  <a:pt x="8" y="61"/>
                  <a:pt x="8" y="61"/>
                  <a:pt x="8" y="62"/>
                </a:cubicBezTo>
                <a:cubicBezTo>
                  <a:pt x="8" y="64"/>
                  <a:pt x="8" y="67"/>
                  <a:pt x="8" y="69"/>
                </a:cubicBezTo>
                <a:cubicBezTo>
                  <a:pt x="8" y="70"/>
                  <a:pt x="8" y="70"/>
                  <a:pt x="9" y="71"/>
                </a:cubicBezTo>
                <a:cubicBezTo>
                  <a:pt x="13" y="72"/>
                  <a:pt x="17" y="74"/>
                  <a:pt x="22" y="76"/>
                </a:cubicBezTo>
                <a:cubicBezTo>
                  <a:pt x="23" y="76"/>
                  <a:pt x="24" y="77"/>
                  <a:pt x="25" y="79"/>
                </a:cubicBezTo>
                <a:cubicBezTo>
                  <a:pt x="26" y="81"/>
                  <a:pt x="27" y="83"/>
                  <a:pt x="27" y="85"/>
                </a:cubicBezTo>
                <a:cubicBezTo>
                  <a:pt x="28" y="86"/>
                  <a:pt x="28" y="88"/>
                  <a:pt x="27" y="89"/>
                </a:cubicBezTo>
                <a:cubicBezTo>
                  <a:pt x="26" y="93"/>
                  <a:pt x="24" y="98"/>
                  <a:pt x="22" y="102"/>
                </a:cubicBezTo>
                <a:cubicBezTo>
                  <a:pt x="22" y="103"/>
                  <a:pt x="22" y="103"/>
                  <a:pt x="23" y="104"/>
                </a:cubicBezTo>
                <a:cubicBezTo>
                  <a:pt x="24" y="105"/>
                  <a:pt x="26" y="107"/>
                  <a:pt x="28" y="109"/>
                </a:cubicBezTo>
                <a:cubicBezTo>
                  <a:pt x="28" y="109"/>
                  <a:pt x="29" y="110"/>
                  <a:pt x="30" y="109"/>
                </a:cubicBezTo>
                <a:cubicBezTo>
                  <a:pt x="34" y="107"/>
                  <a:pt x="38" y="106"/>
                  <a:pt x="42" y="104"/>
                </a:cubicBezTo>
                <a:cubicBezTo>
                  <a:pt x="44" y="103"/>
                  <a:pt x="45" y="103"/>
                  <a:pt x="47" y="104"/>
                </a:cubicBezTo>
                <a:cubicBezTo>
                  <a:pt x="49" y="105"/>
                  <a:pt x="51" y="105"/>
                  <a:pt x="53" y="106"/>
                </a:cubicBezTo>
                <a:cubicBezTo>
                  <a:pt x="55" y="107"/>
                  <a:pt x="56" y="108"/>
                  <a:pt x="56" y="109"/>
                </a:cubicBezTo>
                <a:cubicBezTo>
                  <a:pt x="58" y="113"/>
                  <a:pt x="60" y="118"/>
                  <a:pt x="61" y="122"/>
                </a:cubicBezTo>
                <a:cubicBezTo>
                  <a:pt x="62" y="123"/>
                  <a:pt x="62" y="123"/>
                  <a:pt x="63" y="123"/>
                </a:cubicBezTo>
                <a:cubicBezTo>
                  <a:pt x="66" y="123"/>
                  <a:pt x="68" y="123"/>
                  <a:pt x="71" y="123"/>
                </a:cubicBezTo>
                <a:cubicBezTo>
                  <a:pt x="72" y="123"/>
                  <a:pt x="72" y="123"/>
                  <a:pt x="72" y="122"/>
                </a:cubicBezTo>
                <a:cubicBezTo>
                  <a:pt x="74" y="118"/>
                  <a:pt x="76" y="113"/>
                  <a:pt x="77" y="109"/>
                </a:cubicBezTo>
                <a:cubicBezTo>
                  <a:pt x="78" y="108"/>
                  <a:pt x="79" y="107"/>
                  <a:pt x="80" y="106"/>
                </a:cubicBezTo>
                <a:cubicBezTo>
                  <a:pt x="82" y="105"/>
                  <a:pt x="85" y="104"/>
                  <a:pt x="87" y="104"/>
                </a:cubicBezTo>
                <a:cubicBezTo>
                  <a:pt x="88" y="103"/>
                  <a:pt x="89" y="103"/>
                  <a:pt x="91" y="104"/>
                </a:cubicBezTo>
                <a:cubicBezTo>
                  <a:pt x="95" y="105"/>
                  <a:pt x="100" y="107"/>
                  <a:pt x="104" y="109"/>
                </a:cubicBezTo>
                <a:cubicBezTo>
                  <a:pt x="105" y="109"/>
                  <a:pt x="105" y="109"/>
                  <a:pt x="106" y="108"/>
                </a:cubicBezTo>
                <a:cubicBezTo>
                  <a:pt x="108" y="107"/>
                  <a:pt x="109" y="105"/>
                  <a:pt x="111" y="103"/>
                </a:cubicBezTo>
                <a:cubicBezTo>
                  <a:pt x="112" y="103"/>
                  <a:pt x="112" y="102"/>
                  <a:pt x="112" y="101"/>
                </a:cubicBezTo>
                <a:cubicBezTo>
                  <a:pt x="110" y="97"/>
                  <a:pt x="108" y="93"/>
                  <a:pt x="106" y="89"/>
                </a:cubicBezTo>
                <a:cubicBezTo>
                  <a:pt x="105" y="88"/>
                  <a:pt x="105" y="86"/>
                  <a:pt x="106" y="85"/>
                </a:cubicBezTo>
                <a:cubicBezTo>
                  <a:pt x="107" y="83"/>
                  <a:pt x="108" y="81"/>
                  <a:pt x="108" y="79"/>
                </a:cubicBezTo>
                <a:cubicBezTo>
                  <a:pt x="109" y="77"/>
                  <a:pt x="110" y="76"/>
                  <a:pt x="111" y="76"/>
                </a:cubicBezTo>
                <a:cubicBezTo>
                  <a:pt x="116" y="74"/>
                  <a:pt x="120" y="72"/>
                  <a:pt x="125" y="70"/>
                </a:cubicBezTo>
                <a:cubicBezTo>
                  <a:pt x="125" y="70"/>
                  <a:pt x="126" y="69"/>
                  <a:pt x="126" y="69"/>
                </a:cubicBezTo>
                <a:cubicBezTo>
                  <a:pt x="126" y="66"/>
                  <a:pt x="126" y="64"/>
                  <a:pt x="126" y="62"/>
                </a:cubicBezTo>
                <a:cubicBezTo>
                  <a:pt x="126" y="61"/>
                  <a:pt x="125" y="60"/>
                  <a:pt x="124" y="60"/>
                </a:cubicBezTo>
                <a:cubicBezTo>
                  <a:pt x="120" y="58"/>
                  <a:pt x="116" y="57"/>
                  <a:pt x="111" y="55"/>
                </a:cubicBezTo>
                <a:cubicBezTo>
                  <a:pt x="110" y="54"/>
                  <a:pt x="109" y="53"/>
                  <a:pt x="108" y="52"/>
                </a:cubicBezTo>
                <a:cubicBezTo>
                  <a:pt x="108" y="50"/>
                  <a:pt x="107" y="48"/>
                  <a:pt x="106" y="46"/>
                </a:cubicBezTo>
                <a:cubicBezTo>
                  <a:pt x="105" y="44"/>
                  <a:pt x="105" y="43"/>
                  <a:pt x="106" y="42"/>
                </a:cubicBezTo>
                <a:cubicBezTo>
                  <a:pt x="108" y="37"/>
                  <a:pt x="109" y="33"/>
                  <a:pt x="111" y="29"/>
                </a:cubicBezTo>
                <a:cubicBezTo>
                  <a:pt x="111" y="29"/>
                  <a:pt x="111" y="28"/>
                  <a:pt x="112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0" name="Freeform 23"/>
          <p:cNvSpPr>
            <a:spLocks noEditPoints="1"/>
          </p:cNvSpPr>
          <p:nvPr/>
        </p:nvSpPr>
        <p:spPr bwMode="auto">
          <a:xfrm>
            <a:off x="5232401" y="2789238"/>
            <a:ext cx="68263" cy="68263"/>
          </a:xfrm>
          <a:custGeom>
            <a:avLst/>
            <a:gdLst>
              <a:gd name="T0" fmla="*/ 50627908 w 47"/>
              <a:gd name="T1" fmla="*/ 99145472 h 47"/>
              <a:gd name="T2" fmla="*/ 0 w 47"/>
              <a:gd name="T3" fmla="*/ 48517564 h 47"/>
              <a:gd name="T4" fmla="*/ 50627908 w 47"/>
              <a:gd name="T5" fmla="*/ 0 h 47"/>
              <a:gd name="T6" fmla="*/ 99145472 w 47"/>
              <a:gd name="T7" fmla="*/ 48517564 h 47"/>
              <a:gd name="T8" fmla="*/ 50627908 w 47"/>
              <a:gd name="T9" fmla="*/ 99145472 h 47"/>
              <a:gd name="T10" fmla="*/ 84378878 w 47"/>
              <a:gd name="T11" fmla="*/ 48517564 h 47"/>
              <a:gd name="T12" fmla="*/ 50627908 w 47"/>
              <a:gd name="T13" fmla="*/ 14766594 h 47"/>
              <a:gd name="T14" fmla="*/ 14766594 w 47"/>
              <a:gd name="T15" fmla="*/ 48517564 h 47"/>
              <a:gd name="T16" fmla="*/ 50627908 w 47"/>
              <a:gd name="T17" fmla="*/ 82269987 h 47"/>
              <a:gd name="T18" fmla="*/ 84378878 w 47"/>
              <a:gd name="T19" fmla="*/ 48517564 h 4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7" h="47">
                <a:moveTo>
                  <a:pt x="24" y="47"/>
                </a:moveTo>
                <a:cubicBezTo>
                  <a:pt x="11" y="47"/>
                  <a:pt x="0" y="36"/>
                  <a:pt x="0" y="23"/>
                </a:cubicBezTo>
                <a:cubicBezTo>
                  <a:pt x="0" y="11"/>
                  <a:pt x="10" y="0"/>
                  <a:pt x="24" y="0"/>
                </a:cubicBezTo>
                <a:cubicBezTo>
                  <a:pt x="37" y="0"/>
                  <a:pt x="47" y="10"/>
                  <a:pt x="47" y="23"/>
                </a:cubicBezTo>
                <a:cubicBezTo>
                  <a:pt x="47" y="36"/>
                  <a:pt x="37" y="47"/>
                  <a:pt x="24" y="47"/>
                </a:cubicBezTo>
                <a:close/>
                <a:moveTo>
                  <a:pt x="40" y="23"/>
                </a:moveTo>
                <a:cubicBezTo>
                  <a:pt x="40" y="15"/>
                  <a:pt x="33" y="7"/>
                  <a:pt x="24" y="7"/>
                </a:cubicBezTo>
                <a:cubicBezTo>
                  <a:pt x="15" y="7"/>
                  <a:pt x="7" y="14"/>
                  <a:pt x="7" y="23"/>
                </a:cubicBezTo>
                <a:cubicBezTo>
                  <a:pt x="7" y="32"/>
                  <a:pt x="15" y="39"/>
                  <a:pt x="24" y="39"/>
                </a:cubicBezTo>
                <a:cubicBezTo>
                  <a:pt x="33" y="39"/>
                  <a:pt x="40" y="32"/>
                  <a:pt x="40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1" name="Freeform 24"/>
          <p:cNvSpPr/>
          <p:nvPr/>
        </p:nvSpPr>
        <p:spPr bwMode="auto">
          <a:xfrm>
            <a:off x="5694363" y="3054352"/>
            <a:ext cx="155575" cy="225425"/>
          </a:xfrm>
          <a:custGeom>
            <a:avLst/>
            <a:gdLst>
              <a:gd name="T0" fmla="*/ 0 w 107"/>
              <a:gd name="T1" fmla="*/ 327847940 h 155"/>
              <a:gd name="T2" fmla="*/ 0 w 107"/>
              <a:gd name="T3" fmla="*/ 126908458 h 155"/>
              <a:gd name="T4" fmla="*/ 88789706 w 107"/>
              <a:gd name="T5" fmla="*/ 14805332 h 155"/>
              <a:gd name="T6" fmla="*/ 226201688 w 107"/>
              <a:gd name="T7" fmla="*/ 118448475 h 155"/>
              <a:gd name="T8" fmla="*/ 226201688 w 107"/>
              <a:gd name="T9" fmla="*/ 131139176 h 155"/>
              <a:gd name="T10" fmla="*/ 226201688 w 107"/>
              <a:gd name="T11" fmla="*/ 327847940 h 155"/>
              <a:gd name="T12" fmla="*/ 0 w 107"/>
              <a:gd name="T13" fmla="*/ 32784794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7" h="155">
                <a:moveTo>
                  <a:pt x="0" y="155"/>
                </a:moveTo>
                <a:cubicBezTo>
                  <a:pt x="0" y="123"/>
                  <a:pt x="0" y="91"/>
                  <a:pt x="0" y="60"/>
                </a:cubicBezTo>
                <a:cubicBezTo>
                  <a:pt x="0" y="34"/>
                  <a:pt x="17" y="13"/>
                  <a:pt x="42" y="7"/>
                </a:cubicBezTo>
                <a:cubicBezTo>
                  <a:pt x="74" y="0"/>
                  <a:pt x="105" y="23"/>
                  <a:pt x="107" y="56"/>
                </a:cubicBezTo>
                <a:cubicBezTo>
                  <a:pt x="107" y="58"/>
                  <a:pt x="107" y="60"/>
                  <a:pt x="107" y="62"/>
                </a:cubicBezTo>
                <a:cubicBezTo>
                  <a:pt x="107" y="93"/>
                  <a:pt x="107" y="124"/>
                  <a:pt x="107" y="155"/>
                </a:cubicBezTo>
                <a:cubicBezTo>
                  <a:pt x="72" y="155"/>
                  <a:pt x="36" y="155"/>
                  <a:pt x="0" y="1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2" name="Freeform 25"/>
          <p:cNvSpPr/>
          <p:nvPr/>
        </p:nvSpPr>
        <p:spPr bwMode="auto">
          <a:xfrm>
            <a:off x="5718175" y="2947988"/>
            <a:ext cx="107951" cy="101600"/>
          </a:xfrm>
          <a:custGeom>
            <a:avLst/>
            <a:gdLst>
              <a:gd name="T0" fmla="*/ 89378224 w 74"/>
              <a:gd name="T1" fmla="*/ 0 h 69"/>
              <a:gd name="T2" fmla="*/ 104273865 w 74"/>
              <a:gd name="T3" fmla="*/ 4336406 h 69"/>
              <a:gd name="T4" fmla="*/ 151092072 w 74"/>
              <a:gd name="T5" fmla="*/ 86726643 h 69"/>
              <a:gd name="T6" fmla="*/ 80866220 w 74"/>
              <a:gd name="T7" fmla="*/ 149602319 h 69"/>
              <a:gd name="T8" fmla="*/ 8512003 w 74"/>
              <a:gd name="T9" fmla="*/ 88894110 h 69"/>
              <a:gd name="T10" fmla="*/ 68097486 w 74"/>
              <a:gd name="T11" fmla="*/ 2167467 h 69"/>
              <a:gd name="T12" fmla="*/ 70225851 w 74"/>
              <a:gd name="T13" fmla="*/ 0 h 69"/>
              <a:gd name="T14" fmla="*/ 89378224 w 74"/>
              <a:gd name="T15" fmla="*/ 0 h 6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4" h="69">
                <a:moveTo>
                  <a:pt x="42" y="0"/>
                </a:moveTo>
                <a:cubicBezTo>
                  <a:pt x="44" y="1"/>
                  <a:pt x="47" y="1"/>
                  <a:pt x="49" y="2"/>
                </a:cubicBezTo>
                <a:cubicBezTo>
                  <a:pt x="65" y="8"/>
                  <a:pt x="74" y="24"/>
                  <a:pt x="71" y="40"/>
                </a:cubicBezTo>
                <a:cubicBezTo>
                  <a:pt x="69" y="56"/>
                  <a:pt x="54" y="68"/>
                  <a:pt x="38" y="69"/>
                </a:cubicBezTo>
                <a:cubicBezTo>
                  <a:pt x="21" y="69"/>
                  <a:pt x="7" y="57"/>
                  <a:pt x="4" y="41"/>
                </a:cubicBezTo>
                <a:cubicBezTo>
                  <a:pt x="0" y="22"/>
                  <a:pt x="13" y="4"/>
                  <a:pt x="32" y="1"/>
                </a:cubicBezTo>
                <a:cubicBezTo>
                  <a:pt x="32" y="0"/>
                  <a:pt x="33" y="0"/>
                  <a:pt x="33" y="0"/>
                </a:cubicBezTo>
                <a:cubicBezTo>
                  <a:pt x="36" y="0"/>
                  <a:pt x="39" y="0"/>
                  <a:pt x="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3" name="Freeform 26"/>
          <p:cNvSpPr/>
          <p:nvPr/>
        </p:nvSpPr>
        <p:spPr bwMode="auto">
          <a:xfrm>
            <a:off x="5610225" y="2105025"/>
            <a:ext cx="334963" cy="203200"/>
          </a:xfrm>
          <a:custGeom>
            <a:avLst/>
            <a:gdLst>
              <a:gd name="T0" fmla="*/ 65750324 w 230"/>
              <a:gd name="T1" fmla="*/ 130612606 h 140"/>
              <a:gd name="T2" fmla="*/ 2120461 w 230"/>
              <a:gd name="T3" fmla="*/ 193810709 h 140"/>
              <a:gd name="T4" fmla="*/ 82718385 w 230"/>
              <a:gd name="T5" fmla="*/ 294930286 h 140"/>
              <a:gd name="T6" fmla="*/ 405108621 w 230"/>
              <a:gd name="T7" fmla="*/ 294930286 h 140"/>
              <a:gd name="T8" fmla="*/ 485706545 w 230"/>
              <a:gd name="T9" fmla="*/ 193810709 h 140"/>
              <a:gd name="T10" fmla="*/ 366930121 w 230"/>
              <a:gd name="T11" fmla="*/ 84265589 h 140"/>
              <a:gd name="T12" fmla="*/ 256639912 w 230"/>
              <a:gd name="T13" fmla="*/ 4213497 h 140"/>
              <a:gd name="T14" fmla="*/ 150590627 w 230"/>
              <a:gd name="T15" fmla="*/ 73732571 h 140"/>
              <a:gd name="T16" fmla="*/ 80597923 w 230"/>
              <a:gd name="T17" fmla="*/ 80052091 h 140"/>
              <a:gd name="T18" fmla="*/ 65750324 w 230"/>
              <a:gd name="T19" fmla="*/ 130612606 h 14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30" h="140">
                <a:moveTo>
                  <a:pt x="31" y="62"/>
                </a:moveTo>
                <a:cubicBezTo>
                  <a:pt x="31" y="62"/>
                  <a:pt x="3" y="70"/>
                  <a:pt x="1" y="92"/>
                </a:cubicBezTo>
                <a:cubicBezTo>
                  <a:pt x="0" y="115"/>
                  <a:pt x="19" y="140"/>
                  <a:pt x="39" y="140"/>
                </a:cubicBezTo>
                <a:cubicBezTo>
                  <a:pt x="60" y="140"/>
                  <a:pt x="179" y="140"/>
                  <a:pt x="191" y="140"/>
                </a:cubicBezTo>
                <a:cubicBezTo>
                  <a:pt x="202" y="140"/>
                  <a:pt x="230" y="118"/>
                  <a:pt x="229" y="92"/>
                </a:cubicBezTo>
                <a:cubicBezTo>
                  <a:pt x="227" y="49"/>
                  <a:pt x="173" y="40"/>
                  <a:pt x="173" y="40"/>
                </a:cubicBezTo>
                <a:cubicBezTo>
                  <a:pt x="173" y="40"/>
                  <a:pt x="173" y="0"/>
                  <a:pt x="121" y="2"/>
                </a:cubicBezTo>
                <a:cubicBezTo>
                  <a:pt x="76" y="3"/>
                  <a:pt x="71" y="35"/>
                  <a:pt x="71" y="35"/>
                </a:cubicBezTo>
                <a:cubicBezTo>
                  <a:pt x="71" y="35"/>
                  <a:pt x="53" y="26"/>
                  <a:pt x="38" y="38"/>
                </a:cubicBezTo>
                <a:cubicBezTo>
                  <a:pt x="23" y="49"/>
                  <a:pt x="31" y="62"/>
                  <a:pt x="31" y="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4" name="Freeform 27"/>
          <p:cNvSpPr/>
          <p:nvPr/>
        </p:nvSpPr>
        <p:spPr bwMode="auto">
          <a:xfrm>
            <a:off x="6199188" y="3717925"/>
            <a:ext cx="261939" cy="254000"/>
          </a:xfrm>
          <a:custGeom>
            <a:avLst/>
            <a:gdLst>
              <a:gd name="T0" fmla="*/ 415827369 w 165"/>
              <a:gd name="T1" fmla="*/ 168851263 h 160"/>
              <a:gd name="T2" fmla="*/ 254537061 w 165"/>
              <a:gd name="T3" fmla="*/ 168851263 h 160"/>
              <a:gd name="T4" fmla="*/ 254537061 w 165"/>
              <a:gd name="T5" fmla="*/ 0 h 160"/>
              <a:gd name="T6" fmla="*/ 173891907 w 165"/>
              <a:gd name="T7" fmla="*/ 0 h 160"/>
              <a:gd name="T8" fmla="*/ 173891907 w 165"/>
              <a:gd name="T9" fmla="*/ 168851263 h 160"/>
              <a:gd name="T10" fmla="*/ 0 w 165"/>
              <a:gd name="T11" fmla="*/ 168851263 h 160"/>
              <a:gd name="T12" fmla="*/ 0 w 165"/>
              <a:gd name="T13" fmla="*/ 249496263 h 160"/>
              <a:gd name="T14" fmla="*/ 173891907 w 165"/>
              <a:gd name="T15" fmla="*/ 249496263 h 160"/>
              <a:gd name="T16" fmla="*/ 173891907 w 165"/>
              <a:gd name="T17" fmla="*/ 403225000 h 160"/>
              <a:gd name="T18" fmla="*/ 254537061 w 165"/>
              <a:gd name="T19" fmla="*/ 403225000 h 160"/>
              <a:gd name="T20" fmla="*/ 254537061 w 165"/>
              <a:gd name="T21" fmla="*/ 249496263 h 160"/>
              <a:gd name="T22" fmla="*/ 415827369 w 165"/>
              <a:gd name="T23" fmla="*/ 249496263 h 160"/>
              <a:gd name="T24" fmla="*/ 415827369 w 165"/>
              <a:gd name="T25" fmla="*/ 168851263 h 16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65" h="160">
                <a:moveTo>
                  <a:pt x="165" y="67"/>
                </a:moveTo>
                <a:lnTo>
                  <a:pt x="101" y="67"/>
                </a:lnTo>
                <a:lnTo>
                  <a:pt x="101" y="0"/>
                </a:lnTo>
                <a:lnTo>
                  <a:pt x="69" y="0"/>
                </a:lnTo>
                <a:lnTo>
                  <a:pt x="69" y="67"/>
                </a:lnTo>
                <a:lnTo>
                  <a:pt x="0" y="67"/>
                </a:lnTo>
                <a:lnTo>
                  <a:pt x="0" y="99"/>
                </a:lnTo>
                <a:lnTo>
                  <a:pt x="69" y="99"/>
                </a:lnTo>
                <a:lnTo>
                  <a:pt x="69" y="160"/>
                </a:lnTo>
                <a:lnTo>
                  <a:pt x="101" y="160"/>
                </a:lnTo>
                <a:lnTo>
                  <a:pt x="101" y="99"/>
                </a:lnTo>
                <a:lnTo>
                  <a:pt x="165" y="99"/>
                </a:lnTo>
                <a:lnTo>
                  <a:pt x="165" y="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7" name="Freeform 30"/>
          <p:cNvSpPr/>
          <p:nvPr/>
        </p:nvSpPr>
        <p:spPr bwMode="auto">
          <a:xfrm>
            <a:off x="5889626" y="5467351"/>
            <a:ext cx="387351" cy="52388"/>
          </a:xfrm>
          <a:custGeom>
            <a:avLst/>
            <a:gdLst>
              <a:gd name="T0" fmla="*/ 0 w 266"/>
              <a:gd name="T1" fmla="*/ 0 h 36"/>
              <a:gd name="T2" fmla="*/ 564060235 w 266"/>
              <a:gd name="T3" fmla="*/ 0 h 36"/>
              <a:gd name="T4" fmla="*/ 472877171 w 266"/>
              <a:gd name="T5" fmla="*/ 76236182 h 36"/>
              <a:gd name="T6" fmla="*/ 106026141 w 266"/>
              <a:gd name="T7" fmla="*/ 76236182 h 36"/>
              <a:gd name="T8" fmla="*/ 0 w 266"/>
              <a:gd name="T9" fmla="*/ 0 h 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6" h="36">
                <a:moveTo>
                  <a:pt x="0" y="0"/>
                </a:moveTo>
                <a:cubicBezTo>
                  <a:pt x="266" y="0"/>
                  <a:pt x="266" y="0"/>
                  <a:pt x="266" y="0"/>
                </a:cubicBezTo>
                <a:cubicBezTo>
                  <a:pt x="266" y="0"/>
                  <a:pt x="237" y="36"/>
                  <a:pt x="223" y="36"/>
                </a:cubicBezTo>
                <a:cubicBezTo>
                  <a:pt x="209" y="36"/>
                  <a:pt x="62" y="36"/>
                  <a:pt x="50" y="36"/>
                </a:cubicBezTo>
                <a:cubicBezTo>
                  <a:pt x="37" y="36"/>
                  <a:pt x="0" y="0"/>
                  <a:pt x="0" y="0"/>
                </a:cubicBezTo>
                <a:close/>
              </a:path>
            </a:pathLst>
          </a:custGeom>
          <a:solidFill>
            <a:srgbClr val="697A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13288" y="2498725"/>
            <a:ext cx="3660470" cy="2016127"/>
            <a:chOff x="4713288" y="2498725"/>
            <a:chExt cx="3660470" cy="2016127"/>
          </a:xfrm>
        </p:grpSpPr>
        <p:sp>
          <p:nvSpPr>
            <p:cNvPr id="18455" name="Freeform 18"/>
            <p:cNvSpPr/>
            <p:nvPr/>
          </p:nvSpPr>
          <p:spPr bwMode="auto">
            <a:xfrm>
              <a:off x="7283451" y="3573464"/>
              <a:ext cx="257175" cy="298449"/>
            </a:xfrm>
            <a:custGeom>
              <a:avLst/>
              <a:gdLst>
                <a:gd name="T0" fmla="*/ 371555397 w 177"/>
                <a:gd name="T1" fmla="*/ 239503941 h 205"/>
                <a:gd name="T2" fmla="*/ 356777279 w 177"/>
                <a:gd name="T3" fmla="*/ 197113850 h 205"/>
                <a:gd name="T4" fmla="*/ 352554960 w 177"/>
                <a:gd name="T5" fmla="*/ 180158979 h 205"/>
                <a:gd name="T6" fmla="*/ 352554960 w 177"/>
                <a:gd name="T7" fmla="*/ 171680087 h 205"/>
                <a:gd name="T8" fmla="*/ 354666119 w 177"/>
                <a:gd name="T9" fmla="*/ 156843482 h 205"/>
                <a:gd name="T10" fmla="*/ 331444815 w 177"/>
                <a:gd name="T11" fmla="*/ 95377341 h 205"/>
                <a:gd name="T12" fmla="*/ 329333656 w 177"/>
                <a:gd name="T13" fmla="*/ 89019628 h 205"/>
                <a:gd name="T14" fmla="*/ 337778294 w 177"/>
                <a:gd name="T15" fmla="*/ 82660459 h 205"/>
                <a:gd name="T16" fmla="*/ 303999739 w 177"/>
                <a:gd name="T17" fmla="*/ 40270368 h 205"/>
                <a:gd name="T18" fmla="*/ 312444378 w 177"/>
                <a:gd name="T19" fmla="*/ 36032378 h 205"/>
                <a:gd name="T20" fmla="*/ 312444378 w 177"/>
                <a:gd name="T21" fmla="*/ 36032378 h 205"/>
                <a:gd name="T22" fmla="*/ 289221620 w 177"/>
                <a:gd name="T23" fmla="*/ 21195773 h 205"/>
                <a:gd name="T24" fmla="*/ 204778136 w 177"/>
                <a:gd name="T25" fmla="*/ 0 h 205"/>
                <a:gd name="T26" fmla="*/ 200555817 w 177"/>
                <a:gd name="T27" fmla="*/ 0 h 205"/>
                <a:gd name="T28" fmla="*/ 181555379 w 177"/>
                <a:gd name="T29" fmla="*/ 0 h 205"/>
                <a:gd name="T30" fmla="*/ 164666101 w 177"/>
                <a:gd name="T31" fmla="*/ 0 h 205"/>
                <a:gd name="T32" fmla="*/ 69666819 w 177"/>
                <a:gd name="T33" fmla="*/ 31792932 h 205"/>
                <a:gd name="T34" fmla="*/ 14778118 w 177"/>
                <a:gd name="T35" fmla="*/ 97497064 h 205"/>
                <a:gd name="T36" fmla="*/ 0 w 177"/>
                <a:gd name="T37" fmla="*/ 150485769 h 205"/>
                <a:gd name="T38" fmla="*/ 0 w 177"/>
                <a:gd name="T39" fmla="*/ 152604036 h 205"/>
                <a:gd name="T40" fmla="*/ 0 w 177"/>
                <a:gd name="T41" fmla="*/ 169560364 h 205"/>
                <a:gd name="T42" fmla="*/ 4222319 w 177"/>
                <a:gd name="T43" fmla="*/ 197113850 h 205"/>
                <a:gd name="T44" fmla="*/ 16889278 w 177"/>
                <a:gd name="T45" fmla="*/ 231026505 h 205"/>
                <a:gd name="T46" fmla="*/ 27445077 w 177"/>
                <a:gd name="T47" fmla="*/ 245863110 h 205"/>
                <a:gd name="T48" fmla="*/ 56999860 w 177"/>
                <a:gd name="T49" fmla="*/ 290372924 h 205"/>
                <a:gd name="T50" fmla="*/ 92889576 w 177"/>
                <a:gd name="T51" fmla="*/ 366675670 h 205"/>
                <a:gd name="T52" fmla="*/ 97110442 w 177"/>
                <a:gd name="T53" fmla="*/ 387869988 h 205"/>
                <a:gd name="T54" fmla="*/ 97110442 w 177"/>
                <a:gd name="T55" fmla="*/ 428140356 h 205"/>
                <a:gd name="T56" fmla="*/ 97110442 w 177"/>
                <a:gd name="T57" fmla="*/ 434499524 h 205"/>
                <a:gd name="T58" fmla="*/ 282888141 w 177"/>
                <a:gd name="T59" fmla="*/ 434499524 h 205"/>
                <a:gd name="T60" fmla="*/ 282888141 w 177"/>
                <a:gd name="T61" fmla="*/ 430260079 h 205"/>
                <a:gd name="T62" fmla="*/ 284999301 w 177"/>
                <a:gd name="T63" fmla="*/ 383631998 h 205"/>
                <a:gd name="T64" fmla="*/ 287110461 w 177"/>
                <a:gd name="T65" fmla="*/ 370913660 h 205"/>
                <a:gd name="T66" fmla="*/ 295555100 w 177"/>
                <a:gd name="T67" fmla="*/ 360316501 h 205"/>
                <a:gd name="T68" fmla="*/ 318777857 w 177"/>
                <a:gd name="T69" fmla="*/ 358196778 h 205"/>
                <a:gd name="T70" fmla="*/ 331444815 w 177"/>
                <a:gd name="T71" fmla="*/ 360316501 h 205"/>
                <a:gd name="T72" fmla="*/ 354666119 w 177"/>
                <a:gd name="T73" fmla="*/ 345479897 h 205"/>
                <a:gd name="T74" fmla="*/ 354666119 w 177"/>
                <a:gd name="T75" fmla="*/ 337002461 h 205"/>
                <a:gd name="T76" fmla="*/ 356777279 w 177"/>
                <a:gd name="T77" fmla="*/ 322165856 h 205"/>
                <a:gd name="T78" fmla="*/ 352554960 w 177"/>
                <a:gd name="T79" fmla="*/ 300970083 h 205"/>
                <a:gd name="T80" fmla="*/ 352554960 w 177"/>
                <a:gd name="T81" fmla="*/ 298850360 h 205"/>
                <a:gd name="T82" fmla="*/ 358888439 w 177"/>
                <a:gd name="T83" fmla="*/ 294612370 h 205"/>
                <a:gd name="T84" fmla="*/ 363110758 w 177"/>
                <a:gd name="T85" fmla="*/ 281895488 h 205"/>
                <a:gd name="T86" fmla="*/ 358888439 w 177"/>
                <a:gd name="T87" fmla="*/ 260699715 h 205"/>
                <a:gd name="T88" fmla="*/ 360999599 w 177"/>
                <a:gd name="T89" fmla="*/ 256460269 h 205"/>
                <a:gd name="T90" fmla="*/ 369444238 w 177"/>
                <a:gd name="T91" fmla="*/ 252222279 h 205"/>
                <a:gd name="T92" fmla="*/ 371555397 w 177"/>
                <a:gd name="T93" fmla="*/ 239503941 h 20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77" h="205">
                  <a:moveTo>
                    <a:pt x="176" y="113"/>
                  </a:moveTo>
                  <a:cubicBezTo>
                    <a:pt x="174" y="106"/>
                    <a:pt x="171" y="99"/>
                    <a:pt x="169" y="93"/>
                  </a:cubicBezTo>
                  <a:cubicBezTo>
                    <a:pt x="168" y="90"/>
                    <a:pt x="167" y="87"/>
                    <a:pt x="167" y="85"/>
                  </a:cubicBezTo>
                  <a:cubicBezTo>
                    <a:pt x="166" y="84"/>
                    <a:pt x="167" y="82"/>
                    <a:pt x="167" y="81"/>
                  </a:cubicBezTo>
                  <a:cubicBezTo>
                    <a:pt x="169" y="79"/>
                    <a:pt x="168" y="77"/>
                    <a:pt x="168" y="74"/>
                  </a:cubicBezTo>
                  <a:cubicBezTo>
                    <a:pt x="165" y="64"/>
                    <a:pt x="162" y="54"/>
                    <a:pt x="157" y="45"/>
                  </a:cubicBezTo>
                  <a:cubicBezTo>
                    <a:pt x="157" y="44"/>
                    <a:pt x="156" y="43"/>
                    <a:pt x="156" y="42"/>
                  </a:cubicBezTo>
                  <a:cubicBezTo>
                    <a:pt x="157" y="41"/>
                    <a:pt x="159" y="40"/>
                    <a:pt x="160" y="39"/>
                  </a:cubicBezTo>
                  <a:cubicBezTo>
                    <a:pt x="156" y="32"/>
                    <a:pt x="151" y="25"/>
                    <a:pt x="144" y="19"/>
                  </a:cubicBezTo>
                  <a:cubicBezTo>
                    <a:pt x="146" y="18"/>
                    <a:pt x="147" y="18"/>
                    <a:pt x="148" y="17"/>
                  </a:cubicBezTo>
                  <a:cubicBezTo>
                    <a:pt x="148" y="17"/>
                    <a:pt x="148" y="17"/>
                    <a:pt x="148" y="17"/>
                  </a:cubicBezTo>
                  <a:cubicBezTo>
                    <a:pt x="144" y="15"/>
                    <a:pt x="141" y="12"/>
                    <a:pt x="137" y="10"/>
                  </a:cubicBezTo>
                  <a:cubicBezTo>
                    <a:pt x="124" y="4"/>
                    <a:pt x="111" y="1"/>
                    <a:pt x="97" y="0"/>
                  </a:cubicBezTo>
                  <a:cubicBezTo>
                    <a:pt x="96" y="0"/>
                    <a:pt x="96" y="0"/>
                    <a:pt x="95" y="0"/>
                  </a:cubicBezTo>
                  <a:cubicBezTo>
                    <a:pt x="92" y="0"/>
                    <a:pt x="89" y="0"/>
                    <a:pt x="86" y="0"/>
                  </a:cubicBezTo>
                  <a:cubicBezTo>
                    <a:pt x="84" y="0"/>
                    <a:pt x="81" y="0"/>
                    <a:pt x="78" y="0"/>
                  </a:cubicBezTo>
                  <a:cubicBezTo>
                    <a:pt x="62" y="2"/>
                    <a:pt x="47" y="6"/>
                    <a:pt x="33" y="15"/>
                  </a:cubicBezTo>
                  <a:cubicBezTo>
                    <a:pt x="21" y="23"/>
                    <a:pt x="13" y="33"/>
                    <a:pt x="7" y="46"/>
                  </a:cubicBezTo>
                  <a:cubicBezTo>
                    <a:pt x="3" y="54"/>
                    <a:pt x="1" y="62"/>
                    <a:pt x="0" y="71"/>
                  </a:cubicBezTo>
                  <a:cubicBezTo>
                    <a:pt x="0" y="71"/>
                    <a:pt x="0" y="72"/>
                    <a:pt x="0" y="72"/>
                  </a:cubicBezTo>
                  <a:cubicBezTo>
                    <a:pt x="0" y="75"/>
                    <a:pt x="0" y="78"/>
                    <a:pt x="0" y="80"/>
                  </a:cubicBezTo>
                  <a:cubicBezTo>
                    <a:pt x="1" y="84"/>
                    <a:pt x="1" y="89"/>
                    <a:pt x="2" y="93"/>
                  </a:cubicBezTo>
                  <a:cubicBezTo>
                    <a:pt x="3" y="98"/>
                    <a:pt x="5" y="104"/>
                    <a:pt x="8" y="109"/>
                  </a:cubicBezTo>
                  <a:cubicBezTo>
                    <a:pt x="10" y="111"/>
                    <a:pt x="11" y="114"/>
                    <a:pt x="13" y="116"/>
                  </a:cubicBezTo>
                  <a:cubicBezTo>
                    <a:pt x="17" y="123"/>
                    <a:pt x="21" y="130"/>
                    <a:pt x="27" y="137"/>
                  </a:cubicBezTo>
                  <a:cubicBezTo>
                    <a:pt x="36" y="147"/>
                    <a:pt x="42" y="159"/>
                    <a:pt x="44" y="173"/>
                  </a:cubicBezTo>
                  <a:cubicBezTo>
                    <a:pt x="45" y="176"/>
                    <a:pt x="46" y="180"/>
                    <a:pt x="46" y="183"/>
                  </a:cubicBezTo>
                  <a:cubicBezTo>
                    <a:pt x="46" y="189"/>
                    <a:pt x="46" y="196"/>
                    <a:pt x="46" y="202"/>
                  </a:cubicBezTo>
                  <a:cubicBezTo>
                    <a:pt x="46" y="203"/>
                    <a:pt x="46" y="203"/>
                    <a:pt x="46" y="205"/>
                  </a:cubicBezTo>
                  <a:cubicBezTo>
                    <a:pt x="75" y="205"/>
                    <a:pt x="105" y="205"/>
                    <a:pt x="134" y="205"/>
                  </a:cubicBezTo>
                  <a:cubicBezTo>
                    <a:pt x="134" y="204"/>
                    <a:pt x="134" y="203"/>
                    <a:pt x="134" y="203"/>
                  </a:cubicBezTo>
                  <a:cubicBezTo>
                    <a:pt x="135" y="195"/>
                    <a:pt x="135" y="188"/>
                    <a:pt x="135" y="181"/>
                  </a:cubicBezTo>
                  <a:cubicBezTo>
                    <a:pt x="135" y="179"/>
                    <a:pt x="135" y="177"/>
                    <a:pt x="136" y="175"/>
                  </a:cubicBezTo>
                  <a:cubicBezTo>
                    <a:pt x="136" y="172"/>
                    <a:pt x="138" y="171"/>
                    <a:pt x="140" y="170"/>
                  </a:cubicBezTo>
                  <a:cubicBezTo>
                    <a:pt x="144" y="169"/>
                    <a:pt x="147" y="169"/>
                    <a:pt x="151" y="169"/>
                  </a:cubicBezTo>
                  <a:cubicBezTo>
                    <a:pt x="153" y="169"/>
                    <a:pt x="155" y="170"/>
                    <a:pt x="157" y="170"/>
                  </a:cubicBezTo>
                  <a:cubicBezTo>
                    <a:pt x="161" y="171"/>
                    <a:pt x="168" y="168"/>
                    <a:pt x="168" y="163"/>
                  </a:cubicBezTo>
                  <a:cubicBezTo>
                    <a:pt x="168" y="162"/>
                    <a:pt x="168" y="161"/>
                    <a:pt x="168" y="159"/>
                  </a:cubicBezTo>
                  <a:cubicBezTo>
                    <a:pt x="167" y="157"/>
                    <a:pt x="168" y="155"/>
                    <a:pt x="169" y="152"/>
                  </a:cubicBezTo>
                  <a:cubicBezTo>
                    <a:pt x="172" y="148"/>
                    <a:pt x="172" y="145"/>
                    <a:pt x="167" y="142"/>
                  </a:cubicBezTo>
                  <a:cubicBezTo>
                    <a:pt x="167" y="141"/>
                    <a:pt x="167" y="141"/>
                    <a:pt x="167" y="141"/>
                  </a:cubicBezTo>
                  <a:cubicBezTo>
                    <a:pt x="168" y="140"/>
                    <a:pt x="169" y="140"/>
                    <a:pt x="170" y="139"/>
                  </a:cubicBezTo>
                  <a:cubicBezTo>
                    <a:pt x="172" y="137"/>
                    <a:pt x="172" y="136"/>
                    <a:pt x="172" y="133"/>
                  </a:cubicBezTo>
                  <a:cubicBezTo>
                    <a:pt x="171" y="130"/>
                    <a:pt x="170" y="126"/>
                    <a:pt x="170" y="123"/>
                  </a:cubicBezTo>
                  <a:cubicBezTo>
                    <a:pt x="169" y="122"/>
                    <a:pt x="170" y="121"/>
                    <a:pt x="171" y="121"/>
                  </a:cubicBezTo>
                  <a:cubicBezTo>
                    <a:pt x="172" y="120"/>
                    <a:pt x="173" y="120"/>
                    <a:pt x="175" y="119"/>
                  </a:cubicBezTo>
                  <a:cubicBezTo>
                    <a:pt x="177" y="117"/>
                    <a:pt x="177" y="116"/>
                    <a:pt x="176" y="113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56" name="Freeform 19"/>
            <p:cNvSpPr/>
            <p:nvPr/>
          </p:nvSpPr>
          <p:spPr bwMode="auto">
            <a:xfrm>
              <a:off x="5049839" y="3970338"/>
              <a:ext cx="134939" cy="227013"/>
            </a:xfrm>
            <a:custGeom>
              <a:avLst/>
              <a:gdLst>
                <a:gd name="T0" fmla="*/ 197915911 w 92"/>
                <a:gd name="T1" fmla="*/ 0 h 156"/>
                <a:gd name="T2" fmla="*/ 197915911 w 92"/>
                <a:gd name="T3" fmla="*/ 190587600 h 156"/>
                <a:gd name="T4" fmla="*/ 195764237 w 92"/>
                <a:gd name="T5" fmla="*/ 196941054 h 156"/>
                <a:gd name="T6" fmla="*/ 60235150 w 92"/>
                <a:gd name="T7" fmla="*/ 328234604 h 156"/>
                <a:gd name="T8" fmla="*/ 58083475 w 92"/>
                <a:gd name="T9" fmla="*/ 330351937 h 156"/>
                <a:gd name="T10" fmla="*/ 38722806 w 92"/>
                <a:gd name="T11" fmla="*/ 309175699 h 156"/>
                <a:gd name="T12" fmla="*/ 2151674 w 92"/>
                <a:gd name="T13" fmla="*/ 209646506 h 156"/>
                <a:gd name="T14" fmla="*/ 0 w 92"/>
                <a:gd name="T15" fmla="*/ 205411840 h 156"/>
                <a:gd name="T16" fmla="*/ 0 w 92"/>
                <a:gd name="T17" fmla="*/ 182116814 h 156"/>
                <a:gd name="T18" fmla="*/ 2151674 w 92"/>
                <a:gd name="T19" fmla="*/ 177882148 h 156"/>
                <a:gd name="T20" fmla="*/ 38722806 w 92"/>
                <a:gd name="T21" fmla="*/ 80470288 h 156"/>
                <a:gd name="T22" fmla="*/ 163496454 w 92"/>
                <a:gd name="T23" fmla="*/ 2117333 h 156"/>
                <a:gd name="T24" fmla="*/ 185008798 w 92"/>
                <a:gd name="T25" fmla="*/ 0 h 156"/>
                <a:gd name="T26" fmla="*/ 197915911 w 92"/>
                <a:gd name="T27" fmla="*/ 0 h 15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2" h="156">
                  <a:moveTo>
                    <a:pt x="92" y="0"/>
                  </a:moveTo>
                  <a:cubicBezTo>
                    <a:pt x="92" y="30"/>
                    <a:pt x="92" y="60"/>
                    <a:pt x="92" y="90"/>
                  </a:cubicBezTo>
                  <a:cubicBezTo>
                    <a:pt x="92" y="91"/>
                    <a:pt x="91" y="92"/>
                    <a:pt x="91" y="93"/>
                  </a:cubicBezTo>
                  <a:cubicBezTo>
                    <a:pt x="70" y="114"/>
                    <a:pt x="49" y="134"/>
                    <a:pt x="28" y="155"/>
                  </a:cubicBezTo>
                  <a:cubicBezTo>
                    <a:pt x="28" y="156"/>
                    <a:pt x="28" y="156"/>
                    <a:pt x="27" y="156"/>
                  </a:cubicBezTo>
                  <a:cubicBezTo>
                    <a:pt x="24" y="153"/>
                    <a:pt x="21" y="149"/>
                    <a:pt x="18" y="146"/>
                  </a:cubicBezTo>
                  <a:cubicBezTo>
                    <a:pt x="8" y="132"/>
                    <a:pt x="2" y="116"/>
                    <a:pt x="1" y="99"/>
                  </a:cubicBezTo>
                  <a:cubicBezTo>
                    <a:pt x="1" y="98"/>
                    <a:pt x="0" y="98"/>
                    <a:pt x="0" y="97"/>
                  </a:cubicBezTo>
                  <a:cubicBezTo>
                    <a:pt x="0" y="93"/>
                    <a:pt x="0" y="89"/>
                    <a:pt x="0" y="86"/>
                  </a:cubicBezTo>
                  <a:cubicBezTo>
                    <a:pt x="0" y="85"/>
                    <a:pt x="1" y="85"/>
                    <a:pt x="1" y="84"/>
                  </a:cubicBezTo>
                  <a:cubicBezTo>
                    <a:pt x="2" y="67"/>
                    <a:pt x="8" y="51"/>
                    <a:pt x="18" y="38"/>
                  </a:cubicBezTo>
                  <a:cubicBezTo>
                    <a:pt x="32" y="18"/>
                    <a:pt x="52" y="6"/>
                    <a:pt x="76" y="1"/>
                  </a:cubicBezTo>
                  <a:cubicBezTo>
                    <a:pt x="79" y="1"/>
                    <a:pt x="83" y="0"/>
                    <a:pt x="86" y="0"/>
                  </a:cubicBezTo>
                  <a:cubicBezTo>
                    <a:pt x="88" y="0"/>
                    <a:pt x="90" y="0"/>
                    <a:pt x="92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57" name="Freeform 20"/>
            <p:cNvSpPr/>
            <p:nvPr/>
          </p:nvSpPr>
          <p:spPr bwMode="auto">
            <a:xfrm>
              <a:off x="5202239" y="3970338"/>
              <a:ext cx="131763" cy="133349"/>
            </a:xfrm>
            <a:custGeom>
              <a:avLst/>
              <a:gdLst>
                <a:gd name="T0" fmla="*/ 12579747 w 91"/>
                <a:gd name="T1" fmla="*/ 0 h 91"/>
                <a:gd name="T2" fmla="*/ 33544543 w 91"/>
                <a:gd name="T3" fmla="*/ 2146788 h 91"/>
                <a:gd name="T4" fmla="*/ 165627539 w 91"/>
                <a:gd name="T5" fmla="*/ 96630392 h 91"/>
                <a:gd name="T6" fmla="*/ 190785584 w 91"/>
                <a:gd name="T7" fmla="*/ 191113996 h 91"/>
                <a:gd name="T8" fmla="*/ 190785584 w 91"/>
                <a:gd name="T9" fmla="*/ 195409038 h 91"/>
                <a:gd name="T10" fmla="*/ 0 w 91"/>
                <a:gd name="T11" fmla="*/ 195409038 h 91"/>
                <a:gd name="T12" fmla="*/ 0 w 91"/>
                <a:gd name="T13" fmla="*/ 0 h 91"/>
                <a:gd name="T14" fmla="*/ 12579747 w 91"/>
                <a:gd name="T15" fmla="*/ 0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1" h="91">
                  <a:moveTo>
                    <a:pt x="6" y="0"/>
                  </a:moveTo>
                  <a:cubicBezTo>
                    <a:pt x="9" y="0"/>
                    <a:pt x="13" y="1"/>
                    <a:pt x="16" y="1"/>
                  </a:cubicBezTo>
                  <a:cubicBezTo>
                    <a:pt x="43" y="7"/>
                    <a:pt x="64" y="21"/>
                    <a:pt x="79" y="45"/>
                  </a:cubicBezTo>
                  <a:cubicBezTo>
                    <a:pt x="87" y="58"/>
                    <a:pt x="91" y="73"/>
                    <a:pt x="91" y="89"/>
                  </a:cubicBezTo>
                  <a:cubicBezTo>
                    <a:pt x="91" y="90"/>
                    <a:pt x="91" y="91"/>
                    <a:pt x="91" y="91"/>
                  </a:cubicBezTo>
                  <a:cubicBezTo>
                    <a:pt x="61" y="91"/>
                    <a:pt x="31" y="91"/>
                    <a:pt x="0" y="91"/>
                  </a:cubicBezTo>
                  <a:cubicBezTo>
                    <a:pt x="0" y="61"/>
                    <a:pt x="0" y="3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58" name="Freeform 21"/>
            <p:cNvSpPr/>
            <p:nvPr/>
          </p:nvSpPr>
          <p:spPr bwMode="auto">
            <a:xfrm>
              <a:off x="5102226" y="4119564"/>
              <a:ext cx="227013" cy="146049"/>
            </a:xfrm>
            <a:custGeom>
              <a:avLst/>
              <a:gdLst>
                <a:gd name="T0" fmla="*/ 330351937 w 156"/>
                <a:gd name="T1" fmla="*/ 0 h 100"/>
                <a:gd name="T2" fmla="*/ 211763838 w 156"/>
                <a:gd name="T3" fmla="*/ 181310852 h 100"/>
                <a:gd name="T4" fmla="*/ 0 w 156"/>
                <a:gd name="T5" fmla="*/ 138649647 h 100"/>
                <a:gd name="T6" fmla="*/ 2117333 w 156"/>
                <a:gd name="T7" fmla="*/ 136515856 h 100"/>
                <a:gd name="T8" fmla="*/ 135529671 w 156"/>
                <a:gd name="T9" fmla="*/ 4266121 h 100"/>
                <a:gd name="T10" fmla="*/ 139764337 w 156"/>
                <a:gd name="T11" fmla="*/ 0 h 100"/>
                <a:gd name="T12" fmla="*/ 326117271 w 156"/>
                <a:gd name="T13" fmla="*/ 0 h 100"/>
                <a:gd name="T14" fmla="*/ 330351937 w 156"/>
                <a:gd name="T15" fmla="*/ 0 h 1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6" h="100">
                  <a:moveTo>
                    <a:pt x="156" y="0"/>
                  </a:moveTo>
                  <a:cubicBezTo>
                    <a:pt x="156" y="33"/>
                    <a:pt x="137" y="69"/>
                    <a:pt x="100" y="85"/>
                  </a:cubicBezTo>
                  <a:cubicBezTo>
                    <a:pt x="63" y="100"/>
                    <a:pt x="23" y="89"/>
                    <a:pt x="0" y="65"/>
                  </a:cubicBezTo>
                  <a:cubicBezTo>
                    <a:pt x="0" y="65"/>
                    <a:pt x="1" y="64"/>
                    <a:pt x="1" y="64"/>
                  </a:cubicBezTo>
                  <a:cubicBezTo>
                    <a:pt x="22" y="43"/>
                    <a:pt x="43" y="22"/>
                    <a:pt x="64" y="2"/>
                  </a:cubicBezTo>
                  <a:cubicBezTo>
                    <a:pt x="64" y="1"/>
                    <a:pt x="65" y="0"/>
                    <a:pt x="66" y="0"/>
                  </a:cubicBezTo>
                  <a:cubicBezTo>
                    <a:pt x="96" y="0"/>
                    <a:pt x="125" y="0"/>
                    <a:pt x="154" y="0"/>
                  </a:cubicBezTo>
                  <a:cubicBezTo>
                    <a:pt x="155" y="0"/>
                    <a:pt x="155" y="0"/>
                    <a:pt x="156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65" name="Freeform 28"/>
            <p:cNvSpPr/>
            <p:nvPr/>
          </p:nvSpPr>
          <p:spPr bwMode="auto">
            <a:xfrm>
              <a:off x="7481888" y="3484563"/>
              <a:ext cx="106363" cy="103188"/>
            </a:xfrm>
            <a:custGeom>
              <a:avLst/>
              <a:gdLst>
                <a:gd name="T0" fmla="*/ 168852056 w 67"/>
                <a:gd name="T1" fmla="*/ 68045342 h 65"/>
                <a:gd name="T2" fmla="*/ 105847060 w 67"/>
                <a:gd name="T3" fmla="*/ 68045342 h 65"/>
                <a:gd name="T4" fmla="*/ 105847060 w 67"/>
                <a:gd name="T5" fmla="*/ 0 h 65"/>
                <a:gd name="T6" fmla="*/ 70564707 w 67"/>
                <a:gd name="T7" fmla="*/ 0 h 65"/>
                <a:gd name="T8" fmla="*/ 70564707 w 67"/>
                <a:gd name="T9" fmla="*/ 68045342 h 65"/>
                <a:gd name="T10" fmla="*/ 0 w 67"/>
                <a:gd name="T11" fmla="*/ 68045342 h 65"/>
                <a:gd name="T12" fmla="*/ 0 w 67"/>
                <a:gd name="T13" fmla="*/ 100806738 h 65"/>
                <a:gd name="T14" fmla="*/ 70564707 w 67"/>
                <a:gd name="T15" fmla="*/ 100806738 h 65"/>
                <a:gd name="T16" fmla="*/ 70564707 w 67"/>
                <a:gd name="T17" fmla="*/ 163811744 h 65"/>
                <a:gd name="T18" fmla="*/ 105847060 w 67"/>
                <a:gd name="T19" fmla="*/ 163811744 h 65"/>
                <a:gd name="T20" fmla="*/ 105847060 w 67"/>
                <a:gd name="T21" fmla="*/ 100806738 h 65"/>
                <a:gd name="T22" fmla="*/ 168852056 w 67"/>
                <a:gd name="T23" fmla="*/ 100806738 h 65"/>
                <a:gd name="T24" fmla="*/ 168852056 w 67"/>
                <a:gd name="T25" fmla="*/ 68045342 h 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7" h="65">
                  <a:moveTo>
                    <a:pt x="67" y="27"/>
                  </a:moveTo>
                  <a:lnTo>
                    <a:pt x="42" y="27"/>
                  </a:lnTo>
                  <a:lnTo>
                    <a:pt x="42" y="0"/>
                  </a:lnTo>
                  <a:lnTo>
                    <a:pt x="28" y="0"/>
                  </a:lnTo>
                  <a:lnTo>
                    <a:pt x="28" y="27"/>
                  </a:lnTo>
                  <a:lnTo>
                    <a:pt x="0" y="27"/>
                  </a:lnTo>
                  <a:lnTo>
                    <a:pt x="0" y="40"/>
                  </a:lnTo>
                  <a:lnTo>
                    <a:pt x="28" y="40"/>
                  </a:lnTo>
                  <a:lnTo>
                    <a:pt x="28" y="65"/>
                  </a:lnTo>
                  <a:lnTo>
                    <a:pt x="42" y="65"/>
                  </a:lnTo>
                  <a:lnTo>
                    <a:pt x="42" y="40"/>
                  </a:lnTo>
                  <a:lnTo>
                    <a:pt x="67" y="40"/>
                  </a:lnTo>
                  <a:lnTo>
                    <a:pt x="67" y="27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68" name="Oval 34"/>
            <p:cNvSpPr>
              <a:spLocks noChangeArrowheads="1"/>
            </p:cNvSpPr>
            <p:nvPr/>
          </p:nvSpPr>
          <p:spPr bwMode="auto">
            <a:xfrm>
              <a:off x="4713288" y="3819526"/>
              <a:ext cx="44451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69" name="Oval 35"/>
            <p:cNvSpPr>
              <a:spLocks noChangeArrowheads="1"/>
            </p:cNvSpPr>
            <p:nvPr/>
          </p:nvSpPr>
          <p:spPr bwMode="auto">
            <a:xfrm>
              <a:off x="4729163" y="3881438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0" name="Oval 36"/>
            <p:cNvSpPr>
              <a:spLocks noChangeArrowheads="1"/>
            </p:cNvSpPr>
            <p:nvPr/>
          </p:nvSpPr>
          <p:spPr bwMode="auto">
            <a:xfrm>
              <a:off x="4756152" y="3944938"/>
              <a:ext cx="47625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1" name="Oval 37"/>
            <p:cNvSpPr>
              <a:spLocks noChangeArrowheads="1"/>
            </p:cNvSpPr>
            <p:nvPr/>
          </p:nvSpPr>
          <p:spPr bwMode="auto">
            <a:xfrm>
              <a:off x="4797426" y="399573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2" name="Oval 38"/>
            <p:cNvSpPr>
              <a:spLocks noChangeArrowheads="1"/>
            </p:cNvSpPr>
            <p:nvPr/>
          </p:nvSpPr>
          <p:spPr bwMode="auto">
            <a:xfrm>
              <a:off x="4856163" y="4038602"/>
              <a:ext cx="46039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3" name="Oval 39"/>
            <p:cNvSpPr>
              <a:spLocks noChangeArrowheads="1"/>
            </p:cNvSpPr>
            <p:nvPr/>
          </p:nvSpPr>
          <p:spPr bwMode="auto">
            <a:xfrm>
              <a:off x="4922839" y="407193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4" name="Oval 40"/>
            <p:cNvSpPr>
              <a:spLocks noChangeArrowheads="1"/>
            </p:cNvSpPr>
            <p:nvPr/>
          </p:nvSpPr>
          <p:spPr bwMode="auto">
            <a:xfrm>
              <a:off x="6935789" y="3971926"/>
              <a:ext cx="46039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5" name="Oval 41"/>
            <p:cNvSpPr>
              <a:spLocks noChangeArrowheads="1"/>
            </p:cNvSpPr>
            <p:nvPr/>
          </p:nvSpPr>
          <p:spPr bwMode="auto">
            <a:xfrm>
              <a:off x="6970714" y="3900489"/>
              <a:ext cx="46039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6" name="Oval 42"/>
            <p:cNvSpPr>
              <a:spLocks noChangeArrowheads="1"/>
            </p:cNvSpPr>
            <p:nvPr/>
          </p:nvSpPr>
          <p:spPr bwMode="auto">
            <a:xfrm>
              <a:off x="7013577" y="384333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7" name="Oval 43"/>
            <p:cNvSpPr>
              <a:spLocks noChangeArrowheads="1"/>
            </p:cNvSpPr>
            <p:nvPr/>
          </p:nvSpPr>
          <p:spPr bwMode="auto">
            <a:xfrm>
              <a:off x="7067551" y="379888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8" name="Oval 44"/>
            <p:cNvSpPr>
              <a:spLocks noChangeArrowheads="1"/>
            </p:cNvSpPr>
            <p:nvPr/>
          </p:nvSpPr>
          <p:spPr bwMode="auto">
            <a:xfrm>
              <a:off x="7126288" y="3775077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9" name="Oval 45"/>
            <p:cNvSpPr>
              <a:spLocks noChangeArrowheads="1"/>
            </p:cNvSpPr>
            <p:nvPr/>
          </p:nvSpPr>
          <p:spPr bwMode="auto">
            <a:xfrm>
              <a:off x="7189789" y="3759202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0" name="Oval 46"/>
            <p:cNvSpPr>
              <a:spLocks noChangeArrowheads="1"/>
            </p:cNvSpPr>
            <p:nvPr/>
          </p:nvSpPr>
          <p:spPr bwMode="auto">
            <a:xfrm>
              <a:off x="7580313" y="3603626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1" name="Oval 47"/>
            <p:cNvSpPr>
              <a:spLocks noChangeArrowheads="1"/>
            </p:cNvSpPr>
            <p:nvPr/>
          </p:nvSpPr>
          <p:spPr bwMode="auto">
            <a:xfrm>
              <a:off x="7654925" y="3563938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2" name="Oval 48"/>
            <p:cNvSpPr>
              <a:spLocks noChangeArrowheads="1"/>
            </p:cNvSpPr>
            <p:nvPr/>
          </p:nvSpPr>
          <p:spPr bwMode="auto">
            <a:xfrm>
              <a:off x="7710489" y="3522663"/>
              <a:ext cx="47625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3" name="Oval 49"/>
            <p:cNvSpPr>
              <a:spLocks noChangeArrowheads="1"/>
            </p:cNvSpPr>
            <p:nvPr/>
          </p:nvSpPr>
          <p:spPr bwMode="auto">
            <a:xfrm>
              <a:off x="7756525" y="3463926"/>
              <a:ext cx="44451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4" name="Oval 50"/>
            <p:cNvSpPr>
              <a:spLocks noChangeArrowheads="1"/>
            </p:cNvSpPr>
            <p:nvPr/>
          </p:nvSpPr>
          <p:spPr bwMode="auto">
            <a:xfrm>
              <a:off x="7783514" y="3405188"/>
              <a:ext cx="47625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5" name="Oval 51"/>
            <p:cNvSpPr>
              <a:spLocks noChangeArrowheads="1"/>
            </p:cNvSpPr>
            <p:nvPr/>
          </p:nvSpPr>
          <p:spPr bwMode="auto">
            <a:xfrm>
              <a:off x="7797801" y="334168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8438" name="组合 98"/>
            <p:cNvGrpSpPr/>
            <p:nvPr/>
          </p:nvGrpSpPr>
          <p:grpSpPr bwMode="auto">
            <a:xfrm>
              <a:off x="8007354" y="2498725"/>
              <a:ext cx="366404" cy="2016127"/>
              <a:chOff x="7970042" y="1844481"/>
              <a:chExt cx="601639" cy="3318271"/>
            </a:xfrm>
            <a:solidFill>
              <a:srgbClr val="C00000"/>
            </a:solidFill>
          </p:grpSpPr>
          <p:sp>
            <p:nvSpPr>
              <p:cNvPr id="96" name="KSO_Shape"/>
              <p:cNvSpPr/>
              <p:nvPr/>
            </p:nvSpPr>
            <p:spPr>
              <a:xfrm>
                <a:off x="8029489" y="1844481"/>
                <a:ext cx="542192" cy="404986"/>
              </a:xfrm>
              <a:custGeom>
                <a:avLst/>
                <a:gdLst/>
                <a:ahLst/>
                <a:cxnLst/>
                <a:rect l="l" t="t" r="r" b="b"/>
                <a:pathLst>
                  <a:path w="1439795" h="1078336">
                    <a:moveTo>
                      <a:pt x="1320032" y="0"/>
                    </a:moveTo>
                    <a:lnTo>
                      <a:pt x="1439795" y="108600"/>
                    </a:lnTo>
                    <a:lnTo>
                      <a:pt x="560454" y="1078336"/>
                    </a:lnTo>
                    <a:lnTo>
                      <a:pt x="0" y="570126"/>
                    </a:lnTo>
                    <a:lnTo>
                      <a:pt x="100041" y="459801"/>
                    </a:lnTo>
                    <a:lnTo>
                      <a:pt x="540731" y="8594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98" name="KSO_Shape"/>
              <p:cNvSpPr/>
              <p:nvPr/>
            </p:nvSpPr>
            <p:spPr>
              <a:xfrm>
                <a:off x="7970042" y="4757767"/>
                <a:ext cx="542192" cy="404985"/>
              </a:xfrm>
              <a:custGeom>
                <a:avLst/>
                <a:gdLst/>
                <a:ahLst/>
                <a:cxnLst/>
                <a:rect l="l" t="t" r="r" b="b"/>
                <a:pathLst>
                  <a:path w="1439795" h="1078336">
                    <a:moveTo>
                      <a:pt x="1320032" y="0"/>
                    </a:moveTo>
                    <a:lnTo>
                      <a:pt x="1439795" y="108600"/>
                    </a:lnTo>
                    <a:lnTo>
                      <a:pt x="560454" y="1078336"/>
                    </a:lnTo>
                    <a:lnTo>
                      <a:pt x="0" y="570126"/>
                    </a:lnTo>
                    <a:lnTo>
                      <a:pt x="100041" y="459801"/>
                    </a:lnTo>
                    <a:lnTo>
                      <a:pt x="540731" y="8594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</p:grpSp>
      <p:sp>
        <p:nvSpPr>
          <p:cNvPr id="68" name="矩形 67"/>
          <p:cNvSpPr/>
          <p:nvPr/>
        </p:nvSpPr>
        <p:spPr>
          <a:xfrm>
            <a:off x="8592988" y="2614918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TLS、证书 Pin、密钥不进日志。栈配好了，不等于每条新功能自动过。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8592988" y="2262340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S0 只人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337554" y="4838854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S1 人审逻辑。S2 脚本可断言。截图对照不进 accept.py。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337554" y="4486276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S1 / S2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720718" y="3017170"/>
            <a:ext cx="37988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桌面复用网关 HTTP，抓包能看见密码。人否了。取 TLS 1.3 + Protobuf :9443。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720718" y="266459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否明文 JSON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传输这一刀，归人验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S0 IS HUMAN ONLY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闭环证据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 THE RUN FOLDER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476241" y="4186512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 权限弹窗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升级提示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125" y="4190958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 设置页反馈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 中/英下载页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03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346" y="2497348"/>
            <a:ext cx="4297908" cy="3903452"/>
            <a:chOff x="3940511" y="2070628"/>
            <a:chExt cx="4229366" cy="3841201"/>
          </a:xfrm>
        </p:grpSpPr>
        <p:sp>
          <p:nvSpPr>
            <p:cNvPr id="35" name="Freeform 5"/>
            <p:cNvSpPr/>
            <p:nvPr/>
          </p:nvSpPr>
          <p:spPr bwMode="auto">
            <a:xfrm>
              <a:off x="4697609" y="2478939"/>
              <a:ext cx="2953217" cy="3432890"/>
            </a:xfrm>
            <a:custGeom>
              <a:avLst/>
              <a:gdLst>
                <a:gd name="T0" fmla="*/ 553107085 w 5977"/>
                <a:gd name="T1" fmla="*/ 70285550 h 6949"/>
                <a:gd name="T2" fmla="*/ 487233550 w 5977"/>
                <a:gd name="T3" fmla="*/ 359685891 h 6949"/>
                <a:gd name="T4" fmla="*/ 350301198 w 5977"/>
                <a:gd name="T5" fmla="*/ 115798432 h 6949"/>
                <a:gd name="T6" fmla="*/ 336665723 w 5977"/>
                <a:gd name="T7" fmla="*/ 128664779 h 6949"/>
                <a:gd name="T8" fmla="*/ 487425501 w 5977"/>
                <a:gd name="T9" fmla="*/ 487966836 h 6949"/>
                <a:gd name="T10" fmla="*/ 426737689 w 5977"/>
                <a:gd name="T11" fmla="*/ 535784040 h 6949"/>
                <a:gd name="T12" fmla="*/ 102747252 w 5977"/>
                <a:gd name="T13" fmla="*/ 361990214 h 6949"/>
                <a:gd name="T14" fmla="*/ 72211396 w 5977"/>
                <a:gd name="T15" fmla="*/ 375625106 h 6949"/>
                <a:gd name="T16" fmla="*/ 300559805 w 5977"/>
                <a:gd name="T17" fmla="*/ 476252431 h 6949"/>
                <a:gd name="T18" fmla="*/ 458810023 w 5977"/>
                <a:gd name="T19" fmla="*/ 679236091 h 6949"/>
                <a:gd name="T20" fmla="*/ 410029258 w 5977"/>
                <a:gd name="T21" fmla="*/ 814238084 h 6949"/>
                <a:gd name="T22" fmla="*/ 2304717 w 5977"/>
                <a:gd name="T23" fmla="*/ 744144451 h 6949"/>
                <a:gd name="T24" fmla="*/ 0 w 5977"/>
                <a:gd name="T25" fmla="*/ 778519119 h 6949"/>
                <a:gd name="T26" fmla="*/ 419439638 w 5977"/>
                <a:gd name="T27" fmla="*/ 879530717 h 6949"/>
                <a:gd name="T28" fmla="*/ 430770396 w 5977"/>
                <a:gd name="T29" fmla="*/ 1158560951 h 6949"/>
                <a:gd name="T30" fmla="*/ 300559805 w 5977"/>
                <a:gd name="T31" fmla="*/ 1274167466 h 6949"/>
                <a:gd name="T32" fmla="*/ 174382360 w 5977"/>
                <a:gd name="T33" fmla="*/ 1298364383 h 6949"/>
                <a:gd name="T34" fmla="*/ 763979262 w 5977"/>
                <a:gd name="T35" fmla="*/ 1322752778 h 6949"/>
                <a:gd name="T36" fmla="*/ 853474940 w 5977"/>
                <a:gd name="T37" fmla="*/ 1303164944 h 6949"/>
                <a:gd name="T38" fmla="*/ 766283979 w 5977"/>
                <a:gd name="T39" fmla="*/ 1282233251 h 6949"/>
                <a:gd name="T40" fmla="*/ 599391621 w 5977"/>
                <a:gd name="T41" fmla="*/ 1171043463 h 6949"/>
                <a:gd name="T42" fmla="*/ 595934326 w 5977"/>
                <a:gd name="T43" fmla="*/ 916593980 h 6949"/>
                <a:gd name="T44" fmla="*/ 886123563 w 5977"/>
                <a:gd name="T45" fmla="*/ 798298870 h 6949"/>
                <a:gd name="T46" fmla="*/ 1147889272 w 5977"/>
                <a:gd name="T47" fmla="*/ 773910474 h 6949"/>
                <a:gd name="T48" fmla="*/ 1146544744 w 5977"/>
                <a:gd name="T49" fmla="*/ 735310997 h 6949"/>
                <a:gd name="T50" fmla="*/ 1096611840 w 5977"/>
                <a:gd name="T51" fmla="*/ 748561178 h 6949"/>
                <a:gd name="T52" fmla="*/ 589788853 w 5977"/>
                <a:gd name="T53" fmla="*/ 814814274 h 6949"/>
                <a:gd name="T54" fmla="*/ 635305150 w 5977"/>
                <a:gd name="T55" fmla="*/ 568238220 h 6949"/>
                <a:gd name="T56" fmla="*/ 1048982776 w 5977"/>
                <a:gd name="T57" fmla="*/ 422866120 h 6949"/>
                <a:gd name="T58" fmla="*/ 1035347301 w 5977"/>
                <a:gd name="T59" fmla="*/ 406926906 h 6949"/>
                <a:gd name="T60" fmla="*/ 734403157 w 5977"/>
                <a:gd name="T61" fmla="*/ 474524299 h 6949"/>
                <a:gd name="T62" fmla="*/ 560020797 w 5977"/>
                <a:gd name="T63" fmla="*/ 545386039 h 6949"/>
                <a:gd name="T64" fmla="*/ 592093570 w 5977"/>
                <a:gd name="T65" fmla="*/ 456472680 h 6949"/>
                <a:gd name="T66" fmla="*/ 779535115 w 5977"/>
                <a:gd name="T67" fmla="*/ 194533602 h 6949"/>
                <a:gd name="T68" fmla="*/ 656430626 w 5977"/>
                <a:gd name="T69" fmla="*/ 351812462 h 6949"/>
                <a:gd name="T70" fmla="*/ 538895321 w 5977"/>
                <a:gd name="T71" fmla="*/ 408463120 h 6949"/>
                <a:gd name="T72" fmla="*/ 572120233 w 5977"/>
                <a:gd name="T73" fmla="*/ 103700193 h 6949"/>
                <a:gd name="T74" fmla="*/ 563093753 w 5977"/>
                <a:gd name="T75" fmla="*/ 191917 h 6949"/>
                <a:gd name="T76" fmla="*/ 534862176 w 5977"/>
                <a:gd name="T77" fmla="*/ 0 h 6949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5977" h="6949">
                  <a:moveTo>
                    <a:pt x="2785" y="0"/>
                  </a:moveTo>
                  <a:cubicBezTo>
                    <a:pt x="2841" y="42"/>
                    <a:pt x="2858" y="134"/>
                    <a:pt x="2880" y="366"/>
                  </a:cubicBezTo>
                  <a:cubicBezTo>
                    <a:pt x="2910" y="674"/>
                    <a:pt x="2891" y="857"/>
                    <a:pt x="2760" y="1513"/>
                  </a:cubicBezTo>
                  <a:cubicBezTo>
                    <a:pt x="2638" y="2133"/>
                    <a:pt x="2639" y="2130"/>
                    <a:pt x="2537" y="1873"/>
                  </a:cubicBezTo>
                  <a:cubicBezTo>
                    <a:pt x="2413" y="1562"/>
                    <a:pt x="2149" y="1060"/>
                    <a:pt x="1997" y="847"/>
                  </a:cubicBezTo>
                  <a:cubicBezTo>
                    <a:pt x="1912" y="730"/>
                    <a:pt x="1834" y="619"/>
                    <a:pt x="1824" y="603"/>
                  </a:cubicBezTo>
                  <a:cubicBezTo>
                    <a:pt x="1821" y="599"/>
                    <a:pt x="1822" y="588"/>
                    <a:pt x="1825" y="573"/>
                  </a:cubicBezTo>
                  <a:cubicBezTo>
                    <a:pt x="1802" y="607"/>
                    <a:pt x="1779" y="639"/>
                    <a:pt x="1753" y="670"/>
                  </a:cubicBezTo>
                  <a:cubicBezTo>
                    <a:pt x="1818" y="723"/>
                    <a:pt x="2054" y="1118"/>
                    <a:pt x="2190" y="1400"/>
                  </a:cubicBezTo>
                  <a:cubicBezTo>
                    <a:pt x="2346" y="1724"/>
                    <a:pt x="2539" y="2359"/>
                    <a:pt x="2538" y="2541"/>
                  </a:cubicBezTo>
                  <a:cubicBezTo>
                    <a:pt x="2537" y="2685"/>
                    <a:pt x="2494" y="2855"/>
                    <a:pt x="2446" y="2903"/>
                  </a:cubicBezTo>
                  <a:cubicBezTo>
                    <a:pt x="2409" y="2940"/>
                    <a:pt x="2382" y="2926"/>
                    <a:pt x="2222" y="2790"/>
                  </a:cubicBezTo>
                  <a:cubicBezTo>
                    <a:pt x="1978" y="2584"/>
                    <a:pt x="1756" y="2436"/>
                    <a:pt x="1436" y="2266"/>
                  </a:cubicBezTo>
                  <a:cubicBezTo>
                    <a:pt x="1187" y="2133"/>
                    <a:pt x="694" y="1925"/>
                    <a:pt x="535" y="1885"/>
                  </a:cubicBezTo>
                  <a:cubicBezTo>
                    <a:pt x="470" y="1868"/>
                    <a:pt x="435" y="1856"/>
                    <a:pt x="420" y="1823"/>
                  </a:cubicBezTo>
                  <a:cubicBezTo>
                    <a:pt x="408" y="1868"/>
                    <a:pt x="393" y="1913"/>
                    <a:pt x="376" y="1956"/>
                  </a:cubicBezTo>
                  <a:cubicBezTo>
                    <a:pt x="383" y="1953"/>
                    <a:pt x="389" y="1951"/>
                    <a:pt x="395" y="1951"/>
                  </a:cubicBezTo>
                  <a:cubicBezTo>
                    <a:pt x="549" y="1951"/>
                    <a:pt x="1204" y="2247"/>
                    <a:pt x="1565" y="2480"/>
                  </a:cubicBezTo>
                  <a:cubicBezTo>
                    <a:pt x="1801" y="2632"/>
                    <a:pt x="2168" y="2981"/>
                    <a:pt x="2287" y="3167"/>
                  </a:cubicBezTo>
                  <a:cubicBezTo>
                    <a:pt x="2358" y="3279"/>
                    <a:pt x="2375" y="3338"/>
                    <a:pt x="2389" y="3537"/>
                  </a:cubicBezTo>
                  <a:cubicBezTo>
                    <a:pt x="2407" y="3784"/>
                    <a:pt x="2356" y="4253"/>
                    <a:pt x="2309" y="4282"/>
                  </a:cubicBezTo>
                  <a:cubicBezTo>
                    <a:pt x="2294" y="4291"/>
                    <a:pt x="2216" y="4272"/>
                    <a:pt x="2135" y="4240"/>
                  </a:cubicBezTo>
                  <a:cubicBezTo>
                    <a:pt x="1771" y="4095"/>
                    <a:pt x="1129" y="3975"/>
                    <a:pt x="401" y="3915"/>
                  </a:cubicBezTo>
                  <a:cubicBezTo>
                    <a:pt x="234" y="3901"/>
                    <a:pt x="89" y="3886"/>
                    <a:pt x="12" y="3875"/>
                  </a:cubicBezTo>
                  <a:cubicBezTo>
                    <a:pt x="12" y="3877"/>
                    <a:pt x="12" y="3878"/>
                    <a:pt x="12" y="3880"/>
                  </a:cubicBezTo>
                  <a:cubicBezTo>
                    <a:pt x="12" y="3939"/>
                    <a:pt x="8" y="3997"/>
                    <a:pt x="0" y="4054"/>
                  </a:cubicBezTo>
                  <a:lnTo>
                    <a:pt x="229" y="4057"/>
                  </a:lnTo>
                  <a:cubicBezTo>
                    <a:pt x="1035" y="4066"/>
                    <a:pt x="1849" y="4284"/>
                    <a:pt x="2184" y="4580"/>
                  </a:cubicBezTo>
                  <a:cubicBezTo>
                    <a:pt x="2296" y="4678"/>
                    <a:pt x="2311" y="4707"/>
                    <a:pt x="2329" y="4848"/>
                  </a:cubicBezTo>
                  <a:cubicBezTo>
                    <a:pt x="2353" y="5035"/>
                    <a:pt x="2303" y="5720"/>
                    <a:pt x="2243" y="6033"/>
                  </a:cubicBezTo>
                  <a:cubicBezTo>
                    <a:pt x="2219" y="6155"/>
                    <a:pt x="2177" y="6286"/>
                    <a:pt x="2148" y="6324"/>
                  </a:cubicBezTo>
                  <a:cubicBezTo>
                    <a:pt x="2078" y="6419"/>
                    <a:pt x="1739" y="6599"/>
                    <a:pt x="1565" y="6635"/>
                  </a:cubicBezTo>
                  <a:cubicBezTo>
                    <a:pt x="1488" y="6651"/>
                    <a:pt x="1312" y="6682"/>
                    <a:pt x="1175" y="6704"/>
                  </a:cubicBezTo>
                  <a:cubicBezTo>
                    <a:pt x="1037" y="6727"/>
                    <a:pt x="917" y="6752"/>
                    <a:pt x="908" y="6761"/>
                  </a:cubicBezTo>
                  <a:cubicBezTo>
                    <a:pt x="846" y="6823"/>
                    <a:pt x="1154" y="6882"/>
                    <a:pt x="1733" y="6919"/>
                  </a:cubicBezTo>
                  <a:cubicBezTo>
                    <a:pt x="2214" y="6949"/>
                    <a:pt x="3600" y="6930"/>
                    <a:pt x="3978" y="6888"/>
                  </a:cubicBezTo>
                  <a:cubicBezTo>
                    <a:pt x="4141" y="6870"/>
                    <a:pt x="4313" y="6840"/>
                    <a:pt x="4359" y="6821"/>
                  </a:cubicBezTo>
                  <a:lnTo>
                    <a:pt x="4444" y="6786"/>
                  </a:lnTo>
                  <a:lnTo>
                    <a:pt x="4380" y="6752"/>
                  </a:lnTo>
                  <a:cubicBezTo>
                    <a:pt x="4344" y="6733"/>
                    <a:pt x="4169" y="6699"/>
                    <a:pt x="3990" y="6677"/>
                  </a:cubicBezTo>
                  <a:cubicBezTo>
                    <a:pt x="3636" y="6633"/>
                    <a:pt x="3384" y="6538"/>
                    <a:pt x="3223" y="6387"/>
                  </a:cubicBezTo>
                  <a:cubicBezTo>
                    <a:pt x="3147" y="6317"/>
                    <a:pt x="3136" y="6284"/>
                    <a:pt x="3121" y="6098"/>
                  </a:cubicBezTo>
                  <a:cubicBezTo>
                    <a:pt x="3098" y="5808"/>
                    <a:pt x="3092" y="5584"/>
                    <a:pt x="3098" y="5147"/>
                  </a:cubicBezTo>
                  <a:lnTo>
                    <a:pt x="3103" y="4773"/>
                  </a:lnTo>
                  <a:lnTo>
                    <a:pt x="3201" y="4665"/>
                  </a:lnTo>
                  <a:cubicBezTo>
                    <a:pt x="3389" y="4458"/>
                    <a:pt x="3879" y="4281"/>
                    <a:pt x="4614" y="4157"/>
                  </a:cubicBezTo>
                  <a:cubicBezTo>
                    <a:pt x="4997" y="4092"/>
                    <a:pt x="5912" y="4000"/>
                    <a:pt x="5966" y="4021"/>
                  </a:cubicBezTo>
                  <a:cubicBezTo>
                    <a:pt x="5969" y="4022"/>
                    <a:pt x="5973" y="4026"/>
                    <a:pt x="5977" y="4030"/>
                  </a:cubicBezTo>
                  <a:cubicBezTo>
                    <a:pt x="5971" y="3983"/>
                    <a:pt x="5968" y="3935"/>
                    <a:pt x="5968" y="3887"/>
                  </a:cubicBezTo>
                  <a:cubicBezTo>
                    <a:pt x="5968" y="3867"/>
                    <a:pt x="5969" y="3848"/>
                    <a:pt x="5970" y="3829"/>
                  </a:cubicBezTo>
                  <a:cubicBezTo>
                    <a:pt x="5961" y="3854"/>
                    <a:pt x="5951" y="3871"/>
                    <a:pt x="5942" y="3877"/>
                  </a:cubicBezTo>
                  <a:cubicBezTo>
                    <a:pt x="5925" y="3888"/>
                    <a:pt x="5821" y="3898"/>
                    <a:pt x="5710" y="3898"/>
                  </a:cubicBezTo>
                  <a:cubicBezTo>
                    <a:pt x="5247" y="3899"/>
                    <a:pt x="4355" y="4013"/>
                    <a:pt x="3586" y="4169"/>
                  </a:cubicBezTo>
                  <a:cubicBezTo>
                    <a:pt x="3302" y="4226"/>
                    <a:pt x="3085" y="4257"/>
                    <a:pt x="3071" y="4243"/>
                  </a:cubicBezTo>
                  <a:cubicBezTo>
                    <a:pt x="3043" y="4215"/>
                    <a:pt x="2962" y="3612"/>
                    <a:pt x="2962" y="3431"/>
                  </a:cubicBezTo>
                  <a:cubicBezTo>
                    <a:pt x="2962" y="3287"/>
                    <a:pt x="3037" y="3185"/>
                    <a:pt x="3308" y="2959"/>
                  </a:cubicBezTo>
                  <a:cubicBezTo>
                    <a:pt x="3708" y="2626"/>
                    <a:pt x="4264" y="2412"/>
                    <a:pt x="5130" y="2260"/>
                  </a:cubicBezTo>
                  <a:lnTo>
                    <a:pt x="5462" y="2202"/>
                  </a:lnTo>
                  <a:cubicBezTo>
                    <a:pt x="5441" y="2169"/>
                    <a:pt x="5420" y="2136"/>
                    <a:pt x="5403" y="2101"/>
                  </a:cubicBezTo>
                  <a:cubicBezTo>
                    <a:pt x="5400" y="2110"/>
                    <a:pt x="5397" y="2116"/>
                    <a:pt x="5391" y="2119"/>
                  </a:cubicBezTo>
                  <a:cubicBezTo>
                    <a:pt x="5374" y="2130"/>
                    <a:pt x="5204" y="2161"/>
                    <a:pt x="5015" y="2189"/>
                  </a:cubicBezTo>
                  <a:cubicBezTo>
                    <a:pt x="4603" y="2249"/>
                    <a:pt x="4090" y="2371"/>
                    <a:pt x="3824" y="2471"/>
                  </a:cubicBezTo>
                  <a:cubicBezTo>
                    <a:pt x="3718" y="2511"/>
                    <a:pt x="3480" y="2623"/>
                    <a:pt x="3296" y="2720"/>
                  </a:cubicBezTo>
                  <a:cubicBezTo>
                    <a:pt x="2967" y="2892"/>
                    <a:pt x="2959" y="2895"/>
                    <a:pt x="2916" y="2840"/>
                  </a:cubicBezTo>
                  <a:cubicBezTo>
                    <a:pt x="2888" y="2802"/>
                    <a:pt x="2878" y="2747"/>
                    <a:pt x="2887" y="2673"/>
                  </a:cubicBezTo>
                  <a:cubicBezTo>
                    <a:pt x="2899" y="2585"/>
                    <a:pt x="2938" y="2526"/>
                    <a:pt x="3083" y="2377"/>
                  </a:cubicBezTo>
                  <a:cubicBezTo>
                    <a:pt x="3474" y="1976"/>
                    <a:pt x="3779" y="1561"/>
                    <a:pt x="3990" y="1139"/>
                  </a:cubicBezTo>
                  <a:cubicBezTo>
                    <a:pt x="4014" y="1091"/>
                    <a:pt x="4038" y="1048"/>
                    <a:pt x="4059" y="1013"/>
                  </a:cubicBezTo>
                  <a:cubicBezTo>
                    <a:pt x="4029" y="994"/>
                    <a:pt x="4001" y="975"/>
                    <a:pt x="3973" y="953"/>
                  </a:cubicBezTo>
                  <a:cubicBezTo>
                    <a:pt x="3895" y="1157"/>
                    <a:pt x="3635" y="1579"/>
                    <a:pt x="3418" y="1832"/>
                  </a:cubicBezTo>
                  <a:cubicBezTo>
                    <a:pt x="3264" y="2012"/>
                    <a:pt x="2893" y="2318"/>
                    <a:pt x="2830" y="2318"/>
                  </a:cubicBezTo>
                  <a:cubicBezTo>
                    <a:pt x="2793" y="2318"/>
                    <a:pt x="2789" y="2289"/>
                    <a:pt x="2806" y="2127"/>
                  </a:cubicBezTo>
                  <a:cubicBezTo>
                    <a:pt x="2817" y="2022"/>
                    <a:pt x="2845" y="1835"/>
                    <a:pt x="2867" y="1711"/>
                  </a:cubicBezTo>
                  <a:cubicBezTo>
                    <a:pt x="2974" y="1120"/>
                    <a:pt x="2996" y="891"/>
                    <a:pt x="2979" y="540"/>
                  </a:cubicBezTo>
                  <a:cubicBezTo>
                    <a:pt x="2970" y="346"/>
                    <a:pt x="2955" y="140"/>
                    <a:pt x="2946" y="84"/>
                  </a:cubicBezTo>
                  <a:lnTo>
                    <a:pt x="2932" y="1"/>
                  </a:lnTo>
                  <a:cubicBezTo>
                    <a:pt x="2909" y="2"/>
                    <a:pt x="2886" y="3"/>
                    <a:pt x="2863" y="3"/>
                  </a:cubicBezTo>
                  <a:cubicBezTo>
                    <a:pt x="2836" y="3"/>
                    <a:pt x="2811" y="2"/>
                    <a:pt x="278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橢圓 6"/>
            <p:cNvSpPr/>
            <p:nvPr/>
          </p:nvSpPr>
          <p:spPr>
            <a:xfrm>
              <a:off x="5946277" y="2070628"/>
              <a:ext cx="473634" cy="473634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7" name="橢圓 5"/>
            <p:cNvSpPr/>
            <p:nvPr/>
          </p:nvSpPr>
          <p:spPr>
            <a:xfrm>
              <a:off x="4968767" y="2164824"/>
              <a:ext cx="803634" cy="801843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160"/>
            <p:cNvSpPr>
              <a:spLocks noChangeArrowheads="1"/>
            </p:cNvSpPr>
            <p:nvPr/>
          </p:nvSpPr>
          <p:spPr bwMode="auto">
            <a:xfrm>
              <a:off x="5231541" y="2451082"/>
              <a:ext cx="315495" cy="220381"/>
            </a:xfrm>
            <a:custGeom>
              <a:avLst/>
              <a:gdLst>
                <a:gd name="T0" fmla="*/ 147281 w 601"/>
                <a:gd name="T1" fmla="*/ 68912 h 418"/>
                <a:gd name="T2" fmla="*/ 147281 w 601"/>
                <a:gd name="T3" fmla="*/ 68912 h 418"/>
                <a:gd name="T4" fmla="*/ 213018 w 601"/>
                <a:gd name="T5" fmla="*/ 2526 h 418"/>
                <a:gd name="T6" fmla="*/ 215533 w 601"/>
                <a:gd name="T7" fmla="*/ 10102 h 418"/>
                <a:gd name="T8" fmla="*/ 215533 w 601"/>
                <a:gd name="T9" fmla="*/ 139989 h 418"/>
                <a:gd name="T10" fmla="*/ 213018 w 601"/>
                <a:gd name="T11" fmla="*/ 147927 h 418"/>
                <a:gd name="T12" fmla="*/ 147281 w 601"/>
                <a:gd name="T13" fmla="*/ 68912 h 418"/>
                <a:gd name="T14" fmla="*/ 2515 w 601"/>
                <a:gd name="T15" fmla="*/ 2526 h 418"/>
                <a:gd name="T16" fmla="*/ 2515 w 601"/>
                <a:gd name="T17" fmla="*/ 2526 h 418"/>
                <a:gd name="T18" fmla="*/ 10058 w 601"/>
                <a:gd name="T19" fmla="*/ 0 h 418"/>
                <a:gd name="T20" fmla="*/ 205475 w 601"/>
                <a:gd name="T21" fmla="*/ 0 h 418"/>
                <a:gd name="T22" fmla="*/ 213018 w 601"/>
                <a:gd name="T23" fmla="*/ 2526 h 418"/>
                <a:gd name="T24" fmla="*/ 106689 w 601"/>
                <a:gd name="T25" fmla="*/ 86591 h 418"/>
                <a:gd name="T26" fmla="*/ 2515 w 601"/>
                <a:gd name="T27" fmla="*/ 2526 h 418"/>
                <a:gd name="T28" fmla="*/ 2515 w 601"/>
                <a:gd name="T29" fmla="*/ 147927 h 418"/>
                <a:gd name="T30" fmla="*/ 2515 w 601"/>
                <a:gd name="T31" fmla="*/ 147927 h 418"/>
                <a:gd name="T32" fmla="*/ 0 w 601"/>
                <a:gd name="T33" fmla="*/ 139989 h 418"/>
                <a:gd name="T34" fmla="*/ 0 w 601"/>
                <a:gd name="T35" fmla="*/ 10102 h 418"/>
                <a:gd name="T36" fmla="*/ 2515 w 601"/>
                <a:gd name="T37" fmla="*/ 2526 h 418"/>
                <a:gd name="T38" fmla="*/ 68611 w 601"/>
                <a:gd name="T39" fmla="*/ 68912 h 418"/>
                <a:gd name="T40" fmla="*/ 2515 w 601"/>
                <a:gd name="T41" fmla="*/ 147927 h 418"/>
                <a:gd name="T42" fmla="*/ 106689 w 601"/>
                <a:gd name="T43" fmla="*/ 107157 h 418"/>
                <a:gd name="T44" fmla="*/ 106689 w 601"/>
                <a:gd name="T45" fmla="*/ 107157 h 418"/>
                <a:gd name="T46" fmla="*/ 134349 w 601"/>
                <a:gd name="T47" fmla="*/ 79014 h 418"/>
                <a:gd name="T48" fmla="*/ 213018 w 601"/>
                <a:gd name="T49" fmla="*/ 147927 h 418"/>
                <a:gd name="T50" fmla="*/ 205475 w 601"/>
                <a:gd name="T51" fmla="*/ 150452 h 418"/>
                <a:gd name="T52" fmla="*/ 10058 w 601"/>
                <a:gd name="T53" fmla="*/ 150452 h 418"/>
                <a:gd name="T54" fmla="*/ 2515 w 601"/>
                <a:gd name="T55" fmla="*/ 147927 h 418"/>
                <a:gd name="T56" fmla="*/ 78669 w 601"/>
                <a:gd name="T57" fmla="*/ 79014 h 418"/>
                <a:gd name="T58" fmla="*/ 106689 w 601"/>
                <a:gd name="T59" fmla="*/ 107157 h 41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01" h="418">
                  <a:moveTo>
                    <a:pt x="410" y="191"/>
                  </a:moveTo>
                  <a:lnTo>
                    <a:pt x="410" y="191"/>
                  </a:lnTo>
                  <a:cubicBezTo>
                    <a:pt x="593" y="7"/>
                    <a:pt x="593" y="7"/>
                    <a:pt x="593" y="7"/>
                  </a:cubicBezTo>
                  <a:cubicBezTo>
                    <a:pt x="600" y="14"/>
                    <a:pt x="600" y="21"/>
                    <a:pt x="600" y="28"/>
                  </a:cubicBezTo>
                  <a:cubicBezTo>
                    <a:pt x="600" y="388"/>
                    <a:pt x="600" y="388"/>
                    <a:pt x="600" y="388"/>
                  </a:cubicBezTo>
                  <a:cubicBezTo>
                    <a:pt x="600" y="395"/>
                    <a:pt x="600" y="403"/>
                    <a:pt x="593" y="410"/>
                  </a:cubicBezTo>
                  <a:lnTo>
                    <a:pt x="410" y="191"/>
                  </a:lnTo>
                  <a:close/>
                  <a:moveTo>
                    <a:pt x="7" y="7"/>
                  </a:moveTo>
                  <a:lnTo>
                    <a:pt x="7" y="7"/>
                  </a:lnTo>
                  <a:cubicBezTo>
                    <a:pt x="14" y="7"/>
                    <a:pt x="21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79" y="0"/>
                    <a:pt x="586" y="7"/>
                    <a:pt x="593" y="7"/>
                  </a:cubicBezTo>
                  <a:cubicBezTo>
                    <a:pt x="297" y="240"/>
                    <a:pt x="297" y="240"/>
                    <a:pt x="297" y="240"/>
                  </a:cubicBezTo>
                  <a:lnTo>
                    <a:pt x="7" y="7"/>
                  </a:lnTo>
                  <a:close/>
                  <a:moveTo>
                    <a:pt x="7" y="410"/>
                  </a:moveTo>
                  <a:lnTo>
                    <a:pt x="7" y="410"/>
                  </a:lnTo>
                  <a:cubicBezTo>
                    <a:pt x="0" y="403"/>
                    <a:pt x="0" y="395"/>
                    <a:pt x="0" y="38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1"/>
                    <a:pt x="0" y="14"/>
                    <a:pt x="7" y="7"/>
                  </a:cubicBezTo>
                  <a:cubicBezTo>
                    <a:pt x="191" y="191"/>
                    <a:pt x="191" y="191"/>
                    <a:pt x="191" y="191"/>
                  </a:cubicBezTo>
                  <a:lnTo>
                    <a:pt x="7" y="410"/>
                  </a:lnTo>
                  <a:close/>
                  <a:moveTo>
                    <a:pt x="297" y="297"/>
                  </a:moveTo>
                  <a:lnTo>
                    <a:pt x="297" y="297"/>
                  </a:lnTo>
                  <a:cubicBezTo>
                    <a:pt x="374" y="219"/>
                    <a:pt x="374" y="219"/>
                    <a:pt x="374" y="219"/>
                  </a:cubicBezTo>
                  <a:cubicBezTo>
                    <a:pt x="593" y="410"/>
                    <a:pt x="593" y="410"/>
                    <a:pt x="593" y="410"/>
                  </a:cubicBezTo>
                  <a:cubicBezTo>
                    <a:pt x="586" y="417"/>
                    <a:pt x="579" y="417"/>
                    <a:pt x="572" y="417"/>
                  </a:cubicBezTo>
                  <a:cubicBezTo>
                    <a:pt x="28" y="417"/>
                    <a:pt x="28" y="417"/>
                    <a:pt x="28" y="417"/>
                  </a:cubicBezTo>
                  <a:cubicBezTo>
                    <a:pt x="21" y="417"/>
                    <a:pt x="14" y="417"/>
                    <a:pt x="7" y="410"/>
                  </a:cubicBezTo>
                  <a:cubicBezTo>
                    <a:pt x="219" y="219"/>
                    <a:pt x="219" y="219"/>
                    <a:pt x="219" y="219"/>
                  </a:cubicBezTo>
                  <a:lnTo>
                    <a:pt x="297" y="2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橢圓 7"/>
            <p:cNvSpPr/>
            <p:nvPr/>
          </p:nvSpPr>
          <p:spPr>
            <a:xfrm>
              <a:off x="6537867" y="2351323"/>
              <a:ext cx="803634" cy="803632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10"/>
            <p:cNvSpPr>
              <a:spLocks noChangeArrowheads="1"/>
            </p:cNvSpPr>
            <p:nvPr/>
          </p:nvSpPr>
          <p:spPr bwMode="auto">
            <a:xfrm>
              <a:off x="6841092" y="2585466"/>
              <a:ext cx="197184" cy="320133"/>
            </a:xfrm>
            <a:custGeom>
              <a:avLst/>
              <a:gdLst>
                <a:gd name="T0" fmla="*/ 134573 w 376"/>
                <a:gd name="T1" fmla="*/ 205765 h 609"/>
                <a:gd name="T2" fmla="*/ 134573 w 376"/>
                <a:gd name="T3" fmla="*/ 205765 h 609"/>
                <a:gd name="T4" fmla="*/ 109094 w 376"/>
                <a:gd name="T5" fmla="*/ 216197 h 609"/>
                <a:gd name="T6" fmla="*/ 86486 w 376"/>
                <a:gd name="T7" fmla="*/ 218715 h 609"/>
                <a:gd name="T8" fmla="*/ 61006 w 376"/>
                <a:gd name="T9" fmla="*/ 213679 h 609"/>
                <a:gd name="T10" fmla="*/ 43063 w 376"/>
                <a:gd name="T11" fmla="*/ 203247 h 609"/>
                <a:gd name="T12" fmla="*/ 30503 w 376"/>
                <a:gd name="T13" fmla="*/ 188138 h 609"/>
                <a:gd name="T14" fmla="*/ 27991 w 376"/>
                <a:gd name="T15" fmla="*/ 165116 h 609"/>
                <a:gd name="T16" fmla="*/ 27991 w 376"/>
                <a:gd name="T17" fmla="*/ 88853 h 609"/>
                <a:gd name="T18" fmla="*/ 0 w 376"/>
                <a:gd name="T19" fmla="*/ 88853 h 609"/>
                <a:gd name="T20" fmla="*/ 0 w 376"/>
                <a:gd name="T21" fmla="*/ 58276 h 609"/>
                <a:gd name="T22" fmla="*/ 22967 w 376"/>
                <a:gd name="T23" fmla="*/ 48204 h 609"/>
                <a:gd name="T24" fmla="*/ 38039 w 376"/>
                <a:gd name="T25" fmla="*/ 28059 h 609"/>
                <a:gd name="T26" fmla="*/ 45575 w 376"/>
                <a:gd name="T27" fmla="*/ 0 h 609"/>
                <a:gd name="T28" fmla="*/ 76079 w 376"/>
                <a:gd name="T29" fmla="*/ 0 h 609"/>
                <a:gd name="T30" fmla="*/ 76079 w 376"/>
                <a:gd name="T31" fmla="*/ 50722 h 609"/>
                <a:gd name="T32" fmla="*/ 127037 w 376"/>
                <a:gd name="T33" fmla="*/ 50722 h 609"/>
                <a:gd name="T34" fmla="*/ 127037 w 376"/>
                <a:gd name="T35" fmla="*/ 88853 h 609"/>
                <a:gd name="T36" fmla="*/ 76079 w 376"/>
                <a:gd name="T37" fmla="*/ 88853 h 609"/>
                <a:gd name="T38" fmla="*/ 76079 w 376"/>
                <a:gd name="T39" fmla="*/ 144971 h 609"/>
                <a:gd name="T40" fmla="*/ 78591 w 376"/>
                <a:gd name="T41" fmla="*/ 167634 h 609"/>
                <a:gd name="T42" fmla="*/ 86486 w 376"/>
                <a:gd name="T43" fmla="*/ 178066 h 609"/>
                <a:gd name="T44" fmla="*/ 101558 w 376"/>
                <a:gd name="T45" fmla="*/ 183102 h 609"/>
                <a:gd name="T46" fmla="*/ 134573 w 376"/>
                <a:gd name="T47" fmla="*/ 172670 h 609"/>
                <a:gd name="T48" fmla="*/ 134573 w 376"/>
                <a:gd name="T49" fmla="*/ 205765 h 60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76" h="609">
                  <a:moveTo>
                    <a:pt x="375" y="572"/>
                  </a:moveTo>
                  <a:lnTo>
                    <a:pt x="375" y="572"/>
                  </a:lnTo>
                  <a:cubicBezTo>
                    <a:pt x="347" y="587"/>
                    <a:pt x="325" y="594"/>
                    <a:pt x="304" y="601"/>
                  </a:cubicBezTo>
                  <a:cubicBezTo>
                    <a:pt x="283" y="601"/>
                    <a:pt x="262" y="608"/>
                    <a:pt x="241" y="608"/>
                  </a:cubicBezTo>
                  <a:cubicBezTo>
                    <a:pt x="212" y="608"/>
                    <a:pt x="191" y="601"/>
                    <a:pt x="170" y="594"/>
                  </a:cubicBezTo>
                  <a:cubicBezTo>
                    <a:pt x="156" y="587"/>
                    <a:pt x="135" y="580"/>
                    <a:pt x="120" y="565"/>
                  </a:cubicBezTo>
                  <a:cubicBezTo>
                    <a:pt x="106" y="551"/>
                    <a:pt x="92" y="537"/>
                    <a:pt x="85" y="523"/>
                  </a:cubicBezTo>
                  <a:cubicBezTo>
                    <a:pt x="85" y="509"/>
                    <a:pt x="78" y="488"/>
                    <a:pt x="78" y="459"/>
                  </a:cubicBezTo>
                  <a:cubicBezTo>
                    <a:pt x="78" y="247"/>
                    <a:pt x="78" y="247"/>
                    <a:pt x="78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22" y="155"/>
                    <a:pt x="50" y="148"/>
                    <a:pt x="64" y="134"/>
                  </a:cubicBezTo>
                  <a:cubicBezTo>
                    <a:pt x="85" y="113"/>
                    <a:pt x="99" y="99"/>
                    <a:pt x="106" y="78"/>
                  </a:cubicBezTo>
                  <a:cubicBezTo>
                    <a:pt x="113" y="56"/>
                    <a:pt x="120" y="35"/>
                    <a:pt x="127" y="0"/>
                  </a:cubicBezTo>
                  <a:cubicBezTo>
                    <a:pt x="212" y="0"/>
                    <a:pt x="212" y="0"/>
                    <a:pt x="212" y="0"/>
                  </a:cubicBezTo>
                  <a:cubicBezTo>
                    <a:pt x="212" y="141"/>
                    <a:pt x="212" y="141"/>
                    <a:pt x="212" y="141"/>
                  </a:cubicBezTo>
                  <a:cubicBezTo>
                    <a:pt x="354" y="141"/>
                    <a:pt x="354" y="141"/>
                    <a:pt x="354" y="141"/>
                  </a:cubicBezTo>
                  <a:cubicBezTo>
                    <a:pt x="354" y="247"/>
                    <a:pt x="354" y="247"/>
                    <a:pt x="354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2" y="403"/>
                    <a:pt x="212" y="403"/>
                    <a:pt x="212" y="403"/>
                  </a:cubicBezTo>
                  <a:cubicBezTo>
                    <a:pt x="212" y="438"/>
                    <a:pt x="212" y="459"/>
                    <a:pt x="219" y="466"/>
                  </a:cubicBezTo>
                  <a:cubicBezTo>
                    <a:pt x="219" y="480"/>
                    <a:pt x="227" y="488"/>
                    <a:pt x="241" y="495"/>
                  </a:cubicBezTo>
                  <a:cubicBezTo>
                    <a:pt x="255" y="502"/>
                    <a:pt x="269" y="509"/>
                    <a:pt x="283" y="509"/>
                  </a:cubicBezTo>
                  <a:cubicBezTo>
                    <a:pt x="318" y="509"/>
                    <a:pt x="347" y="495"/>
                    <a:pt x="375" y="480"/>
                  </a:cubicBezTo>
                  <a:lnTo>
                    <a:pt x="375" y="57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橢圓 3"/>
            <p:cNvSpPr/>
            <p:nvPr/>
          </p:nvSpPr>
          <p:spPr>
            <a:xfrm>
              <a:off x="3940511" y="4008335"/>
              <a:ext cx="801843" cy="803632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22"/>
            <p:cNvSpPr>
              <a:spLocks noChangeArrowheads="1"/>
            </p:cNvSpPr>
            <p:nvPr/>
          </p:nvSpPr>
          <p:spPr bwMode="auto">
            <a:xfrm>
              <a:off x="4182526" y="4237002"/>
              <a:ext cx="317815" cy="301575"/>
            </a:xfrm>
            <a:custGeom>
              <a:avLst/>
              <a:gdLst>
                <a:gd name="T0" fmla="*/ 212060 w 602"/>
                <a:gd name="T1" fmla="*/ 129660 h 573"/>
                <a:gd name="T2" fmla="*/ 186411 w 602"/>
                <a:gd name="T3" fmla="*/ 124617 h 573"/>
                <a:gd name="T4" fmla="*/ 168709 w 602"/>
                <a:gd name="T5" fmla="*/ 88961 h 573"/>
                <a:gd name="T6" fmla="*/ 217118 w 602"/>
                <a:gd name="T7" fmla="*/ 94003 h 573"/>
                <a:gd name="T8" fmla="*/ 212060 w 602"/>
                <a:gd name="T9" fmla="*/ 129660 h 573"/>
                <a:gd name="T10" fmla="*/ 168709 w 602"/>
                <a:gd name="T11" fmla="*/ 112012 h 573"/>
                <a:gd name="T12" fmla="*/ 171238 w 602"/>
                <a:gd name="T13" fmla="*/ 112012 h 573"/>
                <a:gd name="T14" fmla="*/ 178824 w 602"/>
                <a:gd name="T15" fmla="*/ 129660 h 573"/>
                <a:gd name="T16" fmla="*/ 161122 w 602"/>
                <a:gd name="T17" fmla="*/ 142626 h 573"/>
                <a:gd name="T18" fmla="*/ 102237 w 602"/>
                <a:gd name="T19" fmla="*/ 2521 h 573"/>
                <a:gd name="T20" fmla="*/ 163651 w 602"/>
                <a:gd name="T21" fmla="*/ 101927 h 573"/>
                <a:gd name="T22" fmla="*/ 166180 w 602"/>
                <a:gd name="T23" fmla="*/ 106969 h 573"/>
                <a:gd name="T24" fmla="*/ 168709 w 602"/>
                <a:gd name="T25" fmla="*/ 109490 h 573"/>
                <a:gd name="T26" fmla="*/ 168709 w 602"/>
                <a:gd name="T27" fmla="*/ 112012 h 573"/>
                <a:gd name="T28" fmla="*/ 107294 w 602"/>
                <a:gd name="T29" fmla="*/ 68792 h 573"/>
                <a:gd name="T30" fmla="*/ 71530 w 602"/>
                <a:gd name="T31" fmla="*/ 129660 h 573"/>
                <a:gd name="T32" fmla="*/ 38294 w 602"/>
                <a:gd name="T33" fmla="*/ 175761 h 573"/>
                <a:gd name="T34" fmla="*/ 25650 w 602"/>
                <a:gd name="T35" fmla="*/ 160274 h 573"/>
                <a:gd name="T36" fmla="*/ 66472 w 602"/>
                <a:gd name="T37" fmla="*/ 88961 h 573"/>
                <a:gd name="T38" fmla="*/ 92122 w 602"/>
                <a:gd name="T39" fmla="*/ 53305 h 573"/>
                <a:gd name="T40" fmla="*/ 107294 w 602"/>
                <a:gd name="T41" fmla="*/ 68792 h 573"/>
                <a:gd name="T42" fmla="*/ 2529 w 602"/>
                <a:gd name="T43" fmla="*/ 129660 h 573"/>
                <a:gd name="T44" fmla="*/ 0 w 602"/>
                <a:gd name="T45" fmla="*/ 94003 h 573"/>
                <a:gd name="T46" fmla="*/ 53828 w 602"/>
                <a:gd name="T47" fmla="*/ 88961 h 573"/>
                <a:gd name="T48" fmla="*/ 2529 w 602"/>
                <a:gd name="T49" fmla="*/ 129660 h 573"/>
                <a:gd name="T50" fmla="*/ 23121 w 602"/>
                <a:gd name="T51" fmla="*/ 173240 h 573"/>
                <a:gd name="T52" fmla="*/ 35765 w 602"/>
                <a:gd name="T53" fmla="*/ 185846 h 573"/>
                <a:gd name="T54" fmla="*/ 15534 w 602"/>
                <a:gd name="T55" fmla="*/ 195930 h 573"/>
                <a:gd name="T56" fmla="*/ 23121 w 602"/>
                <a:gd name="T57" fmla="*/ 173240 h 573"/>
                <a:gd name="T58" fmla="*/ 125357 w 602"/>
                <a:gd name="T59" fmla="*/ 88961 h 573"/>
                <a:gd name="T60" fmla="*/ 81645 w 602"/>
                <a:gd name="T61" fmla="*/ 129660 h 573"/>
                <a:gd name="T62" fmla="*/ 125357 w 602"/>
                <a:gd name="T63" fmla="*/ 88961 h 573"/>
                <a:gd name="T64" fmla="*/ 171238 w 602"/>
                <a:gd name="T65" fmla="*/ 150189 h 573"/>
                <a:gd name="T66" fmla="*/ 186411 w 602"/>
                <a:gd name="T67" fmla="*/ 147668 h 573"/>
                <a:gd name="T68" fmla="*/ 191468 w 602"/>
                <a:gd name="T69" fmla="*/ 167837 h 573"/>
                <a:gd name="T70" fmla="*/ 178824 w 602"/>
                <a:gd name="T71" fmla="*/ 170358 h 573"/>
                <a:gd name="T72" fmla="*/ 171238 w 602"/>
                <a:gd name="T73" fmla="*/ 150189 h 573"/>
                <a:gd name="T74" fmla="*/ 209531 w 602"/>
                <a:gd name="T75" fmla="*/ 206015 h 573"/>
                <a:gd name="T76" fmla="*/ 191468 w 602"/>
                <a:gd name="T77" fmla="*/ 178282 h 573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573">
                  <a:moveTo>
                    <a:pt x="587" y="360"/>
                  </a:moveTo>
                  <a:lnTo>
                    <a:pt x="587" y="360"/>
                  </a:lnTo>
                  <a:cubicBezTo>
                    <a:pt x="523" y="360"/>
                    <a:pt x="523" y="360"/>
                    <a:pt x="523" y="360"/>
                  </a:cubicBezTo>
                  <a:cubicBezTo>
                    <a:pt x="516" y="353"/>
                    <a:pt x="516" y="353"/>
                    <a:pt x="516" y="346"/>
                  </a:cubicBezTo>
                  <a:cubicBezTo>
                    <a:pt x="516" y="346"/>
                    <a:pt x="509" y="332"/>
                    <a:pt x="502" y="318"/>
                  </a:cubicBezTo>
                  <a:cubicBezTo>
                    <a:pt x="495" y="304"/>
                    <a:pt x="481" y="275"/>
                    <a:pt x="467" y="247"/>
                  </a:cubicBezTo>
                  <a:cubicBezTo>
                    <a:pt x="587" y="247"/>
                    <a:pt x="587" y="247"/>
                    <a:pt x="587" y="247"/>
                  </a:cubicBezTo>
                  <a:cubicBezTo>
                    <a:pt x="594" y="247"/>
                    <a:pt x="601" y="254"/>
                    <a:pt x="601" y="261"/>
                  </a:cubicBezTo>
                  <a:cubicBezTo>
                    <a:pt x="601" y="346"/>
                    <a:pt x="601" y="346"/>
                    <a:pt x="601" y="346"/>
                  </a:cubicBezTo>
                  <a:cubicBezTo>
                    <a:pt x="601" y="353"/>
                    <a:pt x="594" y="360"/>
                    <a:pt x="587" y="360"/>
                  </a:cubicBezTo>
                  <a:close/>
                  <a:moveTo>
                    <a:pt x="467" y="311"/>
                  </a:moveTo>
                  <a:lnTo>
                    <a:pt x="467" y="311"/>
                  </a:lnTo>
                  <a:cubicBezTo>
                    <a:pt x="474" y="311"/>
                    <a:pt x="474" y="311"/>
                    <a:pt x="474" y="311"/>
                  </a:cubicBezTo>
                  <a:cubicBezTo>
                    <a:pt x="481" y="332"/>
                    <a:pt x="488" y="353"/>
                    <a:pt x="495" y="360"/>
                  </a:cubicBezTo>
                  <a:cubicBezTo>
                    <a:pt x="502" y="375"/>
                    <a:pt x="488" y="389"/>
                    <a:pt x="474" y="396"/>
                  </a:cubicBezTo>
                  <a:cubicBezTo>
                    <a:pt x="467" y="396"/>
                    <a:pt x="460" y="403"/>
                    <a:pt x="446" y="396"/>
                  </a:cubicBezTo>
                  <a:cubicBezTo>
                    <a:pt x="431" y="389"/>
                    <a:pt x="361" y="219"/>
                    <a:pt x="340" y="177"/>
                  </a:cubicBezTo>
                  <a:cubicBezTo>
                    <a:pt x="325" y="127"/>
                    <a:pt x="269" y="14"/>
                    <a:pt x="283" y="7"/>
                  </a:cubicBezTo>
                  <a:cubicBezTo>
                    <a:pt x="297" y="0"/>
                    <a:pt x="347" y="92"/>
                    <a:pt x="375" y="148"/>
                  </a:cubicBezTo>
                  <a:cubicBezTo>
                    <a:pt x="396" y="177"/>
                    <a:pt x="431" y="233"/>
                    <a:pt x="453" y="283"/>
                  </a:cubicBezTo>
                  <a:lnTo>
                    <a:pt x="460" y="290"/>
                  </a:lnTo>
                  <a:cubicBezTo>
                    <a:pt x="460" y="290"/>
                    <a:pt x="460" y="290"/>
                    <a:pt x="460" y="297"/>
                  </a:cubicBezTo>
                  <a:cubicBezTo>
                    <a:pt x="460" y="297"/>
                    <a:pt x="460" y="297"/>
                    <a:pt x="467" y="304"/>
                  </a:cubicBezTo>
                  <a:cubicBezTo>
                    <a:pt x="467" y="304"/>
                    <a:pt x="467" y="304"/>
                    <a:pt x="467" y="311"/>
                  </a:cubicBezTo>
                  <a:close/>
                  <a:moveTo>
                    <a:pt x="297" y="191"/>
                  </a:moveTo>
                  <a:lnTo>
                    <a:pt x="297" y="191"/>
                  </a:lnTo>
                  <a:cubicBezTo>
                    <a:pt x="248" y="275"/>
                    <a:pt x="248" y="275"/>
                    <a:pt x="248" y="275"/>
                  </a:cubicBezTo>
                  <a:cubicBezTo>
                    <a:pt x="198" y="360"/>
                    <a:pt x="198" y="360"/>
                    <a:pt x="198" y="360"/>
                  </a:cubicBezTo>
                  <a:cubicBezTo>
                    <a:pt x="127" y="481"/>
                    <a:pt x="127" y="481"/>
                    <a:pt x="127" y="481"/>
                  </a:cubicBezTo>
                  <a:cubicBezTo>
                    <a:pt x="127" y="488"/>
                    <a:pt x="113" y="488"/>
                    <a:pt x="106" y="488"/>
                  </a:cubicBezTo>
                  <a:cubicBezTo>
                    <a:pt x="71" y="466"/>
                    <a:pt x="71" y="466"/>
                    <a:pt x="71" y="466"/>
                  </a:cubicBezTo>
                  <a:cubicBezTo>
                    <a:pt x="64" y="459"/>
                    <a:pt x="64" y="452"/>
                    <a:pt x="71" y="445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233" y="155"/>
                    <a:pt x="233" y="155"/>
                    <a:pt x="233" y="155"/>
                  </a:cubicBezTo>
                  <a:cubicBezTo>
                    <a:pt x="240" y="148"/>
                    <a:pt x="248" y="141"/>
                    <a:pt x="255" y="148"/>
                  </a:cubicBezTo>
                  <a:cubicBezTo>
                    <a:pt x="290" y="170"/>
                    <a:pt x="290" y="170"/>
                    <a:pt x="290" y="170"/>
                  </a:cubicBezTo>
                  <a:cubicBezTo>
                    <a:pt x="297" y="170"/>
                    <a:pt x="304" y="184"/>
                    <a:pt x="297" y="191"/>
                  </a:cubicBezTo>
                  <a:close/>
                  <a:moveTo>
                    <a:pt x="7" y="360"/>
                  </a:moveTo>
                  <a:lnTo>
                    <a:pt x="7" y="360"/>
                  </a:lnTo>
                  <a:cubicBezTo>
                    <a:pt x="0" y="360"/>
                    <a:pt x="0" y="353"/>
                    <a:pt x="0" y="346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254"/>
                    <a:pt x="0" y="247"/>
                    <a:pt x="7" y="247"/>
                  </a:cubicBezTo>
                  <a:cubicBezTo>
                    <a:pt x="149" y="247"/>
                    <a:pt x="149" y="247"/>
                    <a:pt x="149" y="247"/>
                  </a:cubicBezTo>
                  <a:cubicBezTo>
                    <a:pt x="92" y="360"/>
                    <a:pt x="92" y="360"/>
                    <a:pt x="92" y="360"/>
                  </a:cubicBezTo>
                  <a:lnTo>
                    <a:pt x="7" y="360"/>
                  </a:lnTo>
                  <a:close/>
                  <a:moveTo>
                    <a:pt x="64" y="481"/>
                  </a:moveTo>
                  <a:lnTo>
                    <a:pt x="64" y="481"/>
                  </a:lnTo>
                  <a:cubicBezTo>
                    <a:pt x="99" y="502"/>
                    <a:pt x="99" y="502"/>
                    <a:pt x="99" y="502"/>
                  </a:cubicBezTo>
                  <a:cubicBezTo>
                    <a:pt x="106" y="509"/>
                    <a:pt x="106" y="516"/>
                    <a:pt x="99" y="516"/>
                  </a:cubicBezTo>
                  <a:cubicBezTo>
                    <a:pt x="50" y="551"/>
                    <a:pt x="50" y="551"/>
                    <a:pt x="50" y="551"/>
                  </a:cubicBezTo>
                  <a:cubicBezTo>
                    <a:pt x="43" y="551"/>
                    <a:pt x="43" y="551"/>
                    <a:pt x="43" y="544"/>
                  </a:cubicBezTo>
                  <a:cubicBezTo>
                    <a:pt x="50" y="488"/>
                    <a:pt x="50" y="488"/>
                    <a:pt x="50" y="488"/>
                  </a:cubicBezTo>
                  <a:cubicBezTo>
                    <a:pt x="50" y="481"/>
                    <a:pt x="57" y="481"/>
                    <a:pt x="64" y="481"/>
                  </a:cubicBezTo>
                  <a:close/>
                  <a:moveTo>
                    <a:pt x="347" y="247"/>
                  </a:moveTo>
                  <a:lnTo>
                    <a:pt x="347" y="247"/>
                  </a:lnTo>
                  <a:cubicBezTo>
                    <a:pt x="368" y="297"/>
                    <a:pt x="382" y="332"/>
                    <a:pt x="396" y="360"/>
                  </a:cubicBezTo>
                  <a:cubicBezTo>
                    <a:pt x="226" y="360"/>
                    <a:pt x="226" y="360"/>
                    <a:pt x="226" y="360"/>
                  </a:cubicBezTo>
                  <a:cubicBezTo>
                    <a:pt x="290" y="247"/>
                    <a:pt x="290" y="247"/>
                    <a:pt x="290" y="247"/>
                  </a:cubicBezTo>
                  <a:lnTo>
                    <a:pt x="347" y="247"/>
                  </a:lnTo>
                  <a:close/>
                  <a:moveTo>
                    <a:pt x="474" y="417"/>
                  </a:moveTo>
                  <a:lnTo>
                    <a:pt x="474" y="417"/>
                  </a:lnTo>
                  <a:cubicBezTo>
                    <a:pt x="495" y="403"/>
                    <a:pt x="495" y="403"/>
                    <a:pt x="495" y="403"/>
                  </a:cubicBezTo>
                  <a:cubicBezTo>
                    <a:pt x="502" y="403"/>
                    <a:pt x="516" y="403"/>
                    <a:pt x="516" y="410"/>
                  </a:cubicBezTo>
                  <a:cubicBezTo>
                    <a:pt x="537" y="445"/>
                    <a:pt x="537" y="445"/>
                    <a:pt x="537" y="445"/>
                  </a:cubicBezTo>
                  <a:cubicBezTo>
                    <a:pt x="537" y="452"/>
                    <a:pt x="537" y="459"/>
                    <a:pt x="530" y="466"/>
                  </a:cubicBezTo>
                  <a:cubicBezTo>
                    <a:pt x="516" y="473"/>
                    <a:pt x="516" y="473"/>
                    <a:pt x="516" y="473"/>
                  </a:cubicBezTo>
                  <a:cubicBezTo>
                    <a:pt x="509" y="481"/>
                    <a:pt x="495" y="481"/>
                    <a:pt x="495" y="473"/>
                  </a:cubicBezTo>
                  <a:cubicBezTo>
                    <a:pt x="474" y="438"/>
                    <a:pt x="474" y="438"/>
                    <a:pt x="474" y="438"/>
                  </a:cubicBezTo>
                  <a:cubicBezTo>
                    <a:pt x="467" y="431"/>
                    <a:pt x="467" y="417"/>
                    <a:pt x="474" y="417"/>
                  </a:cubicBezTo>
                  <a:close/>
                  <a:moveTo>
                    <a:pt x="580" y="572"/>
                  </a:moveTo>
                  <a:lnTo>
                    <a:pt x="580" y="572"/>
                  </a:lnTo>
                  <a:cubicBezTo>
                    <a:pt x="580" y="558"/>
                    <a:pt x="544" y="551"/>
                    <a:pt x="530" y="530"/>
                  </a:cubicBezTo>
                  <a:cubicBezTo>
                    <a:pt x="509" y="509"/>
                    <a:pt x="523" y="502"/>
                    <a:pt x="530" y="495"/>
                  </a:cubicBezTo>
                  <a:cubicBezTo>
                    <a:pt x="594" y="459"/>
                    <a:pt x="580" y="572"/>
                    <a:pt x="580" y="5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橢圓 9"/>
            <p:cNvSpPr/>
            <p:nvPr/>
          </p:nvSpPr>
          <p:spPr>
            <a:xfrm>
              <a:off x="7368034" y="4133505"/>
              <a:ext cx="801843" cy="801843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16"/>
            <p:cNvSpPr>
              <a:spLocks noChangeArrowheads="1"/>
            </p:cNvSpPr>
            <p:nvPr/>
          </p:nvSpPr>
          <p:spPr bwMode="auto">
            <a:xfrm>
              <a:off x="7649931" y="4387789"/>
              <a:ext cx="243581" cy="320133"/>
            </a:xfrm>
            <a:custGeom>
              <a:avLst/>
              <a:gdLst>
                <a:gd name="T0" fmla="*/ 69059 w 461"/>
                <a:gd name="T1" fmla="*/ 142453 h 609"/>
                <a:gd name="T2" fmla="*/ 69059 w 461"/>
                <a:gd name="T3" fmla="*/ 142453 h 609"/>
                <a:gd name="T4" fmla="*/ 63997 w 461"/>
                <a:gd name="T5" fmla="*/ 162598 h 609"/>
                <a:gd name="T6" fmla="*/ 58935 w 461"/>
                <a:gd name="T7" fmla="*/ 183102 h 609"/>
                <a:gd name="T8" fmla="*/ 40857 w 461"/>
                <a:gd name="T9" fmla="*/ 213319 h 609"/>
                <a:gd name="T10" fmla="*/ 35795 w 461"/>
                <a:gd name="T11" fmla="*/ 215837 h 609"/>
                <a:gd name="T12" fmla="*/ 33264 w 461"/>
                <a:gd name="T13" fmla="*/ 213319 h 609"/>
                <a:gd name="T14" fmla="*/ 33264 w 461"/>
                <a:gd name="T15" fmla="*/ 185620 h 609"/>
                <a:gd name="T16" fmla="*/ 38326 w 461"/>
                <a:gd name="T17" fmla="*/ 155043 h 609"/>
                <a:gd name="T18" fmla="*/ 51342 w 461"/>
                <a:gd name="T19" fmla="*/ 103962 h 609"/>
                <a:gd name="T20" fmla="*/ 51342 w 461"/>
                <a:gd name="T21" fmla="*/ 98925 h 609"/>
                <a:gd name="T22" fmla="*/ 48811 w 461"/>
                <a:gd name="T23" fmla="*/ 86335 h 609"/>
                <a:gd name="T24" fmla="*/ 48811 w 461"/>
                <a:gd name="T25" fmla="*/ 68708 h 609"/>
                <a:gd name="T26" fmla="*/ 66528 w 461"/>
                <a:gd name="T27" fmla="*/ 48204 h 609"/>
                <a:gd name="T28" fmla="*/ 79544 w 461"/>
                <a:gd name="T29" fmla="*/ 50722 h 609"/>
                <a:gd name="T30" fmla="*/ 87137 w 461"/>
                <a:gd name="T31" fmla="*/ 60794 h 609"/>
                <a:gd name="T32" fmla="*/ 87137 w 461"/>
                <a:gd name="T33" fmla="*/ 76263 h 609"/>
                <a:gd name="T34" fmla="*/ 79544 w 461"/>
                <a:gd name="T35" fmla="*/ 103962 h 609"/>
                <a:gd name="T36" fmla="*/ 77013 w 461"/>
                <a:gd name="T37" fmla="*/ 119430 h 609"/>
                <a:gd name="T38" fmla="*/ 84606 w 461"/>
                <a:gd name="T39" fmla="*/ 132021 h 609"/>
                <a:gd name="T40" fmla="*/ 97261 w 461"/>
                <a:gd name="T41" fmla="*/ 134539 h 609"/>
                <a:gd name="T42" fmla="*/ 120401 w 461"/>
                <a:gd name="T43" fmla="*/ 121948 h 609"/>
                <a:gd name="T44" fmla="*/ 135586 w 461"/>
                <a:gd name="T45" fmla="*/ 81299 h 609"/>
                <a:gd name="T46" fmla="*/ 135586 w 461"/>
                <a:gd name="T47" fmla="*/ 66190 h 609"/>
                <a:gd name="T48" fmla="*/ 125463 w 461"/>
                <a:gd name="T49" fmla="*/ 38131 h 609"/>
                <a:gd name="T50" fmla="*/ 104854 w 461"/>
                <a:gd name="T51" fmla="*/ 22663 h 609"/>
                <a:gd name="T52" fmla="*/ 74121 w 461"/>
                <a:gd name="T53" fmla="*/ 22663 h 609"/>
                <a:gd name="T54" fmla="*/ 30733 w 461"/>
                <a:gd name="T55" fmla="*/ 50722 h 609"/>
                <a:gd name="T56" fmla="*/ 23140 w 461"/>
                <a:gd name="T57" fmla="*/ 81299 h 609"/>
                <a:gd name="T58" fmla="*/ 30733 w 461"/>
                <a:gd name="T59" fmla="*/ 101444 h 609"/>
                <a:gd name="T60" fmla="*/ 33264 w 461"/>
                <a:gd name="T61" fmla="*/ 106840 h 609"/>
                <a:gd name="T62" fmla="*/ 33264 w 461"/>
                <a:gd name="T63" fmla="*/ 116912 h 609"/>
                <a:gd name="T64" fmla="*/ 28202 w 461"/>
                <a:gd name="T65" fmla="*/ 124466 h 609"/>
                <a:gd name="T66" fmla="*/ 23140 w 461"/>
                <a:gd name="T67" fmla="*/ 124466 h 609"/>
                <a:gd name="T68" fmla="*/ 0 w 461"/>
                <a:gd name="T69" fmla="*/ 91371 h 609"/>
                <a:gd name="T70" fmla="*/ 0 w 461"/>
                <a:gd name="T71" fmla="*/ 63312 h 609"/>
                <a:gd name="T72" fmla="*/ 10485 w 461"/>
                <a:gd name="T73" fmla="*/ 43167 h 609"/>
                <a:gd name="T74" fmla="*/ 38326 w 461"/>
                <a:gd name="T75" fmla="*/ 12591 h 609"/>
                <a:gd name="T76" fmla="*/ 71590 w 461"/>
                <a:gd name="T77" fmla="*/ 0 h 609"/>
                <a:gd name="T78" fmla="*/ 87137 w 461"/>
                <a:gd name="T79" fmla="*/ 0 h 609"/>
                <a:gd name="T80" fmla="*/ 122932 w 461"/>
                <a:gd name="T81" fmla="*/ 7554 h 609"/>
                <a:gd name="T82" fmla="*/ 148241 w 461"/>
                <a:gd name="T83" fmla="*/ 25541 h 609"/>
                <a:gd name="T84" fmla="*/ 163788 w 461"/>
                <a:gd name="T85" fmla="*/ 53240 h 609"/>
                <a:gd name="T86" fmla="*/ 166319 w 461"/>
                <a:gd name="T87" fmla="*/ 73744 h 609"/>
                <a:gd name="T88" fmla="*/ 163788 w 461"/>
                <a:gd name="T89" fmla="*/ 91371 h 609"/>
                <a:gd name="T90" fmla="*/ 130525 w 461"/>
                <a:gd name="T91" fmla="*/ 147489 h 609"/>
                <a:gd name="T92" fmla="*/ 117870 w 461"/>
                <a:gd name="T93" fmla="*/ 155043 h 609"/>
                <a:gd name="T94" fmla="*/ 97261 w 461"/>
                <a:gd name="T95" fmla="*/ 157561 h 609"/>
                <a:gd name="T96" fmla="*/ 82075 w 461"/>
                <a:gd name="T97" fmla="*/ 152525 h 609"/>
                <a:gd name="T98" fmla="*/ 69059 w 461"/>
                <a:gd name="T99" fmla="*/ 142453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61" h="609">
                  <a:moveTo>
                    <a:pt x="191" y="396"/>
                  </a:moveTo>
                  <a:lnTo>
                    <a:pt x="191" y="396"/>
                  </a:lnTo>
                  <a:cubicBezTo>
                    <a:pt x="184" y="410"/>
                    <a:pt x="184" y="431"/>
                    <a:pt x="177" y="452"/>
                  </a:cubicBezTo>
                  <a:cubicBezTo>
                    <a:pt x="170" y="473"/>
                    <a:pt x="170" y="495"/>
                    <a:pt x="163" y="509"/>
                  </a:cubicBezTo>
                  <a:cubicBezTo>
                    <a:pt x="149" y="544"/>
                    <a:pt x="135" y="572"/>
                    <a:pt x="113" y="593"/>
                  </a:cubicBezTo>
                  <a:cubicBezTo>
                    <a:pt x="99" y="608"/>
                    <a:pt x="99" y="600"/>
                    <a:pt x="99" y="600"/>
                  </a:cubicBezTo>
                  <a:cubicBezTo>
                    <a:pt x="92" y="600"/>
                    <a:pt x="92" y="600"/>
                    <a:pt x="92" y="593"/>
                  </a:cubicBezTo>
                  <a:cubicBezTo>
                    <a:pt x="92" y="572"/>
                    <a:pt x="92" y="544"/>
                    <a:pt x="92" y="516"/>
                  </a:cubicBezTo>
                  <a:cubicBezTo>
                    <a:pt x="92" y="487"/>
                    <a:pt x="99" y="459"/>
                    <a:pt x="106" y="431"/>
                  </a:cubicBezTo>
                  <a:cubicBezTo>
                    <a:pt x="120" y="389"/>
                    <a:pt x="128" y="339"/>
                    <a:pt x="142" y="289"/>
                  </a:cubicBezTo>
                  <a:cubicBezTo>
                    <a:pt x="142" y="282"/>
                    <a:pt x="142" y="282"/>
                    <a:pt x="142" y="275"/>
                  </a:cubicBezTo>
                  <a:cubicBezTo>
                    <a:pt x="142" y="261"/>
                    <a:pt x="135" y="254"/>
                    <a:pt x="135" y="240"/>
                  </a:cubicBezTo>
                  <a:cubicBezTo>
                    <a:pt x="135" y="219"/>
                    <a:pt x="135" y="205"/>
                    <a:pt x="135" y="191"/>
                  </a:cubicBezTo>
                  <a:cubicBezTo>
                    <a:pt x="142" y="169"/>
                    <a:pt x="156" y="148"/>
                    <a:pt x="184" y="134"/>
                  </a:cubicBezTo>
                  <a:cubicBezTo>
                    <a:pt x="198" y="134"/>
                    <a:pt x="213" y="134"/>
                    <a:pt x="220" y="141"/>
                  </a:cubicBezTo>
                  <a:cubicBezTo>
                    <a:pt x="234" y="148"/>
                    <a:pt x="241" y="155"/>
                    <a:pt x="241" y="169"/>
                  </a:cubicBezTo>
                  <a:cubicBezTo>
                    <a:pt x="248" y="184"/>
                    <a:pt x="241" y="205"/>
                    <a:pt x="241" y="212"/>
                  </a:cubicBezTo>
                  <a:cubicBezTo>
                    <a:pt x="234" y="240"/>
                    <a:pt x="227" y="261"/>
                    <a:pt x="220" y="289"/>
                  </a:cubicBezTo>
                  <a:cubicBezTo>
                    <a:pt x="213" y="304"/>
                    <a:pt x="213" y="318"/>
                    <a:pt x="213" y="332"/>
                  </a:cubicBezTo>
                  <a:cubicBezTo>
                    <a:pt x="220" y="346"/>
                    <a:pt x="227" y="360"/>
                    <a:pt x="234" y="367"/>
                  </a:cubicBezTo>
                  <a:cubicBezTo>
                    <a:pt x="248" y="374"/>
                    <a:pt x="255" y="374"/>
                    <a:pt x="269" y="374"/>
                  </a:cubicBezTo>
                  <a:cubicBezTo>
                    <a:pt x="304" y="374"/>
                    <a:pt x="318" y="353"/>
                    <a:pt x="333" y="339"/>
                  </a:cubicBezTo>
                  <a:cubicBezTo>
                    <a:pt x="354" y="311"/>
                    <a:pt x="368" y="275"/>
                    <a:pt x="375" y="226"/>
                  </a:cubicBezTo>
                  <a:cubicBezTo>
                    <a:pt x="375" y="212"/>
                    <a:pt x="375" y="198"/>
                    <a:pt x="375" y="184"/>
                  </a:cubicBezTo>
                  <a:cubicBezTo>
                    <a:pt x="375" y="148"/>
                    <a:pt x="368" y="127"/>
                    <a:pt x="347" y="106"/>
                  </a:cubicBezTo>
                  <a:cubicBezTo>
                    <a:pt x="333" y="92"/>
                    <a:pt x="318" y="78"/>
                    <a:pt x="290" y="63"/>
                  </a:cubicBezTo>
                  <a:cubicBezTo>
                    <a:pt x="269" y="56"/>
                    <a:pt x="234" y="56"/>
                    <a:pt x="205" y="63"/>
                  </a:cubicBezTo>
                  <a:cubicBezTo>
                    <a:pt x="149" y="71"/>
                    <a:pt x="106" y="99"/>
                    <a:pt x="85" y="141"/>
                  </a:cubicBezTo>
                  <a:cubicBezTo>
                    <a:pt x="71" y="169"/>
                    <a:pt x="64" y="191"/>
                    <a:pt x="64" y="226"/>
                  </a:cubicBezTo>
                  <a:cubicBezTo>
                    <a:pt x="64" y="247"/>
                    <a:pt x="71" y="268"/>
                    <a:pt x="85" y="282"/>
                  </a:cubicBezTo>
                  <a:cubicBezTo>
                    <a:pt x="85" y="289"/>
                    <a:pt x="92" y="289"/>
                    <a:pt x="92" y="297"/>
                  </a:cubicBezTo>
                  <a:cubicBezTo>
                    <a:pt x="99" y="304"/>
                    <a:pt x="92" y="318"/>
                    <a:pt x="92" y="325"/>
                  </a:cubicBezTo>
                  <a:cubicBezTo>
                    <a:pt x="85" y="332"/>
                    <a:pt x="85" y="346"/>
                    <a:pt x="78" y="346"/>
                  </a:cubicBezTo>
                  <a:cubicBezTo>
                    <a:pt x="71" y="346"/>
                    <a:pt x="64" y="346"/>
                    <a:pt x="64" y="346"/>
                  </a:cubicBezTo>
                  <a:cubicBezTo>
                    <a:pt x="29" y="325"/>
                    <a:pt x="15" y="297"/>
                    <a:pt x="0" y="254"/>
                  </a:cubicBezTo>
                  <a:cubicBezTo>
                    <a:pt x="0" y="233"/>
                    <a:pt x="0" y="205"/>
                    <a:pt x="0" y="176"/>
                  </a:cubicBezTo>
                  <a:cubicBezTo>
                    <a:pt x="7" y="155"/>
                    <a:pt x="15" y="134"/>
                    <a:pt x="29" y="120"/>
                  </a:cubicBezTo>
                  <a:cubicBezTo>
                    <a:pt x="43" y="85"/>
                    <a:pt x="71" y="56"/>
                    <a:pt x="106" y="35"/>
                  </a:cubicBezTo>
                  <a:cubicBezTo>
                    <a:pt x="135" y="21"/>
                    <a:pt x="163" y="7"/>
                    <a:pt x="198" y="0"/>
                  </a:cubicBezTo>
                  <a:cubicBezTo>
                    <a:pt x="213" y="0"/>
                    <a:pt x="227" y="0"/>
                    <a:pt x="241" y="0"/>
                  </a:cubicBezTo>
                  <a:cubicBezTo>
                    <a:pt x="276" y="0"/>
                    <a:pt x="311" y="7"/>
                    <a:pt x="340" y="21"/>
                  </a:cubicBezTo>
                  <a:cubicBezTo>
                    <a:pt x="368" y="35"/>
                    <a:pt x="389" y="49"/>
                    <a:pt x="410" y="71"/>
                  </a:cubicBezTo>
                  <a:cubicBezTo>
                    <a:pt x="431" y="92"/>
                    <a:pt x="446" y="113"/>
                    <a:pt x="453" y="148"/>
                  </a:cubicBezTo>
                  <a:cubicBezTo>
                    <a:pt x="460" y="162"/>
                    <a:pt x="460" y="184"/>
                    <a:pt x="460" y="205"/>
                  </a:cubicBezTo>
                  <a:cubicBezTo>
                    <a:pt x="460" y="219"/>
                    <a:pt x="460" y="240"/>
                    <a:pt x="453" y="254"/>
                  </a:cubicBezTo>
                  <a:cubicBezTo>
                    <a:pt x="446" y="325"/>
                    <a:pt x="410" y="382"/>
                    <a:pt x="361" y="410"/>
                  </a:cubicBezTo>
                  <a:cubicBezTo>
                    <a:pt x="354" y="417"/>
                    <a:pt x="340" y="424"/>
                    <a:pt x="326" y="431"/>
                  </a:cubicBezTo>
                  <a:cubicBezTo>
                    <a:pt x="304" y="431"/>
                    <a:pt x="290" y="438"/>
                    <a:pt x="269" y="438"/>
                  </a:cubicBezTo>
                  <a:cubicBezTo>
                    <a:pt x="255" y="431"/>
                    <a:pt x="234" y="431"/>
                    <a:pt x="227" y="424"/>
                  </a:cubicBezTo>
                  <a:cubicBezTo>
                    <a:pt x="213" y="417"/>
                    <a:pt x="198" y="403"/>
                    <a:pt x="191" y="39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橢圓 6"/>
            <p:cNvSpPr/>
            <p:nvPr/>
          </p:nvSpPr>
          <p:spPr>
            <a:xfrm>
              <a:off x="4647013" y="3154955"/>
              <a:ext cx="473634" cy="473634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8" name="橢圓 6"/>
            <p:cNvSpPr/>
            <p:nvPr/>
          </p:nvSpPr>
          <p:spPr>
            <a:xfrm>
              <a:off x="7125526" y="3311947"/>
              <a:ext cx="473634" cy="473634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08-15 线路权限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ONE FEATURE, THE TRACK GREW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690164" y="2663567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 → deploy → accept，回修 2 轮过。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90163" y="2310989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跑门禁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235160" y="5041910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根因进脚本，不靠下次有人记得。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235159" y="468933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写进 ADR-003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328813" y="2563351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弹窗「线路权限」。应用组 / 应用 / 来源。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328812" y="2210773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只读查询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57476" y="5079646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bat 误报、deploy 递归、匿名卷挡住 jar。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657475" y="4727068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轨道还软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845209" y="2557491"/>
            <a:ext cx="2309852" cy="230985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4309134" y="2854855"/>
            <a:ext cx="2015466" cy="20124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7306333" y="3129031"/>
            <a:ext cx="1738312" cy="173831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9892370" y="3338581"/>
            <a:ext cx="1528763" cy="152876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" name="Freeform 10"/>
          <p:cNvSpPr/>
          <p:nvPr/>
        </p:nvSpPr>
        <p:spPr bwMode="auto">
          <a:xfrm>
            <a:off x="2185098" y="1877621"/>
            <a:ext cx="2803525" cy="895350"/>
          </a:xfrm>
          <a:custGeom>
            <a:avLst/>
            <a:gdLst>
              <a:gd name="T0" fmla="*/ 0 w 3292"/>
              <a:gd name="T1" fmla="*/ 553211 h 1052"/>
              <a:gd name="T2" fmla="*/ 1420498 w 3292"/>
              <a:gd name="T3" fmla="*/ 46810 h 1052"/>
              <a:gd name="T4" fmla="*/ 2803525 w 3292"/>
              <a:gd name="T5" fmla="*/ 895350 h 10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92" h="1052">
                <a:moveTo>
                  <a:pt x="0" y="650"/>
                </a:moveTo>
                <a:cubicBezTo>
                  <a:pt x="428" y="234"/>
                  <a:pt x="1027" y="0"/>
                  <a:pt x="1668" y="55"/>
                </a:cubicBezTo>
                <a:cubicBezTo>
                  <a:pt x="2362" y="115"/>
                  <a:pt x="2949" y="502"/>
                  <a:pt x="3292" y="1052"/>
                </a:cubicBezTo>
              </a:path>
            </a:pathLst>
          </a:custGeom>
          <a:noFill/>
          <a:ln w="11" cap="flat" cmpd="sng">
            <a:solidFill>
              <a:schemeClr val="bg1">
                <a:lumMod val="65000"/>
              </a:schemeClr>
            </a:solidFill>
            <a:prstDash val="dash"/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>
            <a:off x="5583896" y="2259415"/>
            <a:ext cx="2489200" cy="765175"/>
          </a:xfrm>
          <a:custGeom>
            <a:avLst/>
            <a:gdLst>
              <a:gd name="T0" fmla="*/ 0 w 2923"/>
              <a:gd name="T1" fmla="*/ 503875 h 899"/>
              <a:gd name="T2" fmla="*/ 1250987 w 2923"/>
              <a:gd name="T3" fmla="*/ 34046 h 899"/>
              <a:gd name="T4" fmla="*/ 2489200 w 2923"/>
              <a:gd name="T5" fmla="*/ 765175 h 89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23" h="899">
                <a:moveTo>
                  <a:pt x="0" y="592"/>
                </a:moveTo>
                <a:cubicBezTo>
                  <a:pt x="373" y="217"/>
                  <a:pt x="900" y="0"/>
                  <a:pt x="1469" y="40"/>
                </a:cubicBezTo>
                <a:cubicBezTo>
                  <a:pt x="2085" y="83"/>
                  <a:pt x="2611" y="417"/>
                  <a:pt x="2923" y="899"/>
                </a:cubicBezTo>
              </a:path>
            </a:pathLst>
          </a:custGeom>
          <a:noFill/>
          <a:ln w="11" cap="flat" cmpd="sng">
            <a:solidFill>
              <a:schemeClr val="bg1">
                <a:lumMod val="65000"/>
              </a:schemeClr>
            </a:solidFill>
            <a:prstDash val="dash"/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2"/>
          <p:cNvSpPr/>
          <p:nvPr/>
        </p:nvSpPr>
        <p:spPr bwMode="auto">
          <a:xfrm>
            <a:off x="8496164" y="2625302"/>
            <a:ext cx="2160587" cy="606425"/>
          </a:xfrm>
          <a:custGeom>
            <a:avLst/>
            <a:gdLst>
              <a:gd name="T0" fmla="*/ 0 w 2537"/>
              <a:gd name="T1" fmla="*/ 459929 h 712"/>
              <a:gd name="T2" fmla="*/ 1066242 w 2537"/>
              <a:gd name="T3" fmla="*/ 13628 h 712"/>
              <a:gd name="T4" fmla="*/ 2160587 w 2537"/>
              <a:gd name="T5" fmla="*/ 606425 h 7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37" h="712">
                <a:moveTo>
                  <a:pt x="0" y="540"/>
                </a:moveTo>
                <a:cubicBezTo>
                  <a:pt x="310" y="204"/>
                  <a:pt x="759" y="0"/>
                  <a:pt x="1252" y="16"/>
                </a:cubicBezTo>
                <a:cubicBezTo>
                  <a:pt x="1787" y="33"/>
                  <a:pt x="2253" y="306"/>
                  <a:pt x="2537" y="712"/>
                </a:cubicBezTo>
              </a:path>
            </a:pathLst>
          </a:custGeom>
          <a:noFill/>
          <a:ln w="11" cap="flat" cmpd="sng">
            <a:solidFill>
              <a:schemeClr val="bg1">
                <a:lumMod val="65000"/>
              </a:schemeClr>
            </a:solidFill>
            <a:prstDash val="dash"/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单圆角矩形 11"/>
          <p:cNvSpPr/>
          <p:nvPr/>
        </p:nvSpPr>
        <p:spPr bwMode="auto">
          <a:xfrm>
            <a:off x="3121025" y="2229803"/>
            <a:ext cx="381000" cy="511175"/>
          </a:xfrm>
          <a:custGeom>
            <a:avLst/>
            <a:gdLst>
              <a:gd name="T0" fmla="*/ 0 w 380640"/>
              <a:gd name="T1" fmla="*/ 0 h 510062"/>
              <a:gd name="T2" fmla="*/ 317499 w 380640"/>
              <a:gd name="T3" fmla="*/ 0 h 510062"/>
              <a:gd name="T4" fmla="*/ 381000 w 380640"/>
              <a:gd name="T5" fmla="*/ 63579 h 510062"/>
              <a:gd name="T6" fmla="*/ 381000 w 380640"/>
              <a:gd name="T7" fmla="*/ 511175 h 510062"/>
              <a:gd name="T8" fmla="*/ 0 w 380640"/>
              <a:gd name="T9" fmla="*/ 511175 h 510062"/>
              <a:gd name="T10" fmla="*/ 0 w 380640"/>
              <a:gd name="T11" fmla="*/ 0 h 51006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80640" h="510062">
                <a:moveTo>
                  <a:pt x="0" y="0"/>
                </a:moveTo>
                <a:lnTo>
                  <a:pt x="317199" y="0"/>
                </a:lnTo>
                <a:cubicBezTo>
                  <a:pt x="352236" y="0"/>
                  <a:pt x="380640" y="28404"/>
                  <a:pt x="380640" y="63441"/>
                </a:cubicBezTo>
                <a:lnTo>
                  <a:pt x="380640" y="510062"/>
                </a:lnTo>
                <a:lnTo>
                  <a:pt x="0" y="5100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4516052" y="3984101"/>
            <a:ext cx="1633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25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4"/>
          <p:cNvSpPr txBox="1">
            <a:spLocks noChangeArrowheads="1"/>
          </p:cNvSpPr>
          <p:nvPr/>
        </p:nvSpPr>
        <p:spPr bwMode="auto">
          <a:xfrm>
            <a:off x="1091589" y="3923776"/>
            <a:ext cx="1760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35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7358720" y="4076176"/>
            <a:ext cx="16335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15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9892370" y="4076176"/>
            <a:ext cx="1633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chemeClr val="bg1"/>
                </a:solidFill>
                <a:latin typeface="微软雅黑" panose="020B0503020204020204" pitchFamily="34" charset="-122"/>
              </a:rPr>
              <a:t>10</a:t>
            </a: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32907" y="5012407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 AI，本人交不出 Qt+Mac，统一登录交不出。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249762" y="5012407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未批不写码。本部门已按同一套跑，不是聊天。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309134" y="5013823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人。15 日回修 2 轮；16 日 11:14–13:21 三层。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576457" y="5000489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PHASE2 人勾。凭证只走本机 envs.yaml。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Freeform 34"/>
          <p:cNvSpPr>
            <a:spLocks noEditPoints="1"/>
          </p:cNvSpPr>
          <p:nvPr/>
        </p:nvSpPr>
        <p:spPr bwMode="auto">
          <a:xfrm>
            <a:off x="1747632" y="3037318"/>
            <a:ext cx="505005" cy="687158"/>
          </a:xfrm>
          <a:custGeom>
            <a:avLst/>
            <a:gdLst>
              <a:gd name="T0" fmla="*/ 128715 w 709"/>
              <a:gd name="T1" fmla="*/ 322149 h 965"/>
              <a:gd name="T2" fmla="*/ 196223 w 709"/>
              <a:gd name="T3" fmla="*/ 480524 h 965"/>
              <a:gd name="T4" fmla="*/ 251130 w 709"/>
              <a:gd name="T5" fmla="*/ 607403 h 965"/>
              <a:gd name="T6" fmla="*/ 374444 w 709"/>
              <a:gd name="T7" fmla="*/ 611003 h 965"/>
              <a:gd name="T8" fmla="*/ 401447 w 709"/>
              <a:gd name="T9" fmla="*/ 560611 h 965"/>
              <a:gd name="T10" fmla="*/ 469855 w 709"/>
              <a:gd name="T11" fmla="*/ 432831 h 965"/>
              <a:gd name="T12" fmla="*/ 319538 w 709"/>
              <a:gd name="T13" fmla="*/ 132279 h 965"/>
              <a:gd name="T14" fmla="*/ 264631 w 709"/>
              <a:gd name="T15" fmla="*/ 650597 h 965"/>
              <a:gd name="T16" fmla="*/ 201624 w 709"/>
              <a:gd name="T17" fmla="*/ 578608 h 965"/>
              <a:gd name="T18" fmla="*/ 135916 w 709"/>
              <a:gd name="T19" fmla="*/ 455328 h 965"/>
              <a:gd name="T20" fmla="*/ 319538 w 709"/>
              <a:gd name="T21" fmla="*/ 91785 h 965"/>
              <a:gd name="T22" fmla="*/ 503159 w 709"/>
              <a:gd name="T23" fmla="*/ 455328 h 965"/>
              <a:gd name="T24" fmla="*/ 436551 w 709"/>
              <a:gd name="T25" fmla="*/ 578608 h 965"/>
              <a:gd name="T26" fmla="*/ 374444 w 709"/>
              <a:gd name="T27" fmla="*/ 650597 h 965"/>
              <a:gd name="T28" fmla="*/ 228627 w 709"/>
              <a:gd name="T29" fmla="*/ 778376 h 965"/>
              <a:gd name="T30" fmla="*/ 383445 w 709"/>
              <a:gd name="T31" fmla="*/ 807172 h 965"/>
              <a:gd name="T32" fmla="*/ 383445 w 709"/>
              <a:gd name="T33" fmla="*/ 748681 h 965"/>
              <a:gd name="T34" fmla="*/ 246629 w 709"/>
              <a:gd name="T35" fmla="*/ 796373 h 965"/>
              <a:gd name="T36" fmla="*/ 395146 w 709"/>
              <a:gd name="T37" fmla="*/ 796373 h 965"/>
              <a:gd name="T38" fmla="*/ 413149 w 709"/>
              <a:gd name="T39" fmla="*/ 778376 h 965"/>
              <a:gd name="T40" fmla="*/ 228627 w 709"/>
              <a:gd name="T41" fmla="*/ 685691 h 965"/>
              <a:gd name="T42" fmla="*/ 413149 w 709"/>
              <a:gd name="T43" fmla="*/ 778376 h 965"/>
              <a:gd name="T44" fmla="*/ 411348 w 709"/>
              <a:gd name="T45" fmla="*/ 362642 h 965"/>
              <a:gd name="T46" fmla="*/ 349241 w 709"/>
              <a:gd name="T47" fmla="*/ 424733 h 965"/>
              <a:gd name="T48" fmla="*/ 288934 w 709"/>
              <a:gd name="T49" fmla="*/ 424733 h 965"/>
              <a:gd name="T50" fmla="*/ 226827 w 709"/>
              <a:gd name="T51" fmla="*/ 362642 h 965"/>
              <a:gd name="T52" fmla="*/ 226827 w 709"/>
              <a:gd name="T53" fmla="*/ 302352 h 965"/>
              <a:gd name="T54" fmla="*/ 288934 w 709"/>
              <a:gd name="T55" fmla="*/ 239362 h 965"/>
              <a:gd name="T56" fmla="*/ 349241 w 709"/>
              <a:gd name="T57" fmla="*/ 239362 h 965"/>
              <a:gd name="T58" fmla="*/ 411348 w 709"/>
              <a:gd name="T59" fmla="*/ 302352 h 965"/>
              <a:gd name="T60" fmla="*/ 612972 w 709"/>
              <a:gd name="T61" fmla="*/ 293353 h 965"/>
              <a:gd name="T62" fmla="*/ 580568 w 709"/>
              <a:gd name="T63" fmla="*/ 322149 h 965"/>
              <a:gd name="T64" fmla="*/ 612972 w 709"/>
              <a:gd name="T65" fmla="*/ 341046 h 965"/>
              <a:gd name="T66" fmla="*/ 612972 w 709"/>
              <a:gd name="T67" fmla="*/ 293353 h 965"/>
              <a:gd name="T68" fmla="*/ 542764 w 709"/>
              <a:gd name="T69" fmla="*/ 127780 h 965"/>
              <a:gd name="T70" fmla="*/ 509460 w 709"/>
              <a:gd name="T71" fmla="*/ 94485 h 965"/>
              <a:gd name="T72" fmla="*/ 518461 w 709"/>
              <a:gd name="T73" fmla="*/ 152976 h 965"/>
              <a:gd name="T74" fmla="*/ 342040 w 709"/>
              <a:gd name="T75" fmla="*/ 61190 h 965"/>
              <a:gd name="T76" fmla="*/ 318637 w 709"/>
              <a:gd name="T77" fmla="*/ 0 h 965"/>
              <a:gd name="T78" fmla="*/ 294335 w 709"/>
              <a:gd name="T79" fmla="*/ 61190 h 965"/>
              <a:gd name="T80" fmla="*/ 117014 w 709"/>
              <a:gd name="T81" fmla="*/ 155675 h 965"/>
              <a:gd name="T82" fmla="*/ 127815 w 709"/>
              <a:gd name="T83" fmla="*/ 98084 h 965"/>
              <a:gd name="T84" fmla="*/ 93611 w 709"/>
              <a:gd name="T85" fmla="*/ 132279 h 965"/>
              <a:gd name="T86" fmla="*/ 57607 w 709"/>
              <a:gd name="T87" fmla="*/ 322149 h 965"/>
              <a:gd name="T88" fmla="*/ 25203 w 709"/>
              <a:gd name="T89" fmla="*/ 293353 h 965"/>
              <a:gd name="T90" fmla="*/ 25203 w 709"/>
              <a:gd name="T91" fmla="*/ 341046 h 965"/>
              <a:gd name="T92" fmla="*/ 57607 w 709"/>
              <a:gd name="T93" fmla="*/ 322149 h 96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709" h="965">
                <a:moveTo>
                  <a:pt x="355" y="147"/>
                </a:moveTo>
                <a:cubicBezTo>
                  <a:pt x="238" y="147"/>
                  <a:pt x="143" y="241"/>
                  <a:pt x="143" y="358"/>
                </a:cubicBezTo>
                <a:cubicBezTo>
                  <a:pt x="143" y="414"/>
                  <a:pt x="187" y="481"/>
                  <a:pt x="188" y="481"/>
                </a:cubicBezTo>
                <a:cubicBezTo>
                  <a:pt x="197" y="496"/>
                  <a:pt x="210" y="519"/>
                  <a:pt x="218" y="534"/>
                </a:cubicBezTo>
                <a:lnTo>
                  <a:pt x="264" y="623"/>
                </a:lnTo>
                <a:cubicBezTo>
                  <a:pt x="272" y="639"/>
                  <a:pt x="279" y="662"/>
                  <a:pt x="279" y="675"/>
                </a:cubicBezTo>
                <a:cubicBezTo>
                  <a:pt x="279" y="675"/>
                  <a:pt x="284" y="679"/>
                  <a:pt x="294" y="679"/>
                </a:cubicBezTo>
                <a:lnTo>
                  <a:pt x="416" y="679"/>
                </a:lnTo>
                <a:cubicBezTo>
                  <a:pt x="425" y="679"/>
                  <a:pt x="430" y="675"/>
                  <a:pt x="431" y="674"/>
                </a:cubicBezTo>
                <a:cubicBezTo>
                  <a:pt x="430" y="662"/>
                  <a:pt x="437" y="639"/>
                  <a:pt x="446" y="623"/>
                </a:cubicBezTo>
                <a:lnTo>
                  <a:pt x="491" y="534"/>
                </a:lnTo>
                <a:cubicBezTo>
                  <a:pt x="499" y="519"/>
                  <a:pt x="513" y="495"/>
                  <a:pt x="522" y="481"/>
                </a:cubicBezTo>
                <a:cubicBezTo>
                  <a:pt x="537" y="458"/>
                  <a:pt x="566" y="402"/>
                  <a:pt x="566" y="358"/>
                </a:cubicBezTo>
                <a:cubicBezTo>
                  <a:pt x="566" y="241"/>
                  <a:pt x="471" y="147"/>
                  <a:pt x="355" y="147"/>
                </a:cubicBezTo>
                <a:close/>
                <a:moveTo>
                  <a:pt x="416" y="723"/>
                </a:moveTo>
                <a:lnTo>
                  <a:pt x="294" y="723"/>
                </a:lnTo>
                <a:cubicBezTo>
                  <a:pt x="261" y="723"/>
                  <a:pt x="235" y="702"/>
                  <a:pt x="235" y="675"/>
                </a:cubicBezTo>
                <a:cubicBezTo>
                  <a:pt x="235" y="671"/>
                  <a:pt x="231" y="656"/>
                  <a:pt x="224" y="643"/>
                </a:cubicBezTo>
                <a:lnTo>
                  <a:pt x="179" y="554"/>
                </a:lnTo>
                <a:cubicBezTo>
                  <a:pt x="172" y="540"/>
                  <a:pt x="159" y="519"/>
                  <a:pt x="151" y="506"/>
                </a:cubicBezTo>
                <a:cubicBezTo>
                  <a:pt x="145" y="498"/>
                  <a:pt x="99" y="425"/>
                  <a:pt x="99" y="358"/>
                </a:cubicBezTo>
                <a:cubicBezTo>
                  <a:pt x="99" y="217"/>
                  <a:pt x="214" y="102"/>
                  <a:pt x="355" y="102"/>
                </a:cubicBezTo>
                <a:cubicBezTo>
                  <a:pt x="495" y="102"/>
                  <a:pt x="610" y="217"/>
                  <a:pt x="610" y="358"/>
                </a:cubicBezTo>
                <a:cubicBezTo>
                  <a:pt x="610" y="425"/>
                  <a:pt x="564" y="498"/>
                  <a:pt x="559" y="506"/>
                </a:cubicBezTo>
                <a:cubicBezTo>
                  <a:pt x="550" y="518"/>
                  <a:pt x="537" y="541"/>
                  <a:pt x="530" y="554"/>
                </a:cubicBezTo>
                <a:lnTo>
                  <a:pt x="485" y="643"/>
                </a:lnTo>
                <a:cubicBezTo>
                  <a:pt x="478" y="656"/>
                  <a:pt x="475" y="671"/>
                  <a:pt x="475" y="675"/>
                </a:cubicBezTo>
                <a:cubicBezTo>
                  <a:pt x="475" y="702"/>
                  <a:pt x="449" y="723"/>
                  <a:pt x="416" y="723"/>
                </a:cubicBezTo>
                <a:close/>
                <a:moveTo>
                  <a:pt x="287" y="832"/>
                </a:moveTo>
                <a:cubicBezTo>
                  <a:pt x="269" y="832"/>
                  <a:pt x="254" y="846"/>
                  <a:pt x="254" y="865"/>
                </a:cubicBezTo>
                <a:cubicBezTo>
                  <a:pt x="254" y="883"/>
                  <a:pt x="269" y="897"/>
                  <a:pt x="287" y="897"/>
                </a:cubicBezTo>
                <a:lnTo>
                  <a:pt x="426" y="897"/>
                </a:lnTo>
                <a:cubicBezTo>
                  <a:pt x="444" y="897"/>
                  <a:pt x="459" y="883"/>
                  <a:pt x="459" y="865"/>
                </a:cubicBezTo>
                <a:cubicBezTo>
                  <a:pt x="459" y="846"/>
                  <a:pt x="444" y="832"/>
                  <a:pt x="426" y="832"/>
                </a:cubicBezTo>
                <a:lnTo>
                  <a:pt x="287" y="832"/>
                </a:lnTo>
                <a:close/>
                <a:moveTo>
                  <a:pt x="274" y="885"/>
                </a:moveTo>
                <a:cubicBezTo>
                  <a:pt x="276" y="929"/>
                  <a:pt x="312" y="965"/>
                  <a:pt x="356" y="965"/>
                </a:cubicBezTo>
                <a:cubicBezTo>
                  <a:pt x="401" y="965"/>
                  <a:pt x="437" y="929"/>
                  <a:pt x="439" y="885"/>
                </a:cubicBezTo>
                <a:lnTo>
                  <a:pt x="274" y="885"/>
                </a:lnTo>
                <a:close/>
                <a:moveTo>
                  <a:pt x="459" y="865"/>
                </a:moveTo>
                <a:lnTo>
                  <a:pt x="254" y="865"/>
                </a:lnTo>
                <a:lnTo>
                  <a:pt x="254" y="762"/>
                </a:lnTo>
                <a:lnTo>
                  <a:pt x="459" y="762"/>
                </a:lnTo>
                <a:lnTo>
                  <a:pt x="459" y="865"/>
                </a:lnTo>
                <a:close/>
                <a:moveTo>
                  <a:pt x="491" y="369"/>
                </a:moveTo>
                <a:cubicBezTo>
                  <a:pt x="491" y="388"/>
                  <a:pt x="476" y="403"/>
                  <a:pt x="457" y="403"/>
                </a:cubicBezTo>
                <a:lnTo>
                  <a:pt x="388" y="403"/>
                </a:lnTo>
                <a:lnTo>
                  <a:pt x="388" y="472"/>
                </a:lnTo>
                <a:cubicBezTo>
                  <a:pt x="388" y="491"/>
                  <a:pt x="373" y="506"/>
                  <a:pt x="355" y="506"/>
                </a:cubicBezTo>
                <a:cubicBezTo>
                  <a:pt x="336" y="506"/>
                  <a:pt x="321" y="491"/>
                  <a:pt x="321" y="472"/>
                </a:cubicBezTo>
                <a:lnTo>
                  <a:pt x="321" y="403"/>
                </a:lnTo>
                <a:lnTo>
                  <a:pt x="252" y="403"/>
                </a:lnTo>
                <a:cubicBezTo>
                  <a:pt x="233" y="403"/>
                  <a:pt x="218" y="388"/>
                  <a:pt x="218" y="369"/>
                </a:cubicBezTo>
                <a:cubicBezTo>
                  <a:pt x="218" y="351"/>
                  <a:pt x="233" y="336"/>
                  <a:pt x="252" y="336"/>
                </a:cubicBezTo>
                <a:lnTo>
                  <a:pt x="321" y="336"/>
                </a:lnTo>
                <a:lnTo>
                  <a:pt x="321" y="266"/>
                </a:lnTo>
                <a:cubicBezTo>
                  <a:pt x="321" y="248"/>
                  <a:pt x="336" y="233"/>
                  <a:pt x="355" y="233"/>
                </a:cubicBezTo>
                <a:cubicBezTo>
                  <a:pt x="373" y="233"/>
                  <a:pt x="388" y="248"/>
                  <a:pt x="388" y="266"/>
                </a:cubicBezTo>
                <a:lnTo>
                  <a:pt x="388" y="336"/>
                </a:lnTo>
                <a:lnTo>
                  <a:pt x="457" y="336"/>
                </a:lnTo>
                <a:cubicBezTo>
                  <a:pt x="476" y="336"/>
                  <a:pt x="491" y="351"/>
                  <a:pt x="491" y="369"/>
                </a:cubicBezTo>
                <a:close/>
                <a:moveTo>
                  <a:pt x="681" y="326"/>
                </a:moveTo>
                <a:lnTo>
                  <a:pt x="643" y="326"/>
                </a:lnTo>
                <a:cubicBezTo>
                  <a:pt x="644" y="336"/>
                  <a:pt x="645" y="347"/>
                  <a:pt x="645" y="358"/>
                </a:cubicBezTo>
                <a:cubicBezTo>
                  <a:pt x="645" y="365"/>
                  <a:pt x="644" y="372"/>
                  <a:pt x="643" y="379"/>
                </a:cubicBezTo>
                <a:lnTo>
                  <a:pt x="681" y="379"/>
                </a:lnTo>
                <a:cubicBezTo>
                  <a:pt x="696" y="379"/>
                  <a:pt x="709" y="367"/>
                  <a:pt x="709" y="352"/>
                </a:cubicBezTo>
                <a:cubicBezTo>
                  <a:pt x="709" y="338"/>
                  <a:pt x="696" y="326"/>
                  <a:pt x="681" y="326"/>
                </a:cubicBezTo>
                <a:close/>
                <a:moveTo>
                  <a:pt x="576" y="170"/>
                </a:moveTo>
                <a:lnTo>
                  <a:pt x="603" y="142"/>
                </a:lnTo>
                <a:cubicBezTo>
                  <a:pt x="614" y="131"/>
                  <a:pt x="614" y="114"/>
                  <a:pt x="604" y="104"/>
                </a:cubicBezTo>
                <a:cubicBezTo>
                  <a:pt x="594" y="94"/>
                  <a:pt x="577" y="94"/>
                  <a:pt x="566" y="105"/>
                </a:cubicBezTo>
                <a:lnTo>
                  <a:pt x="538" y="132"/>
                </a:lnTo>
                <a:cubicBezTo>
                  <a:pt x="552" y="144"/>
                  <a:pt x="564" y="156"/>
                  <a:pt x="576" y="170"/>
                </a:cubicBezTo>
                <a:close/>
                <a:moveTo>
                  <a:pt x="354" y="67"/>
                </a:moveTo>
                <a:cubicBezTo>
                  <a:pt x="363" y="67"/>
                  <a:pt x="372" y="68"/>
                  <a:pt x="380" y="68"/>
                </a:cubicBezTo>
                <a:lnTo>
                  <a:pt x="380" y="27"/>
                </a:lnTo>
                <a:cubicBezTo>
                  <a:pt x="380" y="12"/>
                  <a:pt x="368" y="0"/>
                  <a:pt x="354" y="0"/>
                </a:cubicBezTo>
                <a:cubicBezTo>
                  <a:pt x="339" y="0"/>
                  <a:pt x="327" y="12"/>
                  <a:pt x="327" y="27"/>
                </a:cubicBezTo>
                <a:lnTo>
                  <a:pt x="327" y="68"/>
                </a:lnTo>
                <a:cubicBezTo>
                  <a:pt x="336" y="68"/>
                  <a:pt x="345" y="67"/>
                  <a:pt x="354" y="67"/>
                </a:cubicBezTo>
                <a:close/>
                <a:moveTo>
                  <a:pt x="130" y="173"/>
                </a:moveTo>
                <a:cubicBezTo>
                  <a:pt x="142" y="159"/>
                  <a:pt x="154" y="147"/>
                  <a:pt x="168" y="135"/>
                </a:cubicBezTo>
                <a:lnTo>
                  <a:pt x="142" y="109"/>
                </a:lnTo>
                <a:cubicBezTo>
                  <a:pt x="131" y="99"/>
                  <a:pt x="114" y="98"/>
                  <a:pt x="104" y="109"/>
                </a:cubicBezTo>
                <a:cubicBezTo>
                  <a:pt x="93" y="119"/>
                  <a:pt x="94" y="136"/>
                  <a:pt x="104" y="147"/>
                </a:cubicBezTo>
                <a:lnTo>
                  <a:pt x="130" y="173"/>
                </a:lnTo>
                <a:close/>
                <a:moveTo>
                  <a:pt x="64" y="358"/>
                </a:moveTo>
                <a:cubicBezTo>
                  <a:pt x="64" y="347"/>
                  <a:pt x="64" y="336"/>
                  <a:pt x="66" y="326"/>
                </a:cubicBezTo>
                <a:lnTo>
                  <a:pt x="28" y="326"/>
                </a:lnTo>
                <a:cubicBezTo>
                  <a:pt x="13" y="326"/>
                  <a:pt x="0" y="338"/>
                  <a:pt x="0" y="352"/>
                </a:cubicBezTo>
                <a:cubicBezTo>
                  <a:pt x="0" y="367"/>
                  <a:pt x="13" y="379"/>
                  <a:pt x="28" y="379"/>
                </a:cubicBezTo>
                <a:lnTo>
                  <a:pt x="65" y="379"/>
                </a:lnTo>
                <a:cubicBezTo>
                  <a:pt x="64" y="372"/>
                  <a:pt x="64" y="365"/>
                  <a:pt x="64" y="3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35"/>
          <p:cNvSpPr>
            <a:spLocks noEditPoints="1"/>
          </p:cNvSpPr>
          <p:nvPr/>
        </p:nvSpPr>
        <p:spPr bwMode="auto">
          <a:xfrm>
            <a:off x="5143613" y="3241331"/>
            <a:ext cx="411262" cy="559548"/>
          </a:xfrm>
          <a:custGeom>
            <a:avLst/>
            <a:gdLst>
              <a:gd name="T0" fmla="*/ 73939 w 625"/>
              <a:gd name="T1" fmla="*/ 124194 h 852"/>
              <a:gd name="T2" fmla="*/ 62217 w 625"/>
              <a:gd name="T3" fmla="*/ 766762 h 852"/>
              <a:gd name="T4" fmla="*/ 563563 w 625"/>
              <a:gd name="T5" fmla="*/ 188091 h 852"/>
              <a:gd name="T6" fmla="*/ 520281 w 625"/>
              <a:gd name="T7" fmla="*/ 201590 h 852"/>
              <a:gd name="T8" fmla="*/ 64021 w 625"/>
              <a:gd name="T9" fmla="*/ 722664 h 852"/>
              <a:gd name="T10" fmla="*/ 243459 w 625"/>
              <a:gd name="T11" fmla="*/ 81896 h 852"/>
              <a:gd name="T12" fmla="*/ 320104 w 625"/>
              <a:gd name="T13" fmla="*/ 81896 h 852"/>
              <a:gd name="T14" fmla="*/ 280429 w 625"/>
              <a:gd name="T15" fmla="*/ 122394 h 852"/>
              <a:gd name="T16" fmla="*/ 196571 w 625"/>
              <a:gd name="T17" fmla="*/ 83696 h 852"/>
              <a:gd name="T18" fmla="*/ 103696 w 625"/>
              <a:gd name="T19" fmla="*/ 194390 h 852"/>
              <a:gd name="T20" fmla="*/ 459867 w 625"/>
              <a:gd name="T21" fmla="*/ 194390 h 852"/>
              <a:gd name="T22" fmla="*/ 366992 w 625"/>
              <a:gd name="T23" fmla="*/ 83696 h 852"/>
              <a:gd name="T24" fmla="*/ 196571 w 625"/>
              <a:gd name="T25" fmla="*/ 83696 h 852"/>
              <a:gd name="T26" fmla="*/ 199276 w 625"/>
              <a:gd name="T27" fmla="*/ 582271 h 852"/>
              <a:gd name="T28" fmla="*/ 136157 w 625"/>
              <a:gd name="T29" fmla="*/ 600270 h 852"/>
              <a:gd name="T30" fmla="*/ 122631 w 625"/>
              <a:gd name="T31" fmla="*/ 613770 h 852"/>
              <a:gd name="T32" fmla="*/ 199276 w 625"/>
              <a:gd name="T33" fmla="*/ 619169 h 852"/>
              <a:gd name="T34" fmla="*/ 119025 w 625"/>
              <a:gd name="T35" fmla="*/ 658767 h 852"/>
              <a:gd name="T36" fmla="*/ 218212 w 625"/>
              <a:gd name="T37" fmla="*/ 610170 h 852"/>
              <a:gd name="T38" fmla="*/ 218212 w 625"/>
              <a:gd name="T39" fmla="*/ 578671 h 852"/>
              <a:gd name="T40" fmla="*/ 99187 w 625"/>
              <a:gd name="T41" fmla="*/ 584971 h 852"/>
              <a:gd name="T42" fmla="*/ 192964 w 625"/>
              <a:gd name="T43" fmla="*/ 683966 h 852"/>
              <a:gd name="T44" fmla="*/ 192964 w 625"/>
              <a:gd name="T45" fmla="*/ 301485 h 852"/>
              <a:gd name="T46" fmla="*/ 136157 w 625"/>
              <a:gd name="T47" fmla="*/ 318584 h 852"/>
              <a:gd name="T48" fmla="*/ 155994 w 625"/>
              <a:gd name="T49" fmla="*/ 368982 h 852"/>
              <a:gd name="T50" fmla="*/ 119025 w 625"/>
              <a:gd name="T51" fmla="*/ 382481 h 852"/>
              <a:gd name="T52" fmla="*/ 192964 w 625"/>
              <a:gd name="T53" fmla="*/ 281686 h 852"/>
              <a:gd name="T54" fmla="*/ 99187 w 625"/>
              <a:gd name="T55" fmla="*/ 380681 h 852"/>
              <a:gd name="T56" fmla="*/ 217310 w 625"/>
              <a:gd name="T57" fmla="*/ 323084 h 852"/>
              <a:gd name="T58" fmla="*/ 216408 w 625"/>
              <a:gd name="T59" fmla="*/ 296985 h 852"/>
              <a:gd name="T60" fmla="*/ 199276 w 625"/>
              <a:gd name="T61" fmla="*/ 452678 h 852"/>
              <a:gd name="T62" fmla="*/ 122631 w 625"/>
              <a:gd name="T63" fmla="*/ 471577 h 852"/>
              <a:gd name="T64" fmla="*/ 199276 w 625"/>
              <a:gd name="T65" fmla="*/ 522874 h 852"/>
              <a:gd name="T66" fmla="*/ 218212 w 625"/>
              <a:gd name="T67" fmla="*/ 438278 h 852"/>
              <a:gd name="T68" fmla="*/ 99187 w 625"/>
              <a:gd name="T69" fmla="*/ 442778 h 852"/>
              <a:gd name="T70" fmla="*/ 199276 w 625"/>
              <a:gd name="T71" fmla="*/ 541773 h 852"/>
              <a:gd name="T72" fmla="*/ 260592 w 625"/>
              <a:gd name="T73" fmla="*/ 418479 h 852"/>
              <a:gd name="T74" fmla="*/ 294856 w 625"/>
              <a:gd name="T75" fmla="*/ 650668 h 852"/>
              <a:gd name="T76" fmla="*/ 452654 w 625"/>
              <a:gd name="T77" fmla="*/ 602070 h 852"/>
              <a:gd name="T78" fmla="*/ 288544 w 625"/>
              <a:gd name="T79" fmla="*/ 644368 h 852"/>
              <a:gd name="T80" fmla="*/ 452654 w 625"/>
              <a:gd name="T81" fmla="*/ 456277 h 852"/>
              <a:gd name="T82" fmla="*/ 288544 w 625"/>
              <a:gd name="T83" fmla="*/ 368982 h 852"/>
              <a:gd name="T84" fmla="*/ 288544 w 625"/>
              <a:gd name="T85" fmla="*/ 316784 h 852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625" h="852">
                <a:moveTo>
                  <a:pt x="48" y="224"/>
                </a:moveTo>
                <a:cubicBezTo>
                  <a:pt x="48" y="200"/>
                  <a:pt x="59" y="188"/>
                  <a:pt x="82" y="188"/>
                </a:cubicBezTo>
                <a:lnTo>
                  <a:pt x="82" y="138"/>
                </a:lnTo>
                <a:cubicBezTo>
                  <a:pt x="39" y="139"/>
                  <a:pt x="0" y="167"/>
                  <a:pt x="0" y="209"/>
                </a:cubicBezTo>
                <a:lnTo>
                  <a:pt x="0" y="783"/>
                </a:lnTo>
                <a:cubicBezTo>
                  <a:pt x="0" y="818"/>
                  <a:pt x="34" y="852"/>
                  <a:pt x="69" y="852"/>
                </a:cubicBezTo>
                <a:lnTo>
                  <a:pt x="556" y="852"/>
                </a:lnTo>
                <a:cubicBezTo>
                  <a:pt x="591" y="852"/>
                  <a:pt x="625" y="818"/>
                  <a:pt x="625" y="783"/>
                </a:cubicBezTo>
                <a:lnTo>
                  <a:pt x="625" y="209"/>
                </a:lnTo>
                <a:cubicBezTo>
                  <a:pt x="625" y="167"/>
                  <a:pt x="586" y="139"/>
                  <a:pt x="543" y="138"/>
                </a:cubicBezTo>
                <a:lnTo>
                  <a:pt x="543" y="188"/>
                </a:lnTo>
                <a:cubicBezTo>
                  <a:pt x="566" y="188"/>
                  <a:pt x="577" y="200"/>
                  <a:pt x="577" y="224"/>
                </a:cubicBezTo>
                <a:lnTo>
                  <a:pt x="577" y="768"/>
                </a:lnTo>
                <a:cubicBezTo>
                  <a:pt x="577" y="785"/>
                  <a:pt x="570" y="803"/>
                  <a:pt x="554" y="803"/>
                </a:cubicBezTo>
                <a:lnTo>
                  <a:pt x="71" y="803"/>
                </a:lnTo>
                <a:cubicBezTo>
                  <a:pt x="53" y="803"/>
                  <a:pt x="48" y="783"/>
                  <a:pt x="48" y="764"/>
                </a:cubicBezTo>
                <a:lnTo>
                  <a:pt x="48" y="224"/>
                </a:lnTo>
                <a:close/>
                <a:moveTo>
                  <a:pt x="270" y="91"/>
                </a:moveTo>
                <a:cubicBezTo>
                  <a:pt x="270" y="71"/>
                  <a:pt x="289" y="52"/>
                  <a:pt x="309" y="52"/>
                </a:cubicBezTo>
                <a:lnTo>
                  <a:pt x="316" y="52"/>
                </a:lnTo>
                <a:cubicBezTo>
                  <a:pt x="336" y="52"/>
                  <a:pt x="355" y="71"/>
                  <a:pt x="355" y="91"/>
                </a:cubicBezTo>
                <a:lnTo>
                  <a:pt x="355" y="95"/>
                </a:lnTo>
                <a:cubicBezTo>
                  <a:pt x="355" y="117"/>
                  <a:pt x="336" y="136"/>
                  <a:pt x="314" y="136"/>
                </a:cubicBezTo>
                <a:lnTo>
                  <a:pt x="311" y="136"/>
                </a:lnTo>
                <a:cubicBezTo>
                  <a:pt x="289" y="136"/>
                  <a:pt x="270" y="117"/>
                  <a:pt x="270" y="95"/>
                </a:cubicBezTo>
                <a:lnTo>
                  <a:pt x="270" y="91"/>
                </a:lnTo>
                <a:close/>
                <a:moveTo>
                  <a:pt x="218" y="93"/>
                </a:moveTo>
                <a:lnTo>
                  <a:pt x="149" y="93"/>
                </a:lnTo>
                <a:cubicBezTo>
                  <a:pt x="126" y="93"/>
                  <a:pt x="115" y="104"/>
                  <a:pt x="115" y="127"/>
                </a:cubicBezTo>
                <a:lnTo>
                  <a:pt x="115" y="216"/>
                </a:lnTo>
                <a:cubicBezTo>
                  <a:pt x="115" y="231"/>
                  <a:pt x="124" y="246"/>
                  <a:pt x="138" y="246"/>
                </a:cubicBezTo>
                <a:lnTo>
                  <a:pt x="487" y="246"/>
                </a:lnTo>
                <a:cubicBezTo>
                  <a:pt x="501" y="246"/>
                  <a:pt x="510" y="231"/>
                  <a:pt x="510" y="216"/>
                </a:cubicBezTo>
                <a:lnTo>
                  <a:pt x="510" y="127"/>
                </a:lnTo>
                <a:cubicBezTo>
                  <a:pt x="510" y="104"/>
                  <a:pt x="499" y="93"/>
                  <a:pt x="476" y="93"/>
                </a:cubicBezTo>
                <a:lnTo>
                  <a:pt x="407" y="93"/>
                </a:lnTo>
                <a:cubicBezTo>
                  <a:pt x="407" y="45"/>
                  <a:pt x="366" y="0"/>
                  <a:pt x="320" y="0"/>
                </a:cubicBezTo>
                <a:lnTo>
                  <a:pt x="305" y="0"/>
                </a:lnTo>
                <a:cubicBezTo>
                  <a:pt x="259" y="0"/>
                  <a:pt x="218" y="45"/>
                  <a:pt x="218" y="93"/>
                </a:cubicBezTo>
                <a:close/>
                <a:moveTo>
                  <a:pt x="132" y="654"/>
                </a:moveTo>
                <a:cubicBezTo>
                  <a:pt x="132" y="649"/>
                  <a:pt x="133" y="647"/>
                  <a:pt x="138" y="647"/>
                </a:cubicBezTo>
                <a:lnTo>
                  <a:pt x="221" y="647"/>
                </a:lnTo>
                <a:lnTo>
                  <a:pt x="221" y="654"/>
                </a:lnTo>
                <a:cubicBezTo>
                  <a:pt x="221" y="661"/>
                  <a:pt x="186" y="680"/>
                  <a:pt x="180" y="684"/>
                </a:cubicBezTo>
                <a:cubicBezTo>
                  <a:pt x="174" y="679"/>
                  <a:pt x="161" y="667"/>
                  <a:pt x="151" y="667"/>
                </a:cubicBezTo>
                <a:lnTo>
                  <a:pt x="149" y="667"/>
                </a:lnTo>
                <a:cubicBezTo>
                  <a:pt x="144" y="667"/>
                  <a:pt x="136" y="675"/>
                  <a:pt x="136" y="680"/>
                </a:cubicBezTo>
                <a:lnTo>
                  <a:pt x="136" y="682"/>
                </a:lnTo>
                <a:cubicBezTo>
                  <a:pt x="136" y="688"/>
                  <a:pt x="167" y="721"/>
                  <a:pt x="173" y="721"/>
                </a:cubicBezTo>
                <a:lnTo>
                  <a:pt x="175" y="721"/>
                </a:lnTo>
                <a:cubicBezTo>
                  <a:pt x="180" y="721"/>
                  <a:pt x="214" y="693"/>
                  <a:pt x="221" y="688"/>
                </a:cubicBezTo>
                <a:cubicBezTo>
                  <a:pt x="221" y="700"/>
                  <a:pt x="225" y="738"/>
                  <a:pt x="214" y="738"/>
                </a:cubicBezTo>
                <a:lnTo>
                  <a:pt x="138" y="738"/>
                </a:lnTo>
                <a:cubicBezTo>
                  <a:pt x="133" y="738"/>
                  <a:pt x="132" y="737"/>
                  <a:pt x="132" y="732"/>
                </a:cubicBezTo>
                <a:lnTo>
                  <a:pt x="132" y="654"/>
                </a:lnTo>
                <a:close/>
                <a:moveTo>
                  <a:pt x="214" y="760"/>
                </a:moveTo>
                <a:cubicBezTo>
                  <a:pt x="255" y="760"/>
                  <a:pt x="240" y="715"/>
                  <a:pt x="242" y="678"/>
                </a:cubicBezTo>
                <a:cubicBezTo>
                  <a:pt x="243" y="658"/>
                  <a:pt x="292" y="642"/>
                  <a:pt x="296" y="624"/>
                </a:cubicBezTo>
                <a:lnTo>
                  <a:pt x="290" y="624"/>
                </a:lnTo>
                <a:cubicBezTo>
                  <a:pt x="275" y="624"/>
                  <a:pt x="253" y="637"/>
                  <a:pt x="242" y="643"/>
                </a:cubicBezTo>
                <a:cubicBezTo>
                  <a:pt x="237" y="635"/>
                  <a:pt x="232" y="626"/>
                  <a:pt x="218" y="626"/>
                </a:cubicBezTo>
                <a:lnTo>
                  <a:pt x="134" y="626"/>
                </a:lnTo>
                <a:cubicBezTo>
                  <a:pt x="122" y="626"/>
                  <a:pt x="110" y="637"/>
                  <a:pt x="110" y="650"/>
                </a:cubicBezTo>
                <a:lnTo>
                  <a:pt x="110" y="736"/>
                </a:lnTo>
                <a:cubicBezTo>
                  <a:pt x="110" y="750"/>
                  <a:pt x="123" y="760"/>
                  <a:pt x="138" y="760"/>
                </a:cubicBezTo>
                <a:lnTo>
                  <a:pt x="214" y="760"/>
                </a:lnTo>
                <a:close/>
                <a:moveTo>
                  <a:pt x="132" y="341"/>
                </a:moveTo>
                <a:cubicBezTo>
                  <a:pt x="132" y="336"/>
                  <a:pt x="133" y="335"/>
                  <a:pt x="138" y="335"/>
                </a:cubicBezTo>
                <a:lnTo>
                  <a:pt x="214" y="335"/>
                </a:lnTo>
                <a:cubicBezTo>
                  <a:pt x="219" y="335"/>
                  <a:pt x="221" y="336"/>
                  <a:pt x="221" y="341"/>
                </a:cubicBezTo>
                <a:cubicBezTo>
                  <a:pt x="221" y="346"/>
                  <a:pt x="184" y="371"/>
                  <a:pt x="180" y="371"/>
                </a:cubicBezTo>
                <a:cubicBezTo>
                  <a:pt x="175" y="371"/>
                  <a:pt x="164" y="354"/>
                  <a:pt x="151" y="354"/>
                </a:cubicBezTo>
                <a:cubicBezTo>
                  <a:pt x="145" y="354"/>
                  <a:pt x="136" y="361"/>
                  <a:pt x="136" y="367"/>
                </a:cubicBezTo>
                <a:lnTo>
                  <a:pt x="136" y="369"/>
                </a:lnTo>
                <a:cubicBezTo>
                  <a:pt x="136" y="378"/>
                  <a:pt x="166" y="406"/>
                  <a:pt x="173" y="410"/>
                </a:cubicBezTo>
                <a:lnTo>
                  <a:pt x="221" y="376"/>
                </a:lnTo>
                <a:lnTo>
                  <a:pt x="221" y="425"/>
                </a:lnTo>
                <a:lnTo>
                  <a:pt x="132" y="425"/>
                </a:lnTo>
                <a:lnTo>
                  <a:pt x="132" y="341"/>
                </a:lnTo>
                <a:close/>
                <a:moveTo>
                  <a:pt x="240" y="330"/>
                </a:moveTo>
                <a:cubicBezTo>
                  <a:pt x="237" y="319"/>
                  <a:pt x="228" y="313"/>
                  <a:pt x="214" y="313"/>
                </a:cubicBezTo>
                <a:lnTo>
                  <a:pt x="138" y="313"/>
                </a:lnTo>
                <a:cubicBezTo>
                  <a:pt x="123" y="313"/>
                  <a:pt x="110" y="322"/>
                  <a:pt x="110" y="337"/>
                </a:cubicBezTo>
                <a:lnTo>
                  <a:pt x="110" y="423"/>
                </a:lnTo>
                <a:cubicBezTo>
                  <a:pt x="110" y="436"/>
                  <a:pt x="122" y="447"/>
                  <a:pt x="134" y="447"/>
                </a:cubicBezTo>
                <a:lnTo>
                  <a:pt x="218" y="447"/>
                </a:lnTo>
                <a:cubicBezTo>
                  <a:pt x="252" y="447"/>
                  <a:pt x="242" y="393"/>
                  <a:pt x="241" y="359"/>
                </a:cubicBezTo>
                <a:lnTo>
                  <a:pt x="296" y="313"/>
                </a:lnTo>
                <a:cubicBezTo>
                  <a:pt x="296" y="313"/>
                  <a:pt x="292" y="311"/>
                  <a:pt x="292" y="311"/>
                </a:cubicBezTo>
                <a:cubicBezTo>
                  <a:pt x="271" y="311"/>
                  <a:pt x="253" y="329"/>
                  <a:pt x="240" y="330"/>
                </a:cubicBezTo>
                <a:close/>
                <a:moveTo>
                  <a:pt x="132" y="492"/>
                </a:moveTo>
                <a:lnTo>
                  <a:pt x="221" y="492"/>
                </a:lnTo>
                <a:lnTo>
                  <a:pt x="221" y="503"/>
                </a:lnTo>
                <a:lnTo>
                  <a:pt x="180" y="529"/>
                </a:lnTo>
                <a:lnTo>
                  <a:pt x="152" y="508"/>
                </a:lnTo>
                <a:cubicBezTo>
                  <a:pt x="145" y="513"/>
                  <a:pt x="136" y="515"/>
                  <a:pt x="136" y="524"/>
                </a:cubicBezTo>
                <a:cubicBezTo>
                  <a:pt x="136" y="531"/>
                  <a:pt x="167" y="565"/>
                  <a:pt x="173" y="565"/>
                </a:cubicBezTo>
                <a:cubicBezTo>
                  <a:pt x="183" y="565"/>
                  <a:pt x="209" y="536"/>
                  <a:pt x="221" y="533"/>
                </a:cubicBezTo>
                <a:lnTo>
                  <a:pt x="221" y="581"/>
                </a:lnTo>
                <a:lnTo>
                  <a:pt x="132" y="581"/>
                </a:lnTo>
                <a:lnTo>
                  <a:pt x="132" y="492"/>
                </a:lnTo>
                <a:close/>
                <a:moveTo>
                  <a:pt x="242" y="487"/>
                </a:moveTo>
                <a:cubicBezTo>
                  <a:pt x="238" y="480"/>
                  <a:pt x="233" y="470"/>
                  <a:pt x="221" y="470"/>
                </a:cubicBezTo>
                <a:lnTo>
                  <a:pt x="132" y="470"/>
                </a:lnTo>
                <a:cubicBezTo>
                  <a:pt x="121" y="470"/>
                  <a:pt x="110" y="481"/>
                  <a:pt x="110" y="492"/>
                </a:cubicBezTo>
                <a:lnTo>
                  <a:pt x="110" y="581"/>
                </a:lnTo>
                <a:cubicBezTo>
                  <a:pt x="110" y="591"/>
                  <a:pt x="121" y="602"/>
                  <a:pt x="132" y="602"/>
                </a:cubicBezTo>
                <a:lnTo>
                  <a:pt x="221" y="602"/>
                </a:lnTo>
                <a:cubicBezTo>
                  <a:pt x="252" y="602"/>
                  <a:pt x="242" y="547"/>
                  <a:pt x="242" y="515"/>
                </a:cubicBezTo>
                <a:lnTo>
                  <a:pt x="296" y="469"/>
                </a:lnTo>
                <a:lnTo>
                  <a:pt x="289" y="465"/>
                </a:lnTo>
                <a:lnTo>
                  <a:pt x="242" y="487"/>
                </a:lnTo>
                <a:close/>
                <a:moveTo>
                  <a:pt x="320" y="716"/>
                </a:moveTo>
                <a:cubicBezTo>
                  <a:pt x="320" y="721"/>
                  <a:pt x="322" y="723"/>
                  <a:pt x="327" y="723"/>
                </a:cubicBezTo>
                <a:lnTo>
                  <a:pt x="495" y="723"/>
                </a:lnTo>
                <a:cubicBezTo>
                  <a:pt x="500" y="723"/>
                  <a:pt x="502" y="721"/>
                  <a:pt x="502" y="716"/>
                </a:cubicBezTo>
                <a:lnTo>
                  <a:pt x="502" y="669"/>
                </a:lnTo>
                <a:cubicBezTo>
                  <a:pt x="502" y="664"/>
                  <a:pt x="500" y="663"/>
                  <a:pt x="495" y="663"/>
                </a:cubicBezTo>
                <a:lnTo>
                  <a:pt x="320" y="663"/>
                </a:lnTo>
                <a:lnTo>
                  <a:pt x="320" y="716"/>
                </a:lnTo>
                <a:close/>
                <a:moveTo>
                  <a:pt x="320" y="565"/>
                </a:moveTo>
                <a:lnTo>
                  <a:pt x="502" y="565"/>
                </a:lnTo>
                <a:lnTo>
                  <a:pt x="502" y="507"/>
                </a:lnTo>
                <a:lnTo>
                  <a:pt x="320" y="507"/>
                </a:lnTo>
                <a:lnTo>
                  <a:pt x="320" y="565"/>
                </a:lnTo>
                <a:close/>
                <a:moveTo>
                  <a:pt x="320" y="410"/>
                </a:moveTo>
                <a:lnTo>
                  <a:pt x="452" y="410"/>
                </a:lnTo>
                <a:lnTo>
                  <a:pt x="452" y="352"/>
                </a:lnTo>
                <a:lnTo>
                  <a:pt x="320" y="352"/>
                </a:lnTo>
                <a:lnTo>
                  <a:pt x="320" y="4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36"/>
          <p:cNvSpPr>
            <a:spLocks noEditPoints="1"/>
          </p:cNvSpPr>
          <p:nvPr/>
        </p:nvSpPr>
        <p:spPr bwMode="auto">
          <a:xfrm>
            <a:off x="7999578" y="3566293"/>
            <a:ext cx="385592" cy="379581"/>
          </a:xfrm>
          <a:custGeom>
            <a:avLst/>
            <a:gdLst>
              <a:gd name="T0" fmla="*/ 188097 w 792"/>
              <a:gd name="T1" fmla="*/ 307152 h 779"/>
              <a:gd name="T2" fmla="*/ 249296 w 792"/>
              <a:gd name="T3" fmla="*/ 200865 h 779"/>
              <a:gd name="T4" fmla="*/ 350994 w 792"/>
              <a:gd name="T5" fmla="*/ 290938 h 779"/>
              <a:gd name="T6" fmla="*/ 264596 w 792"/>
              <a:gd name="T7" fmla="*/ 182850 h 779"/>
              <a:gd name="T8" fmla="*/ 350994 w 792"/>
              <a:gd name="T9" fmla="*/ 290938 h 779"/>
              <a:gd name="T10" fmla="*/ 350994 w 792"/>
              <a:gd name="T11" fmla="*/ 290938 h 779"/>
              <a:gd name="T12" fmla="*/ 420293 w 792"/>
              <a:gd name="T13" fmla="*/ 174743 h 779"/>
              <a:gd name="T14" fmla="*/ 442793 w 792"/>
              <a:gd name="T15" fmla="*/ 163034 h 779"/>
              <a:gd name="T16" fmla="*/ 445493 w 792"/>
              <a:gd name="T17" fmla="*/ 182850 h 779"/>
              <a:gd name="T18" fmla="*/ 439193 w 792"/>
              <a:gd name="T19" fmla="*/ 215276 h 779"/>
              <a:gd name="T20" fmla="*/ 418493 w 792"/>
              <a:gd name="T21" fmla="*/ 207170 h 779"/>
              <a:gd name="T22" fmla="*/ 393293 w 792"/>
              <a:gd name="T23" fmla="*/ 185552 h 779"/>
              <a:gd name="T24" fmla="*/ 410393 w 792"/>
              <a:gd name="T25" fmla="*/ 172942 h 779"/>
              <a:gd name="T26" fmla="*/ 442793 w 792"/>
              <a:gd name="T27" fmla="*/ 163034 h 779"/>
              <a:gd name="T28" fmla="*/ 337494 w 792"/>
              <a:gd name="T29" fmla="*/ 308953 h 779"/>
              <a:gd name="T30" fmla="*/ 325795 w 792"/>
              <a:gd name="T31" fmla="*/ 440461 h 779"/>
              <a:gd name="T32" fmla="*/ 371694 w 792"/>
              <a:gd name="T33" fmla="*/ 320663 h 779"/>
              <a:gd name="T34" fmla="*/ 280795 w 792"/>
              <a:gd name="T35" fmla="*/ 268420 h 779"/>
              <a:gd name="T36" fmla="*/ 246596 w 792"/>
              <a:gd name="T37" fmla="*/ 280130 h 779"/>
              <a:gd name="T38" fmla="*/ 292495 w 792"/>
              <a:gd name="T39" fmla="*/ 440461 h 779"/>
              <a:gd name="T40" fmla="*/ 280795 w 792"/>
              <a:gd name="T41" fmla="*/ 268420 h 779"/>
              <a:gd name="T42" fmla="*/ 416693 w 792"/>
              <a:gd name="T43" fmla="*/ 240497 h 779"/>
              <a:gd name="T44" fmla="*/ 404993 w 792"/>
              <a:gd name="T45" fmla="*/ 440461 h 779"/>
              <a:gd name="T46" fmla="*/ 450892 w 792"/>
              <a:gd name="T47" fmla="*/ 253107 h 779"/>
              <a:gd name="T48" fmla="*/ 201597 w 792"/>
              <a:gd name="T49" fmla="*/ 351288 h 779"/>
              <a:gd name="T50" fmla="*/ 167397 w 792"/>
              <a:gd name="T51" fmla="*/ 362997 h 779"/>
              <a:gd name="T52" fmla="*/ 213296 w 792"/>
              <a:gd name="T53" fmla="*/ 440461 h 779"/>
              <a:gd name="T54" fmla="*/ 201597 w 792"/>
              <a:gd name="T55" fmla="*/ 351288 h 779"/>
              <a:gd name="T56" fmla="*/ 122398 w 792"/>
              <a:gd name="T57" fmla="*/ 440461 h 779"/>
              <a:gd name="T58" fmla="*/ 110698 w 792"/>
              <a:gd name="T59" fmla="*/ 170240 h 779"/>
              <a:gd name="T60" fmla="*/ 134098 w 792"/>
              <a:gd name="T61" fmla="*/ 170240 h 779"/>
              <a:gd name="T62" fmla="*/ 477892 w 792"/>
              <a:gd name="T63" fmla="*/ 417042 h 779"/>
              <a:gd name="T64" fmla="*/ 477892 w 792"/>
              <a:gd name="T65" fmla="*/ 440461 h 779"/>
              <a:gd name="T66" fmla="*/ 110698 w 792"/>
              <a:gd name="T67" fmla="*/ 428751 h 779"/>
              <a:gd name="T68" fmla="*/ 477892 w 792"/>
              <a:gd name="T69" fmla="*/ 417042 h 779"/>
              <a:gd name="T70" fmla="*/ 611990 w 792"/>
              <a:gd name="T71" fmla="*/ 701675 h 779"/>
              <a:gd name="T72" fmla="*/ 436493 w 792"/>
              <a:gd name="T73" fmla="*/ 566564 h 779"/>
              <a:gd name="T74" fmla="*/ 0 w 792"/>
              <a:gd name="T75" fmla="*/ 299045 h 779"/>
              <a:gd name="T76" fmla="*/ 599390 w 792"/>
              <a:gd name="T77" fmla="*/ 299045 h 779"/>
              <a:gd name="T78" fmla="*/ 677689 w 792"/>
              <a:gd name="T79" fmla="*/ 544947 h 779"/>
              <a:gd name="T80" fmla="*/ 300595 w 792"/>
              <a:gd name="T81" fmla="*/ 561160 h 779"/>
              <a:gd name="T82" fmla="*/ 561591 w 792"/>
              <a:gd name="T83" fmla="*/ 299045 h 779"/>
              <a:gd name="T84" fmla="*/ 38699 w 792"/>
              <a:gd name="T85" fmla="*/ 299045 h 77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792" h="779">
                <a:moveTo>
                  <a:pt x="297" y="240"/>
                </a:moveTo>
                <a:lnTo>
                  <a:pt x="209" y="341"/>
                </a:lnTo>
                <a:lnTo>
                  <a:pt x="188" y="323"/>
                </a:lnTo>
                <a:lnTo>
                  <a:pt x="277" y="223"/>
                </a:lnTo>
                <a:lnTo>
                  <a:pt x="297" y="240"/>
                </a:lnTo>
                <a:close/>
                <a:moveTo>
                  <a:pt x="390" y="323"/>
                </a:moveTo>
                <a:lnTo>
                  <a:pt x="276" y="224"/>
                </a:lnTo>
                <a:lnTo>
                  <a:pt x="294" y="203"/>
                </a:lnTo>
                <a:lnTo>
                  <a:pt x="408" y="303"/>
                </a:lnTo>
                <a:lnTo>
                  <a:pt x="390" y="323"/>
                </a:lnTo>
                <a:close/>
                <a:moveTo>
                  <a:pt x="487" y="212"/>
                </a:moveTo>
                <a:lnTo>
                  <a:pt x="390" y="323"/>
                </a:lnTo>
                <a:lnTo>
                  <a:pt x="369" y="305"/>
                </a:lnTo>
                <a:lnTo>
                  <a:pt x="467" y="194"/>
                </a:lnTo>
                <a:lnTo>
                  <a:pt x="487" y="212"/>
                </a:lnTo>
                <a:close/>
                <a:moveTo>
                  <a:pt x="492" y="181"/>
                </a:moveTo>
                <a:cubicBezTo>
                  <a:pt x="497" y="179"/>
                  <a:pt x="500" y="182"/>
                  <a:pt x="499" y="187"/>
                </a:cubicBezTo>
                <a:lnTo>
                  <a:pt x="495" y="203"/>
                </a:lnTo>
                <a:cubicBezTo>
                  <a:pt x="494" y="209"/>
                  <a:pt x="492" y="217"/>
                  <a:pt x="491" y="222"/>
                </a:cubicBezTo>
                <a:lnTo>
                  <a:pt x="488" y="239"/>
                </a:lnTo>
                <a:cubicBezTo>
                  <a:pt x="487" y="244"/>
                  <a:pt x="483" y="245"/>
                  <a:pt x="479" y="242"/>
                </a:cubicBezTo>
                <a:lnTo>
                  <a:pt x="465" y="230"/>
                </a:lnTo>
                <a:cubicBezTo>
                  <a:pt x="461" y="227"/>
                  <a:pt x="455" y="221"/>
                  <a:pt x="451" y="217"/>
                </a:cubicBezTo>
                <a:lnTo>
                  <a:pt x="437" y="206"/>
                </a:lnTo>
                <a:cubicBezTo>
                  <a:pt x="433" y="202"/>
                  <a:pt x="434" y="198"/>
                  <a:pt x="439" y="197"/>
                </a:cubicBezTo>
                <a:lnTo>
                  <a:pt x="456" y="192"/>
                </a:lnTo>
                <a:cubicBezTo>
                  <a:pt x="461" y="190"/>
                  <a:pt x="470" y="187"/>
                  <a:pt x="475" y="186"/>
                </a:cubicBezTo>
                <a:lnTo>
                  <a:pt x="492" y="181"/>
                </a:lnTo>
                <a:close/>
                <a:moveTo>
                  <a:pt x="400" y="343"/>
                </a:moveTo>
                <a:lnTo>
                  <a:pt x="375" y="343"/>
                </a:lnTo>
                <a:cubicBezTo>
                  <a:pt x="368" y="343"/>
                  <a:pt x="362" y="349"/>
                  <a:pt x="362" y="356"/>
                </a:cubicBezTo>
                <a:lnTo>
                  <a:pt x="362" y="489"/>
                </a:lnTo>
                <a:lnTo>
                  <a:pt x="413" y="489"/>
                </a:lnTo>
                <a:lnTo>
                  <a:pt x="413" y="356"/>
                </a:lnTo>
                <a:cubicBezTo>
                  <a:pt x="413" y="349"/>
                  <a:pt x="407" y="343"/>
                  <a:pt x="400" y="343"/>
                </a:cubicBezTo>
                <a:close/>
                <a:moveTo>
                  <a:pt x="312" y="298"/>
                </a:moveTo>
                <a:lnTo>
                  <a:pt x="287" y="298"/>
                </a:lnTo>
                <a:cubicBezTo>
                  <a:pt x="280" y="298"/>
                  <a:pt x="274" y="304"/>
                  <a:pt x="274" y="311"/>
                </a:cubicBezTo>
                <a:lnTo>
                  <a:pt x="274" y="489"/>
                </a:lnTo>
                <a:lnTo>
                  <a:pt x="325" y="489"/>
                </a:lnTo>
                <a:lnTo>
                  <a:pt x="325" y="311"/>
                </a:lnTo>
                <a:cubicBezTo>
                  <a:pt x="325" y="304"/>
                  <a:pt x="319" y="298"/>
                  <a:pt x="312" y="298"/>
                </a:cubicBezTo>
                <a:close/>
                <a:moveTo>
                  <a:pt x="488" y="267"/>
                </a:moveTo>
                <a:lnTo>
                  <a:pt x="463" y="267"/>
                </a:lnTo>
                <a:cubicBezTo>
                  <a:pt x="456" y="267"/>
                  <a:pt x="450" y="273"/>
                  <a:pt x="450" y="281"/>
                </a:cubicBezTo>
                <a:lnTo>
                  <a:pt x="450" y="489"/>
                </a:lnTo>
                <a:lnTo>
                  <a:pt x="501" y="489"/>
                </a:lnTo>
                <a:lnTo>
                  <a:pt x="501" y="281"/>
                </a:lnTo>
                <a:cubicBezTo>
                  <a:pt x="501" y="273"/>
                  <a:pt x="495" y="267"/>
                  <a:pt x="488" y="267"/>
                </a:cubicBezTo>
                <a:close/>
                <a:moveTo>
                  <a:pt x="224" y="390"/>
                </a:moveTo>
                <a:lnTo>
                  <a:pt x="200" y="390"/>
                </a:lnTo>
                <a:cubicBezTo>
                  <a:pt x="192" y="390"/>
                  <a:pt x="186" y="396"/>
                  <a:pt x="186" y="403"/>
                </a:cubicBezTo>
                <a:lnTo>
                  <a:pt x="186" y="489"/>
                </a:lnTo>
                <a:lnTo>
                  <a:pt x="237" y="489"/>
                </a:lnTo>
                <a:lnTo>
                  <a:pt x="237" y="403"/>
                </a:lnTo>
                <a:cubicBezTo>
                  <a:pt x="237" y="396"/>
                  <a:pt x="231" y="390"/>
                  <a:pt x="224" y="390"/>
                </a:cubicBezTo>
                <a:close/>
                <a:moveTo>
                  <a:pt x="149" y="476"/>
                </a:moveTo>
                <a:cubicBezTo>
                  <a:pt x="149" y="483"/>
                  <a:pt x="144" y="489"/>
                  <a:pt x="136" y="489"/>
                </a:cubicBezTo>
                <a:cubicBezTo>
                  <a:pt x="129" y="489"/>
                  <a:pt x="123" y="483"/>
                  <a:pt x="123" y="476"/>
                </a:cubicBezTo>
                <a:lnTo>
                  <a:pt x="123" y="189"/>
                </a:lnTo>
                <a:cubicBezTo>
                  <a:pt x="123" y="182"/>
                  <a:pt x="129" y="176"/>
                  <a:pt x="136" y="176"/>
                </a:cubicBezTo>
                <a:cubicBezTo>
                  <a:pt x="143" y="176"/>
                  <a:pt x="149" y="182"/>
                  <a:pt x="149" y="189"/>
                </a:cubicBezTo>
                <a:lnTo>
                  <a:pt x="149" y="476"/>
                </a:lnTo>
                <a:close/>
                <a:moveTo>
                  <a:pt x="531" y="463"/>
                </a:moveTo>
                <a:cubicBezTo>
                  <a:pt x="538" y="463"/>
                  <a:pt x="544" y="469"/>
                  <a:pt x="544" y="476"/>
                </a:cubicBezTo>
                <a:cubicBezTo>
                  <a:pt x="544" y="483"/>
                  <a:pt x="538" y="489"/>
                  <a:pt x="531" y="489"/>
                </a:cubicBezTo>
                <a:lnTo>
                  <a:pt x="136" y="489"/>
                </a:lnTo>
                <a:cubicBezTo>
                  <a:pt x="129" y="489"/>
                  <a:pt x="123" y="483"/>
                  <a:pt x="123" y="476"/>
                </a:cubicBezTo>
                <a:cubicBezTo>
                  <a:pt x="123" y="469"/>
                  <a:pt x="129" y="463"/>
                  <a:pt x="136" y="463"/>
                </a:cubicBezTo>
                <a:lnTo>
                  <a:pt x="531" y="463"/>
                </a:lnTo>
                <a:close/>
                <a:moveTo>
                  <a:pt x="753" y="750"/>
                </a:moveTo>
                <a:cubicBezTo>
                  <a:pt x="732" y="770"/>
                  <a:pt x="706" y="779"/>
                  <a:pt x="680" y="779"/>
                </a:cubicBezTo>
                <a:cubicBezTo>
                  <a:pt x="654" y="779"/>
                  <a:pt x="628" y="770"/>
                  <a:pt x="608" y="750"/>
                </a:cubicBezTo>
                <a:lnTo>
                  <a:pt x="485" y="629"/>
                </a:lnTo>
                <a:cubicBezTo>
                  <a:pt x="440" y="653"/>
                  <a:pt x="388" y="666"/>
                  <a:pt x="334" y="666"/>
                </a:cubicBezTo>
                <a:cubicBezTo>
                  <a:pt x="149" y="666"/>
                  <a:pt x="0" y="517"/>
                  <a:pt x="0" y="332"/>
                </a:cubicBezTo>
                <a:cubicBezTo>
                  <a:pt x="0" y="149"/>
                  <a:pt x="149" y="0"/>
                  <a:pt x="334" y="0"/>
                </a:cubicBezTo>
                <a:cubicBezTo>
                  <a:pt x="517" y="0"/>
                  <a:pt x="666" y="149"/>
                  <a:pt x="666" y="332"/>
                </a:cubicBezTo>
                <a:cubicBezTo>
                  <a:pt x="666" y="387"/>
                  <a:pt x="653" y="439"/>
                  <a:pt x="630" y="484"/>
                </a:cubicBezTo>
                <a:lnTo>
                  <a:pt x="753" y="605"/>
                </a:lnTo>
                <a:cubicBezTo>
                  <a:pt x="792" y="645"/>
                  <a:pt x="792" y="709"/>
                  <a:pt x="753" y="750"/>
                </a:cubicBezTo>
                <a:close/>
                <a:moveTo>
                  <a:pt x="334" y="623"/>
                </a:moveTo>
                <a:lnTo>
                  <a:pt x="334" y="623"/>
                </a:lnTo>
                <a:cubicBezTo>
                  <a:pt x="494" y="623"/>
                  <a:pt x="624" y="493"/>
                  <a:pt x="624" y="332"/>
                </a:cubicBezTo>
                <a:cubicBezTo>
                  <a:pt x="624" y="172"/>
                  <a:pt x="494" y="42"/>
                  <a:pt x="334" y="42"/>
                </a:cubicBezTo>
                <a:cubicBezTo>
                  <a:pt x="173" y="42"/>
                  <a:pt x="43" y="172"/>
                  <a:pt x="43" y="332"/>
                </a:cubicBezTo>
                <a:cubicBezTo>
                  <a:pt x="43" y="493"/>
                  <a:pt x="173" y="623"/>
                  <a:pt x="334" y="6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37"/>
          <p:cNvSpPr>
            <a:spLocks noEditPoints="1"/>
          </p:cNvSpPr>
          <p:nvPr/>
        </p:nvSpPr>
        <p:spPr bwMode="auto">
          <a:xfrm>
            <a:off x="10530941" y="3631142"/>
            <a:ext cx="356394" cy="352959"/>
          </a:xfrm>
          <a:custGeom>
            <a:avLst/>
            <a:gdLst>
              <a:gd name="T0" fmla="*/ 594912 w 732"/>
              <a:gd name="T1" fmla="*/ 562343 h 724"/>
              <a:gd name="T2" fmla="*/ 526510 w 732"/>
              <a:gd name="T3" fmla="*/ 562343 h 724"/>
              <a:gd name="T4" fmla="*/ 431109 w 732"/>
              <a:gd name="T5" fmla="*/ 379401 h 724"/>
              <a:gd name="T6" fmla="*/ 421208 w 732"/>
              <a:gd name="T7" fmla="*/ 415449 h 724"/>
              <a:gd name="T8" fmla="*/ 369007 w 732"/>
              <a:gd name="T9" fmla="*/ 455101 h 724"/>
              <a:gd name="T10" fmla="*/ 540011 w 732"/>
              <a:gd name="T11" fmla="*/ 644351 h 724"/>
              <a:gd name="T12" fmla="*/ 649813 w 732"/>
              <a:gd name="T13" fmla="*/ 570454 h 724"/>
              <a:gd name="T14" fmla="*/ 568811 w 732"/>
              <a:gd name="T15" fmla="*/ 486643 h 724"/>
              <a:gd name="T16" fmla="*/ 449109 w 732"/>
              <a:gd name="T17" fmla="*/ 388413 h 724"/>
              <a:gd name="T18" fmla="*/ 237605 w 732"/>
              <a:gd name="T19" fmla="*/ 231606 h 724"/>
              <a:gd name="T20" fmla="*/ 273605 w 732"/>
              <a:gd name="T21" fmla="*/ 221693 h 724"/>
              <a:gd name="T22" fmla="*/ 283506 w 732"/>
              <a:gd name="T23" fmla="*/ 186546 h 724"/>
              <a:gd name="T24" fmla="*/ 292506 w 732"/>
              <a:gd name="T25" fmla="*/ 153202 h 724"/>
              <a:gd name="T26" fmla="*/ 126903 w 732"/>
              <a:gd name="T27" fmla="*/ 14419 h 724"/>
              <a:gd name="T28" fmla="*/ 104402 w 732"/>
              <a:gd name="T29" fmla="*/ 184744 h 724"/>
              <a:gd name="T30" fmla="*/ 900 w 732"/>
              <a:gd name="T31" fmla="*/ 141487 h 724"/>
              <a:gd name="T32" fmla="*/ 196204 w 732"/>
              <a:gd name="T33" fmla="*/ 281171 h 724"/>
              <a:gd name="T34" fmla="*/ 221404 w 732"/>
              <a:gd name="T35" fmla="*/ 248729 h 724"/>
              <a:gd name="T36" fmla="*/ 634513 w 732"/>
              <a:gd name="T37" fmla="*/ 63985 h 724"/>
              <a:gd name="T38" fmla="*/ 546311 w 732"/>
              <a:gd name="T39" fmla="*/ 0 h 724"/>
              <a:gd name="T40" fmla="*/ 309606 w 732"/>
              <a:gd name="T41" fmla="*/ 211780 h 724"/>
              <a:gd name="T42" fmla="*/ 275405 w 732"/>
              <a:gd name="T43" fmla="*/ 260444 h 724"/>
              <a:gd name="T44" fmla="*/ 246605 w 732"/>
              <a:gd name="T45" fmla="*/ 274863 h 724"/>
              <a:gd name="T46" fmla="*/ 250205 w 732"/>
              <a:gd name="T47" fmla="*/ 364982 h 724"/>
              <a:gd name="T48" fmla="*/ 58501 w 732"/>
              <a:gd name="T49" fmla="*/ 530801 h 724"/>
              <a:gd name="T50" fmla="*/ 37801 w 732"/>
              <a:gd name="T51" fmla="*/ 652462 h 724"/>
              <a:gd name="T52" fmla="*/ 136803 w 732"/>
              <a:gd name="T53" fmla="*/ 553331 h 724"/>
              <a:gd name="T54" fmla="*/ 291606 w 732"/>
              <a:gd name="T55" fmla="*/ 406437 h 724"/>
              <a:gd name="T56" fmla="*/ 378907 w 732"/>
              <a:gd name="T57" fmla="*/ 406437 h 724"/>
              <a:gd name="T58" fmla="*/ 404108 w 732"/>
              <a:gd name="T59" fmla="*/ 352366 h 724"/>
              <a:gd name="T60" fmla="*/ 441009 w 732"/>
              <a:gd name="T61" fmla="*/ 344255 h 724"/>
              <a:gd name="T62" fmla="*/ 634513 w 732"/>
              <a:gd name="T63" fmla="*/ 63985 h 724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732" h="724">
                <a:moveTo>
                  <a:pt x="623" y="586"/>
                </a:moveTo>
                <a:cubicBezTo>
                  <a:pt x="644" y="586"/>
                  <a:pt x="661" y="603"/>
                  <a:pt x="661" y="624"/>
                </a:cubicBezTo>
                <a:cubicBezTo>
                  <a:pt x="661" y="645"/>
                  <a:pt x="644" y="662"/>
                  <a:pt x="623" y="662"/>
                </a:cubicBezTo>
                <a:cubicBezTo>
                  <a:pt x="602" y="662"/>
                  <a:pt x="585" y="645"/>
                  <a:pt x="585" y="624"/>
                </a:cubicBezTo>
                <a:cubicBezTo>
                  <a:pt x="585" y="603"/>
                  <a:pt x="602" y="586"/>
                  <a:pt x="623" y="586"/>
                </a:cubicBezTo>
                <a:close/>
                <a:moveTo>
                  <a:pt x="479" y="421"/>
                </a:moveTo>
                <a:lnTo>
                  <a:pt x="489" y="441"/>
                </a:lnTo>
                <a:lnTo>
                  <a:pt x="468" y="461"/>
                </a:lnTo>
                <a:lnTo>
                  <a:pt x="449" y="480"/>
                </a:lnTo>
                <a:cubicBezTo>
                  <a:pt x="438" y="491"/>
                  <a:pt x="425" y="500"/>
                  <a:pt x="410" y="505"/>
                </a:cubicBezTo>
                <a:lnTo>
                  <a:pt x="539" y="633"/>
                </a:lnTo>
                <a:lnTo>
                  <a:pt x="600" y="715"/>
                </a:lnTo>
                <a:lnTo>
                  <a:pt x="632" y="724"/>
                </a:lnTo>
                <a:lnTo>
                  <a:pt x="722" y="633"/>
                </a:lnTo>
                <a:lnTo>
                  <a:pt x="713" y="600"/>
                </a:lnTo>
                <a:lnTo>
                  <a:pt x="632" y="540"/>
                </a:lnTo>
                <a:lnTo>
                  <a:pt x="511" y="419"/>
                </a:lnTo>
                <a:lnTo>
                  <a:pt x="499" y="431"/>
                </a:lnTo>
                <a:lnTo>
                  <a:pt x="479" y="421"/>
                </a:lnTo>
                <a:close/>
                <a:moveTo>
                  <a:pt x="264" y="257"/>
                </a:moveTo>
                <a:lnTo>
                  <a:pt x="285" y="237"/>
                </a:lnTo>
                <a:lnTo>
                  <a:pt x="304" y="246"/>
                </a:lnTo>
                <a:lnTo>
                  <a:pt x="294" y="227"/>
                </a:lnTo>
                <a:lnTo>
                  <a:pt x="315" y="207"/>
                </a:lnTo>
                <a:lnTo>
                  <a:pt x="317" y="205"/>
                </a:lnTo>
                <a:cubicBezTo>
                  <a:pt x="322" y="193"/>
                  <a:pt x="325" y="181"/>
                  <a:pt x="325" y="170"/>
                </a:cubicBezTo>
                <a:cubicBezTo>
                  <a:pt x="325" y="84"/>
                  <a:pt x="242" y="0"/>
                  <a:pt x="156" y="1"/>
                </a:cubicBezTo>
                <a:cubicBezTo>
                  <a:pt x="156" y="1"/>
                  <a:pt x="146" y="11"/>
                  <a:pt x="141" y="16"/>
                </a:cubicBezTo>
                <a:cubicBezTo>
                  <a:pt x="210" y="85"/>
                  <a:pt x="204" y="74"/>
                  <a:pt x="204" y="116"/>
                </a:cubicBezTo>
                <a:cubicBezTo>
                  <a:pt x="204" y="151"/>
                  <a:pt x="149" y="205"/>
                  <a:pt x="116" y="205"/>
                </a:cubicBezTo>
                <a:cubicBezTo>
                  <a:pt x="72" y="205"/>
                  <a:pt x="86" y="212"/>
                  <a:pt x="16" y="142"/>
                </a:cubicBezTo>
                <a:cubicBezTo>
                  <a:pt x="10" y="147"/>
                  <a:pt x="1" y="157"/>
                  <a:pt x="1" y="157"/>
                </a:cubicBezTo>
                <a:cubicBezTo>
                  <a:pt x="2" y="243"/>
                  <a:pt x="83" y="325"/>
                  <a:pt x="169" y="325"/>
                </a:cubicBezTo>
                <a:cubicBezTo>
                  <a:pt x="185" y="325"/>
                  <a:pt x="201" y="320"/>
                  <a:pt x="218" y="312"/>
                </a:cubicBezTo>
                <a:lnTo>
                  <a:pt x="221" y="315"/>
                </a:lnTo>
                <a:cubicBezTo>
                  <a:pt x="226" y="301"/>
                  <a:pt x="234" y="288"/>
                  <a:pt x="246" y="276"/>
                </a:cubicBezTo>
                <a:lnTo>
                  <a:pt x="264" y="257"/>
                </a:lnTo>
                <a:close/>
                <a:moveTo>
                  <a:pt x="705" y="71"/>
                </a:moveTo>
                <a:lnTo>
                  <a:pt x="655" y="20"/>
                </a:lnTo>
                <a:cubicBezTo>
                  <a:pt x="642" y="7"/>
                  <a:pt x="624" y="0"/>
                  <a:pt x="607" y="0"/>
                </a:cubicBezTo>
                <a:cubicBezTo>
                  <a:pt x="589" y="0"/>
                  <a:pt x="572" y="7"/>
                  <a:pt x="558" y="20"/>
                </a:cubicBezTo>
                <a:lnTo>
                  <a:pt x="344" y="235"/>
                </a:lnTo>
                <a:cubicBezTo>
                  <a:pt x="350" y="248"/>
                  <a:pt x="345" y="267"/>
                  <a:pt x="335" y="277"/>
                </a:cubicBezTo>
                <a:cubicBezTo>
                  <a:pt x="328" y="284"/>
                  <a:pt x="317" y="289"/>
                  <a:pt x="306" y="289"/>
                </a:cubicBezTo>
                <a:cubicBezTo>
                  <a:pt x="302" y="289"/>
                  <a:pt x="297" y="288"/>
                  <a:pt x="293" y="286"/>
                </a:cubicBezTo>
                <a:lnTo>
                  <a:pt x="274" y="305"/>
                </a:lnTo>
                <a:cubicBezTo>
                  <a:pt x="247" y="331"/>
                  <a:pt x="247" y="375"/>
                  <a:pt x="274" y="401"/>
                </a:cubicBezTo>
                <a:lnTo>
                  <a:pt x="278" y="405"/>
                </a:lnTo>
                <a:lnTo>
                  <a:pt x="110" y="572"/>
                </a:lnTo>
                <a:lnTo>
                  <a:pt x="65" y="589"/>
                </a:lnTo>
                <a:lnTo>
                  <a:pt x="0" y="682"/>
                </a:lnTo>
                <a:lnTo>
                  <a:pt x="42" y="724"/>
                </a:lnTo>
                <a:lnTo>
                  <a:pt x="135" y="659"/>
                </a:lnTo>
                <a:lnTo>
                  <a:pt x="152" y="614"/>
                </a:lnTo>
                <a:lnTo>
                  <a:pt x="319" y="447"/>
                </a:lnTo>
                <a:lnTo>
                  <a:pt x="324" y="451"/>
                </a:lnTo>
                <a:cubicBezTo>
                  <a:pt x="338" y="465"/>
                  <a:pt x="355" y="471"/>
                  <a:pt x="373" y="471"/>
                </a:cubicBezTo>
                <a:cubicBezTo>
                  <a:pt x="390" y="471"/>
                  <a:pt x="408" y="465"/>
                  <a:pt x="421" y="451"/>
                </a:cubicBezTo>
                <a:lnTo>
                  <a:pt x="440" y="433"/>
                </a:lnTo>
                <a:cubicBezTo>
                  <a:pt x="434" y="420"/>
                  <a:pt x="438" y="401"/>
                  <a:pt x="449" y="391"/>
                </a:cubicBezTo>
                <a:cubicBezTo>
                  <a:pt x="456" y="384"/>
                  <a:pt x="467" y="379"/>
                  <a:pt x="477" y="379"/>
                </a:cubicBezTo>
                <a:cubicBezTo>
                  <a:pt x="482" y="379"/>
                  <a:pt x="487" y="380"/>
                  <a:pt x="490" y="382"/>
                </a:cubicBezTo>
                <a:lnTo>
                  <a:pt x="705" y="167"/>
                </a:lnTo>
                <a:cubicBezTo>
                  <a:pt x="732" y="140"/>
                  <a:pt x="732" y="97"/>
                  <a:pt x="705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对照评分表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WEIGHTS, NOT MULTIPLIERS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97554" y="2862491"/>
            <a:ext cx="11796891" cy="2290467"/>
            <a:chOff x="806609" y="3509755"/>
            <a:chExt cx="10343040" cy="2008187"/>
          </a:xfrm>
        </p:grpSpPr>
        <p:grpSp>
          <p:nvGrpSpPr>
            <p:cNvPr id="24" name="组合 44"/>
            <p:cNvGrpSpPr/>
            <p:nvPr/>
          </p:nvGrpSpPr>
          <p:grpSpPr bwMode="auto">
            <a:xfrm>
              <a:off x="806609" y="3532106"/>
              <a:ext cx="10343040" cy="1959292"/>
              <a:chOff x="1278168" y="2752056"/>
              <a:chExt cx="9402532" cy="1781844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2406852" y="3641390"/>
                <a:ext cx="1785894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sp>
            <p:nvSpPr>
              <p:cNvPr id="30" name="椭圆 28"/>
              <p:cNvSpPr/>
              <p:nvPr/>
            </p:nvSpPr>
            <p:spPr>
              <a:xfrm flipV="1">
                <a:off x="4191159" y="2752056"/>
                <a:ext cx="1785894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sp>
            <p:nvSpPr>
              <p:cNvPr id="31" name="椭圆 28"/>
              <p:cNvSpPr/>
              <p:nvPr/>
            </p:nvSpPr>
            <p:spPr>
              <a:xfrm>
                <a:off x="5978640" y="3641390"/>
                <a:ext cx="1785894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sp>
            <p:nvSpPr>
              <p:cNvPr id="32" name="椭圆 28"/>
              <p:cNvSpPr/>
              <p:nvPr/>
            </p:nvSpPr>
            <p:spPr>
              <a:xfrm flipV="1">
                <a:off x="7764534" y="2752056"/>
                <a:ext cx="1785893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>
                <a:off x="9552016" y="3641390"/>
                <a:ext cx="1128684" cy="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1278168" y="3642979"/>
                <a:ext cx="1128684" cy="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矩形 24"/>
            <p:cNvSpPr/>
            <p:nvPr/>
          </p:nvSpPr>
          <p:spPr>
            <a:xfrm rot="16200000">
              <a:off x="1999648" y="3520930"/>
              <a:ext cx="1997011" cy="19970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 rot="16200000">
              <a:off x="3984040" y="3509754"/>
              <a:ext cx="1997012" cy="19970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 rot="14400000">
              <a:off x="5973765" y="3518135"/>
              <a:ext cx="1997012" cy="19970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 rot="10800000">
              <a:off x="7930612" y="3516740"/>
              <a:ext cx="1997013" cy="19970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</p:grpSp>
      <p:sp>
        <p:nvSpPr>
          <p:cNvPr id="8" name="椭圆 7"/>
          <p:cNvSpPr/>
          <p:nvPr/>
        </p:nvSpPr>
        <p:spPr>
          <a:xfrm>
            <a:off x="4123211" y="3134956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solidFill>
                <a:srgbClr val="84AEF7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1876564" y="3126990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600" dirty="0">
              <a:solidFill>
                <a:srgbClr val="84AEF7"/>
              </a:solidFill>
              <a:latin typeface="Chelsea" panose="02000500000000000000" pitchFamily="2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357910" y="3126990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solidFill>
                <a:srgbClr val="84AEF7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8606548" y="3134956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solidFill>
                <a:srgbClr val="84AEF7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07133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11:14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344103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12:03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608449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12:22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832044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13:21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389590" y="180291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 全量。服务端构建。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684254" y="515295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deploy vpn。带上 93 vpn-auth。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101326" y="180291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accept 通过。管理端先卡验证码。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395990" y="515295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对照升级窗。客户端只对照，不等于 PHASE2。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Freeform 34"/>
          <p:cNvSpPr>
            <a:spLocks noEditPoints="1"/>
          </p:cNvSpPr>
          <p:nvPr/>
        </p:nvSpPr>
        <p:spPr bwMode="auto">
          <a:xfrm>
            <a:off x="2543437" y="3404226"/>
            <a:ext cx="345230" cy="469753"/>
          </a:xfrm>
          <a:custGeom>
            <a:avLst/>
            <a:gdLst>
              <a:gd name="T0" fmla="*/ 128715 w 709"/>
              <a:gd name="T1" fmla="*/ 322149 h 965"/>
              <a:gd name="T2" fmla="*/ 196223 w 709"/>
              <a:gd name="T3" fmla="*/ 480524 h 965"/>
              <a:gd name="T4" fmla="*/ 251130 w 709"/>
              <a:gd name="T5" fmla="*/ 607403 h 965"/>
              <a:gd name="T6" fmla="*/ 374444 w 709"/>
              <a:gd name="T7" fmla="*/ 611003 h 965"/>
              <a:gd name="T8" fmla="*/ 401447 w 709"/>
              <a:gd name="T9" fmla="*/ 560611 h 965"/>
              <a:gd name="T10" fmla="*/ 469855 w 709"/>
              <a:gd name="T11" fmla="*/ 432831 h 965"/>
              <a:gd name="T12" fmla="*/ 319538 w 709"/>
              <a:gd name="T13" fmla="*/ 132279 h 965"/>
              <a:gd name="T14" fmla="*/ 264631 w 709"/>
              <a:gd name="T15" fmla="*/ 650597 h 965"/>
              <a:gd name="T16" fmla="*/ 201624 w 709"/>
              <a:gd name="T17" fmla="*/ 578608 h 965"/>
              <a:gd name="T18" fmla="*/ 135916 w 709"/>
              <a:gd name="T19" fmla="*/ 455328 h 965"/>
              <a:gd name="T20" fmla="*/ 319538 w 709"/>
              <a:gd name="T21" fmla="*/ 91785 h 965"/>
              <a:gd name="T22" fmla="*/ 503159 w 709"/>
              <a:gd name="T23" fmla="*/ 455328 h 965"/>
              <a:gd name="T24" fmla="*/ 436551 w 709"/>
              <a:gd name="T25" fmla="*/ 578608 h 965"/>
              <a:gd name="T26" fmla="*/ 374444 w 709"/>
              <a:gd name="T27" fmla="*/ 650597 h 965"/>
              <a:gd name="T28" fmla="*/ 228627 w 709"/>
              <a:gd name="T29" fmla="*/ 778376 h 965"/>
              <a:gd name="T30" fmla="*/ 383445 w 709"/>
              <a:gd name="T31" fmla="*/ 807172 h 965"/>
              <a:gd name="T32" fmla="*/ 383445 w 709"/>
              <a:gd name="T33" fmla="*/ 748681 h 965"/>
              <a:gd name="T34" fmla="*/ 246629 w 709"/>
              <a:gd name="T35" fmla="*/ 796373 h 965"/>
              <a:gd name="T36" fmla="*/ 395146 w 709"/>
              <a:gd name="T37" fmla="*/ 796373 h 965"/>
              <a:gd name="T38" fmla="*/ 413149 w 709"/>
              <a:gd name="T39" fmla="*/ 778376 h 965"/>
              <a:gd name="T40" fmla="*/ 228627 w 709"/>
              <a:gd name="T41" fmla="*/ 685691 h 965"/>
              <a:gd name="T42" fmla="*/ 413149 w 709"/>
              <a:gd name="T43" fmla="*/ 778376 h 965"/>
              <a:gd name="T44" fmla="*/ 411348 w 709"/>
              <a:gd name="T45" fmla="*/ 362642 h 965"/>
              <a:gd name="T46" fmla="*/ 349241 w 709"/>
              <a:gd name="T47" fmla="*/ 424733 h 965"/>
              <a:gd name="T48" fmla="*/ 288934 w 709"/>
              <a:gd name="T49" fmla="*/ 424733 h 965"/>
              <a:gd name="T50" fmla="*/ 226827 w 709"/>
              <a:gd name="T51" fmla="*/ 362642 h 965"/>
              <a:gd name="T52" fmla="*/ 226827 w 709"/>
              <a:gd name="T53" fmla="*/ 302352 h 965"/>
              <a:gd name="T54" fmla="*/ 288934 w 709"/>
              <a:gd name="T55" fmla="*/ 239362 h 965"/>
              <a:gd name="T56" fmla="*/ 349241 w 709"/>
              <a:gd name="T57" fmla="*/ 239362 h 965"/>
              <a:gd name="T58" fmla="*/ 411348 w 709"/>
              <a:gd name="T59" fmla="*/ 302352 h 965"/>
              <a:gd name="T60" fmla="*/ 612972 w 709"/>
              <a:gd name="T61" fmla="*/ 293353 h 965"/>
              <a:gd name="T62" fmla="*/ 580568 w 709"/>
              <a:gd name="T63" fmla="*/ 322149 h 965"/>
              <a:gd name="T64" fmla="*/ 612972 w 709"/>
              <a:gd name="T65" fmla="*/ 341046 h 965"/>
              <a:gd name="T66" fmla="*/ 612972 w 709"/>
              <a:gd name="T67" fmla="*/ 293353 h 965"/>
              <a:gd name="T68" fmla="*/ 542764 w 709"/>
              <a:gd name="T69" fmla="*/ 127780 h 965"/>
              <a:gd name="T70" fmla="*/ 509460 w 709"/>
              <a:gd name="T71" fmla="*/ 94485 h 965"/>
              <a:gd name="T72" fmla="*/ 518461 w 709"/>
              <a:gd name="T73" fmla="*/ 152976 h 965"/>
              <a:gd name="T74" fmla="*/ 342040 w 709"/>
              <a:gd name="T75" fmla="*/ 61190 h 965"/>
              <a:gd name="T76" fmla="*/ 318637 w 709"/>
              <a:gd name="T77" fmla="*/ 0 h 965"/>
              <a:gd name="T78" fmla="*/ 294335 w 709"/>
              <a:gd name="T79" fmla="*/ 61190 h 965"/>
              <a:gd name="T80" fmla="*/ 117014 w 709"/>
              <a:gd name="T81" fmla="*/ 155675 h 965"/>
              <a:gd name="T82" fmla="*/ 127815 w 709"/>
              <a:gd name="T83" fmla="*/ 98084 h 965"/>
              <a:gd name="T84" fmla="*/ 93611 w 709"/>
              <a:gd name="T85" fmla="*/ 132279 h 965"/>
              <a:gd name="T86" fmla="*/ 57607 w 709"/>
              <a:gd name="T87" fmla="*/ 322149 h 965"/>
              <a:gd name="T88" fmla="*/ 25203 w 709"/>
              <a:gd name="T89" fmla="*/ 293353 h 965"/>
              <a:gd name="T90" fmla="*/ 25203 w 709"/>
              <a:gd name="T91" fmla="*/ 341046 h 965"/>
              <a:gd name="T92" fmla="*/ 57607 w 709"/>
              <a:gd name="T93" fmla="*/ 322149 h 96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709" h="965">
                <a:moveTo>
                  <a:pt x="355" y="147"/>
                </a:moveTo>
                <a:cubicBezTo>
                  <a:pt x="238" y="147"/>
                  <a:pt x="143" y="241"/>
                  <a:pt x="143" y="358"/>
                </a:cubicBezTo>
                <a:cubicBezTo>
                  <a:pt x="143" y="414"/>
                  <a:pt x="187" y="481"/>
                  <a:pt x="188" y="481"/>
                </a:cubicBezTo>
                <a:cubicBezTo>
                  <a:pt x="197" y="496"/>
                  <a:pt x="210" y="519"/>
                  <a:pt x="218" y="534"/>
                </a:cubicBezTo>
                <a:lnTo>
                  <a:pt x="264" y="623"/>
                </a:lnTo>
                <a:cubicBezTo>
                  <a:pt x="272" y="639"/>
                  <a:pt x="279" y="662"/>
                  <a:pt x="279" y="675"/>
                </a:cubicBezTo>
                <a:cubicBezTo>
                  <a:pt x="279" y="675"/>
                  <a:pt x="284" y="679"/>
                  <a:pt x="294" y="679"/>
                </a:cubicBezTo>
                <a:lnTo>
                  <a:pt x="416" y="679"/>
                </a:lnTo>
                <a:cubicBezTo>
                  <a:pt x="425" y="679"/>
                  <a:pt x="430" y="675"/>
                  <a:pt x="431" y="674"/>
                </a:cubicBezTo>
                <a:cubicBezTo>
                  <a:pt x="430" y="662"/>
                  <a:pt x="437" y="639"/>
                  <a:pt x="446" y="623"/>
                </a:cubicBezTo>
                <a:lnTo>
                  <a:pt x="491" y="534"/>
                </a:lnTo>
                <a:cubicBezTo>
                  <a:pt x="499" y="519"/>
                  <a:pt x="513" y="495"/>
                  <a:pt x="522" y="481"/>
                </a:cubicBezTo>
                <a:cubicBezTo>
                  <a:pt x="537" y="458"/>
                  <a:pt x="566" y="402"/>
                  <a:pt x="566" y="358"/>
                </a:cubicBezTo>
                <a:cubicBezTo>
                  <a:pt x="566" y="241"/>
                  <a:pt x="471" y="147"/>
                  <a:pt x="355" y="147"/>
                </a:cubicBezTo>
                <a:close/>
                <a:moveTo>
                  <a:pt x="416" y="723"/>
                </a:moveTo>
                <a:lnTo>
                  <a:pt x="294" y="723"/>
                </a:lnTo>
                <a:cubicBezTo>
                  <a:pt x="261" y="723"/>
                  <a:pt x="235" y="702"/>
                  <a:pt x="235" y="675"/>
                </a:cubicBezTo>
                <a:cubicBezTo>
                  <a:pt x="235" y="671"/>
                  <a:pt x="231" y="656"/>
                  <a:pt x="224" y="643"/>
                </a:cubicBezTo>
                <a:lnTo>
                  <a:pt x="179" y="554"/>
                </a:lnTo>
                <a:cubicBezTo>
                  <a:pt x="172" y="540"/>
                  <a:pt x="159" y="519"/>
                  <a:pt x="151" y="506"/>
                </a:cubicBezTo>
                <a:cubicBezTo>
                  <a:pt x="145" y="498"/>
                  <a:pt x="99" y="425"/>
                  <a:pt x="99" y="358"/>
                </a:cubicBezTo>
                <a:cubicBezTo>
                  <a:pt x="99" y="217"/>
                  <a:pt x="214" y="102"/>
                  <a:pt x="355" y="102"/>
                </a:cubicBezTo>
                <a:cubicBezTo>
                  <a:pt x="495" y="102"/>
                  <a:pt x="610" y="217"/>
                  <a:pt x="610" y="358"/>
                </a:cubicBezTo>
                <a:cubicBezTo>
                  <a:pt x="610" y="425"/>
                  <a:pt x="564" y="498"/>
                  <a:pt x="559" y="506"/>
                </a:cubicBezTo>
                <a:cubicBezTo>
                  <a:pt x="550" y="518"/>
                  <a:pt x="537" y="541"/>
                  <a:pt x="530" y="554"/>
                </a:cubicBezTo>
                <a:lnTo>
                  <a:pt x="485" y="643"/>
                </a:lnTo>
                <a:cubicBezTo>
                  <a:pt x="478" y="656"/>
                  <a:pt x="475" y="671"/>
                  <a:pt x="475" y="675"/>
                </a:cubicBezTo>
                <a:cubicBezTo>
                  <a:pt x="475" y="702"/>
                  <a:pt x="449" y="723"/>
                  <a:pt x="416" y="723"/>
                </a:cubicBezTo>
                <a:close/>
                <a:moveTo>
                  <a:pt x="287" y="832"/>
                </a:moveTo>
                <a:cubicBezTo>
                  <a:pt x="269" y="832"/>
                  <a:pt x="254" y="846"/>
                  <a:pt x="254" y="865"/>
                </a:cubicBezTo>
                <a:cubicBezTo>
                  <a:pt x="254" y="883"/>
                  <a:pt x="269" y="897"/>
                  <a:pt x="287" y="897"/>
                </a:cubicBezTo>
                <a:lnTo>
                  <a:pt x="426" y="897"/>
                </a:lnTo>
                <a:cubicBezTo>
                  <a:pt x="444" y="897"/>
                  <a:pt x="459" y="883"/>
                  <a:pt x="459" y="865"/>
                </a:cubicBezTo>
                <a:cubicBezTo>
                  <a:pt x="459" y="846"/>
                  <a:pt x="444" y="832"/>
                  <a:pt x="426" y="832"/>
                </a:cubicBezTo>
                <a:lnTo>
                  <a:pt x="287" y="832"/>
                </a:lnTo>
                <a:close/>
                <a:moveTo>
                  <a:pt x="274" y="885"/>
                </a:moveTo>
                <a:cubicBezTo>
                  <a:pt x="276" y="929"/>
                  <a:pt x="312" y="965"/>
                  <a:pt x="356" y="965"/>
                </a:cubicBezTo>
                <a:cubicBezTo>
                  <a:pt x="401" y="965"/>
                  <a:pt x="437" y="929"/>
                  <a:pt x="439" y="885"/>
                </a:cubicBezTo>
                <a:lnTo>
                  <a:pt x="274" y="885"/>
                </a:lnTo>
                <a:close/>
                <a:moveTo>
                  <a:pt x="459" y="865"/>
                </a:moveTo>
                <a:lnTo>
                  <a:pt x="254" y="865"/>
                </a:lnTo>
                <a:lnTo>
                  <a:pt x="254" y="762"/>
                </a:lnTo>
                <a:lnTo>
                  <a:pt x="459" y="762"/>
                </a:lnTo>
                <a:lnTo>
                  <a:pt x="459" y="865"/>
                </a:lnTo>
                <a:close/>
                <a:moveTo>
                  <a:pt x="491" y="369"/>
                </a:moveTo>
                <a:cubicBezTo>
                  <a:pt x="491" y="388"/>
                  <a:pt x="476" y="403"/>
                  <a:pt x="457" y="403"/>
                </a:cubicBezTo>
                <a:lnTo>
                  <a:pt x="388" y="403"/>
                </a:lnTo>
                <a:lnTo>
                  <a:pt x="388" y="472"/>
                </a:lnTo>
                <a:cubicBezTo>
                  <a:pt x="388" y="491"/>
                  <a:pt x="373" y="506"/>
                  <a:pt x="355" y="506"/>
                </a:cubicBezTo>
                <a:cubicBezTo>
                  <a:pt x="336" y="506"/>
                  <a:pt x="321" y="491"/>
                  <a:pt x="321" y="472"/>
                </a:cubicBezTo>
                <a:lnTo>
                  <a:pt x="321" y="403"/>
                </a:lnTo>
                <a:lnTo>
                  <a:pt x="252" y="403"/>
                </a:lnTo>
                <a:cubicBezTo>
                  <a:pt x="233" y="403"/>
                  <a:pt x="218" y="388"/>
                  <a:pt x="218" y="369"/>
                </a:cubicBezTo>
                <a:cubicBezTo>
                  <a:pt x="218" y="351"/>
                  <a:pt x="233" y="336"/>
                  <a:pt x="252" y="336"/>
                </a:cubicBezTo>
                <a:lnTo>
                  <a:pt x="321" y="336"/>
                </a:lnTo>
                <a:lnTo>
                  <a:pt x="321" y="266"/>
                </a:lnTo>
                <a:cubicBezTo>
                  <a:pt x="321" y="248"/>
                  <a:pt x="336" y="233"/>
                  <a:pt x="355" y="233"/>
                </a:cubicBezTo>
                <a:cubicBezTo>
                  <a:pt x="373" y="233"/>
                  <a:pt x="388" y="248"/>
                  <a:pt x="388" y="266"/>
                </a:cubicBezTo>
                <a:lnTo>
                  <a:pt x="388" y="336"/>
                </a:lnTo>
                <a:lnTo>
                  <a:pt x="457" y="336"/>
                </a:lnTo>
                <a:cubicBezTo>
                  <a:pt x="476" y="336"/>
                  <a:pt x="491" y="351"/>
                  <a:pt x="491" y="369"/>
                </a:cubicBezTo>
                <a:close/>
                <a:moveTo>
                  <a:pt x="681" y="326"/>
                </a:moveTo>
                <a:lnTo>
                  <a:pt x="643" y="326"/>
                </a:lnTo>
                <a:cubicBezTo>
                  <a:pt x="644" y="336"/>
                  <a:pt x="645" y="347"/>
                  <a:pt x="645" y="358"/>
                </a:cubicBezTo>
                <a:cubicBezTo>
                  <a:pt x="645" y="365"/>
                  <a:pt x="644" y="372"/>
                  <a:pt x="643" y="379"/>
                </a:cubicBezTo>
                <a:lnTo>
                  <a:pt x="681" y="379"/>
                </a:lnTo>
                <a:cubicBezTo>
                  <a:pt x="696" y="379"/>
                  <a:pt x="709" y="367"/>
                  <a:pt x="709" y="352"/>
                </a:cubicBezTo>
                <a:cubicBezTo>
                  <a:pt x="709" y="338"/>
                  <a:pt x="696" y="326"/>
                  <a:pt x="681" y="326"/>
                </a:cubicBezTo>
                <a:close/>
                <a:moveTo>
                  <a:pt x="576" y="170"/>
                </a:moveTo>
                <a:lnTo>
                  <a:pt x="603" y="142"/>
                </a:lnTo>
                <a:cubicBezTo>
                  <a:pt x="614" y="131"/>
                  <a:pt x="614" y="114"/>
                  <a:pt x="604" y="104"/>
                </a:cubicBezTo>
                <a:cubicBezTo>
                  <a:pt x="594" y="94"/>
                  <a:pt x="577" y="94"/>
                  <a:pt x="566" y="105"/>
                </a:cubicBezTo>
                <a:lnTo>
                  <a:pt x="538" y="132"/>
                </a:lnTo>
                <a:cubicBezTo>
                  <a:pt x="552" y="144"/>
                  <a:pt x="564" y="156"/>
                  <a:pt x="576" y="170"/>
                </a:cubicBezTo>
                <a:close/>
                <a:moveTo>
                  <a:pt x="354" y="67"/>
                </a:moveTo>
                <a:cubicBezTo>
                  <a:pt x="363" y="67"/>
                  <a:pt x="372" y="68"/>
                  <a:pt x="380" y="68"/>
                </a:cubicBezTo>
                <a:lnTo>
                  <a:pt x="380" y="27"/>
                </a:lnTo>
                <a:cubicBezTo>
                  <a:pt x="380" y="12"/>
                  <a:pt x="368" y="0"/>
                  <a:pt x="354" y="0"/>
                </a:cubicBezTo>
                <a:cubicBezTo>
                  <a:pt x="339" y="0"/>
                  <a:pt x="327" y="12"/>
                  <a:pt x="327" y="27"/>
                </a:cubicBezTo>
                <a:lnTo>
                  <a:pt x="327" y="68"/>
                </a:lnTo>
                <a:cubicBezTo>
                  <a:pt x="336" y="68"/>
                  <a:pt x="345" y="67"/>
                  <a:pt x="354" y="67"/>
                </a:cubicBezTo>
                <a:close/>
                <a:moveTo>
                  <a:pt x="130" y="173"/>
                </a:moveTo>
                <a:cubicBezTo>
                  <a:pt x="142" y="159"/>
                  <a:pt x="154" y="147"/>
                  <a:pt x="168" y="135"/>
                </a:cubicBezTo>
                <a:lnTo>
                  <a:pt x="142" y="109"/>
                </a:lnTo>
                <a:cubicBezTo>
                  <a:pt x="131" y="99"/>
                  <a:pt x="114" y="98"/>
                  <a:pt x="104" y="109"/>
                </a:cubicBezTo>
                <a:cubicBezTo>
                  <a:pt x="93" y="119"/>
                  <a:pt x="94" y="136"/>
                  <a:pt x="104" y="147"/>
                </a:cubicBezTo>
                <a:lnTo>
                  <a:pt x="130" y="173"/>
                </a:lnTo>
                <a:close/>
                <a:moveTo>
                  <a:pt x="64" y="358"/>
                </a:moveTo>
                <a:cubicBezTo>
                  <a:pt x="64" y="347"/>
                  <a:pt x="64" y="336"/>
                  <a:pt x="66" y="326"/>
                </a:cubicBezTo>
                <a:lnTo>
                  <a:pt x="28" y="326"/>
                </a:lnTo>
                <a:cubicBezTo>
                  <a:pt x="13" y="326"/>
                  <a:pt x="0" y="338"/>
                  <a:pt x="0" y="352"/>
                </a:cubicBezTo>
                <a:cubicBezTo>
                  <a:pt x="0" y="367"/>
                  <a:pt x="13" y="379"/>
                  <a:pt x="28" y="379"/>
                </a:cubicBezTo>
                <a:lnTo>
                  <a:pt x="65" y="379"/>
                </a:lnTo>
                <a:cubicBezTo>
                  <a:pt x="64" y="372"/>
                  <a:pt x="64" y="365"/>
                  <a:pt x="64" y="3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Freeform 35"/>
          <p:cNvSpPr>
            <a:spLocks noEditPoints="1"/>
          </p:cNvSpPr>
          <p:nvPr/>
        </p:nvSpPr>
        <p:spPr bwMode="auto">
          <a:xfrm>
            <a:off x="4850043" y="3478939"/>
            <a:ext cx="304867" cy="414791"/>
          </a:xfrm>
          <a:custGeom>
            <a:avLst/>
            <a:gdLst>
              <a:gd name="T0" fmla="*/ 73939 w 625"/>
              <a:gd name="T1" fmla="*/ 124194 h 852"/>
              <a:gd name="T2" fmla="*/ 62217 w 625"/>
              <a:gd name="T3" fmla="*/ 766762 h 852"/>
              <a:gd name="T4" fmla="*/ 563563 w 625"/>
              <a:gd name="T5" fmla="*/ 188091 h 852"/>
              <a:gd name="T6" fmla="*/ 520281 w 625"/>
              <a:gd name="T7" fmla="*/ 201590 h 852"/>
              <a:gd name="T8" fmla="*/ 64021 w 625"/>
              <a:gd name="T9" fmla="*/ 722664 h 852"/>
              <a:gd name="T10" fmla="*/ 243459 w 625"/>
              <a:gd name="T11" fmla="*/ 81896 h 852"/>
              <a:gd name="T12" fmla="*/ 320104 w 625"/>
              <a:gd name="T13" fmla="*/ 81896 h 852"/>
              <a:gd name="T14" fmla="*/ 280429 w 625"/>
              <a:gd name="T15" fmla="*/ 122394 h 852"/>
              <a:gd name="T16" fmla="*/ 196571 w 625"/>
              <a:gd name="T17" fmla="*/ 83696 h 852"/>
              <a:gd name="T18" fmla="*/ 103696 w 625"/>
              <a:gd name="T19" fmla="*/ 194390 h 852"/>
              <a:gd name="T20" fmla="*/ 459867 w 625"/>
              <a:gd name="T21" fmla="*/ 194390 h 852"/>
              <a:gd name="T22" fmla="*/ 366992 w 625"/>
              <a:gd name="T23" fmla="*/ 83696 h 852"/>
              <a:gd name="T24" fmla="*/ 196571 w 625"/>
              <a:gd name="T25" fmla="*/ 83696 h 852"/>
              <a:gd name="T26" fmla="*/ 199276 w 625"/>
              <a:gd name="T27" fmla="*/ 582271 h 852"/>
              <a:gd name="T28" fmla="*/ 136157 w 625"/>
              <a:gd name="T29" fmla="*/ 600270 h 852"/>
              <a:gd name="T30" fmla="*/ 122631 w 625"/>
              <a:gd name="T31" fmla="*/ 613770 h 852"/>
              <a:gd name="T32" fmla="*/ 199276 w 625"/>
              <a:gd name="T33" fmla="*/ 619169 h 852"/>
              <a:gd name="T34" fmla="*/ 119025 w 625"/>
              <a:gd name="T35" fmla="*/ 658767 h 852"/>
              <a:gd name="T36" fmla="*/ 218212 w 625"/>
              <a:gd name="T37" fmla="*/ 610170 h 852"/>
              <a:gd name="T38" fmla="*/ 218212 w 625"/>
              <a:gd name="T39" fmla="*/ 578671 h 852"/>
              <a:gd name="T40" fmla="*/ 99187 w 625"/>
              <a:gd name="T41" fmla="*/ 584971 h 852"/>
              <a:gd name="T42" fmla="*/ 192964 w 625"/>
              <a:gd name="T43" fmla="*/ 683966 h 852"/>
              <a:gd name="T44" fmla="*/ 192964 w 625"/>
              <a:gd name="T45" fmla="*/ 301485 h 852"/>
              <a:gd name="T46" fmla="*/ 136157 w 625"/>
              <a:gd name="T47" fmla="*/ 318584 h 852"/>
              <a:gd name="T48" fmla="*/ 155994 w 625"/>
              <a:gd name="T49" fmla="*/ 368982 h 852"/>
              <a:gd name="T50" fmla="*/ 119025 w 625"/>
              <a:gd name="T51" fmla="*/ 382481 h 852"/>
              <a:gd name="T52" fmla="*/ 192964 w 625"/>
              <a:gd name="T53" fmla="*/ 281686 h 852"/>
              <a:gd name="T54" fmla="*/ 99187 w 625"/>
              <a:gd name="T55" fmla="*/ 380681 h 852"/>
              <a:gd name="T56" fmla="*/ 217310 w 625"/>
              <a:gd name="T57" fmla="*/ 323084 h 852"/>
              <a:gd name="T58" fmla="*/ 216408 w 625"/>
              <a:gd name="T59" fmla="*/ 296985 h 852"/>
              <a:gd name="T60" fmla="*/ 199276 w 625"/>
              <a:gd name="T61" fmla="*/ 452678 h 852"/>
              <a:gd name="T62" fmla="*/ 122631 w 625"/>
              <a:gd name="T63" fmla="*/ 471577 h 852"/>
              <a:gd name="T64" fmla="*/ 199276 w 625"/>
              <a:gd name="T65" fmla="*/ 522874 h 852"/>
              <a:gd name="T66" fmla="*/ 218212 w 625"/>
              <a:gd name="T67" fmla="*/ 438278 h 852"/>
              <a:gd name="T68" fmla="*/ 99187 w 625"/>
              <a:gd name="T69" fmla="*/ 442778 h 852"/>
              <a:gd name="T70" fmla="*/ 199276 w 625"/>
              <a:gd name="T71" fmla="*/ 541773 h 852"/>
              <a:gd name="T72" fmla="*/ 260592 w 625"/>
              <a:gd name="T73" fmla="*/ 418479 h 852"/>
              <a:gd name="T74" fmla="*/ 294856 w 625"/>
              <a:gd name="T75" fmla="*/ 650668 h 852"/>
              <a:gd name="T76" fmla="*/ 452654 w 625"/>
              <a:gd name="T77" fmla="*/ 602070 h 852"/>
              <a:gd name="T78" fmla="*/ 288544 w 625"/>
              <a:gd name="T79" fmla="*/ 644368 h 852"/>
              <a:gd name="T80" fmla="*/ 452654 w 625"/>
              <a:gd name="T81" fmla="*/ 456277 h 852"/>
              <a:gd name="T82" fmla="*/ 288544 w 625"/>
              <a:gd name="T83" fmla="*/ 368982 h 852"/>
              <a:gd name="T84" fmla="*/ 288544 w 625"/>
              <a:gd name="T85" fmla="*/ 316784 h 852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625" h="852">
                <a:moveTo>
                  <a:pt x="48" y="224"/>
                </a:moveTo>
                <a:cubicBezTo>
                  <a:pt x="48" y="200"/>
                  <a:pt x="59" y="188"/>
                  <a:pt x="82" y="188"/>
                </a:cubicBezTo>
                <a:lnTo>
                  <a:pt x="82" y="138"/>
                </a:lnTo>
                <a:cubicBezTo>
                  <a:pt x="39" y="139"/>
                  <a:pt x="0" y="167"/>
                  <a:pt x="0" y="209"/>
                </a:cubicBezTo>
                <a:lnTo>
                  <a:pt x="0" y="783"/>
                </a:lnTo>
                <a:cubicBezTo>
                  <a:pt x="0" y="818"/>
                  <a:pt x="34" y="852"/>
                  <a:pt x="69" y="852"/>
                </a:cubicBezTo>
                <a:lnTo>
                  <a:pt x="556" y="852"/>
                </a:lnTo>
                <a:cubicBezTo>
                  <a:pt x="591" y="852"/>
                  <a:pt x="625" y="818"/>
                  <a:pt x="625" y="783"/>
                </a:cubicBezTo>
                <a:lnTo>
                  <a:pt x="625" y="209"/>
                </a:lnTo>
                <a:cubicBezTo>
                  <a:pt x="625" y="167"/>
                  <a:pt x="586" y="139"/>
                  <a:pt x="543" y="138"/>
                </a:cubicBezTo>
                <a:lnTo>
                  <a:pt x="543" y="188"/>
                </a:lnTo>
                <a:cubicBezTo>
                  <a:pt x="566" y="188"/>
                  <a:pt x="577" y="200"/>
                  <a:pt x="577" y="224"/>
                </a:cubicBezTo>
                <a:lnTo>
                  <a:pt x="577" y="768"/>
                </a:lnTo>
                <a:cubicBezTo>
                  <a:pt x="577" y="785"/>
                  <a:pt x="570" y="803"/>
                  <a:pt x="554" y="803"/>
                </a:cubicBezTo>
                <a:lnTo>
                  <a:pt x="71" y="803"/>
                </a:lnTo>
                <a:cubicBezTo>
                  <a:pt x="53" y="803"/>
                  <a:pt x="48" y="783"/>
                  <a:pt x="48" y="764"/>
                </a:cubicBezTo>
                <a:lnTo>
                  <a:pt x="48" y="224"/>
                </a:lnTo>
                <a:close/>
                <a:moveTo>
                  <a:pt x="270" y="91"/>
                </a:moveTo>
                <a:cubicBezTo>
                  <a:pt x="270" y="71"/>
                  <a:pt x="289" y="52"/>
                  <a:pt x="309" y="52"/>
                </a:cubicBezTo>
                <a:lnTo>
                  <a:pt x="316" y="52"/>
                </a:lnTo>
                <a:cubicBezTo>
                  <a:pt x="336" y="52"/>
                  <a:pt x="355" y="71"/>
                  <a:pt x="355" y="91"/>
                </a:cubicBezTo>
                <a:lnTo>
                  <a:pt x="355" y="95"/>
                </a:lnTo>
                <a:cubicBezTo>
                  <a:pt x="355" y="117"/>
                  <a:pt x="336" y="136"/>
                  <a:pt x="314" y="136"/>
                </a:cubicBezTo>
                <a:lnTo>
                  <a:pt x="311" y="136"/>
                </a:lnTo>
                <a:cubicBezTo>
                  <a:pt x="289" y="136"/>
                  <a:pt x="270" y="117"/>
                  <a:pt x="270" y="95"/>
                </a:cubicBezTo>
                <a:lnTo>
                  <a:pt x="270" y="91"/>
                </a:lnTo>
                <a:close/>
                <a:moveTo>
                  <a:pt x="218" y="93"/>
                </a:moveTo>
                <a:lnTo>
                  <a:pt x="149" y="93"/>
                </a:lnTo>
                <a:cubicBezTo>
                  <a:pt x="126" y="93"/>
                  <a:pt x="115" y="104"/>
                  <a:pt x="115" y="127"/>
                </a:cubicBezTo>
                <a:lnTo>
                  <a:pt x="115" y="216"/>
                </a:lnTo>
                <a:cubicBezTo>
                  <a:pt x="115" y="231"/>
                  <a:pt x="124" y="246"/>
                  <a:pt x="138" y="246"/>
                </a:cubicBezTo>
                <a:lnTo>
                  <a:pt x="487" y="246"/>
                </a:lnTo>
                <a:cubicBezTo>
                  <a:pt x="501" y="246"/>
                  <a:pt x="510" y="231"/>
                  <a:pt x="510" y="216"/>
                </a:cubicBezTo>
                <a:lnTo>
                  <a:pt x="510" y="127"/>
                </a:lnTo>
                <a:cubicBezTo>
                  <a:pt x="510" y="104"/>
                  <a:pt x="499" y="93"/>
                  <a:pt x="476" y="93"/>
                </a:cubicBezTo>
                <a:lnTo>
                  <a:pt x="407" y="93"/>
                </a:lnTo>
                <a:cubicBezTo>
                  <a:pt x="407" y="45"/>
                  <a:pt x="366" y="0"/>
                  <a:pt x="320" y="0"/>
                </a:cubicBezTo>
                <a:lnTo>
                  <a:pt x="305" y="0"/>
                </a:lnTo>
                <a:cubicBezTo>
                  <a:pt x="259" y="0"/>
                  <a:pt x="218" y="45"/>
                  <a:pt x="218" y="93"/>
                </a:cubicBezTo>
                <a:close/>
                <a:moveTo>
                  <a:pt x="132" y="654"/>
                </a:moveTo>
                <a:cubicBezTo>
                  <a:pt x="132" y="649"/>
                  <a:pt x="133" y="647"/>
                  <a:pt x="138" y="647"/>
                </a:cubicBezTo>
                <a:lnTo>
                  <a:pt x="221" y="647"/>
                </a:lnTo>
                <a:lnTo>
                  <a:pt x="221" y="654"/>
                </a:lnTo>
                <a:cubicBezTo>
                  <a:pt x="221" y="661"/>
                  <a:pt x="186" y="680"/>
                  <a:pt x="180" y="684"/>
                </a:cubicBezTo>
                <a:cubicBezTo>
                  <a:pt x="174" y="679"/>
                  <a:pt x="161" y="667"/>
                  <a:pt x="151" y="667"/>
                </a:cubicBezTo>
                <a:lnTo>
                  <a:pt x="149" y="667"/>
                </a:lnTo>
                <a:cubicBezTo>
                  <a:pt x="144" y="667"/>
                  <a:pt x="136" y="675"/>
                  <a:pt x="136" y="680"/>
                </a:cubicBezTo>
                <a:lnTo>
                  <a:pt x="136" y="682"/>
                </a:lnTo>
                <a:cubicBezTo>
                  <a:pt x="136" y="688"/>
                  <a:pt x="167" y="721"/>
                  <a:pt x="173" y="721"/>
                </a:cubicBezTo>
                <a:lnTo>
                  <a:pt x="175" y="721"/>
                </a:lnTo>
                <a:cubicBezTo>
                  <a:pt x="180" y="721"/>
                  <a:pt x="214" y="693"/>
                  <a:pt x="221" y="688"/>
                </a:cubicBezTo>
                <a:cubicBezTo>
                  <a:pt x="221" y="700"/>
                  <a:pt x="225" y="738"/>
                  <a:pt x="214" y="738"/>
                </a:cubicBezTo>
                <a:lnTo>
                  <a:pt x="138" y="738"/>
                </a:lnTo>
                <a:cubicBezTo>
                  <a:pt x="133" y="738"/>
                  <a:pt x="132" y="737"/>
                  <a:pt x="132" y="732"/>
                </a:cubicBezTo>
                <a:lnTo>
                  <a:pt x="132" y="654"/>
                </a:lnTo>
                <a:close/>
                <a:moveTo>
                  <a:pt x="214" y="760"/>
                </a:moveTo>
                <a:cubicBezTo>
                  <a:pt x="255" y="760"/>
                  <a:pt x="240" y="715"/>
                  <a:pt x="242" y="678"/>
                </a:cubicBezTo>
                <a:cubicBezTo>
                  <a:pt x="243" y="658"/>
                  <a:pt x="292" y="642"/>
                  <a:pt x="296" y="624"/>
                </a:cubicBezTo>
                <a:lnTo>
                  <a:pt x="290" y="624"/>
                </a:lnTo>
                <a:cubicBezTo>
                  <a:pt x="275" y="624"/>
                  <a:pt x="253" y="637"/>
                  <a:pt x="242" y="643"/>
                </a:cubicBezTo>
                <a:cubicBezTo>
                  <a:pt x="237" y="635"/>
                  <a:pt x="232" y="626"/>
                  <a:pt x="218" y="626"/>
                </a:cubicBezTo>
                <a:lnTo>
                  <a:pt x="134" y="626"/>
                </a:lnTo>
                <a:cubicBezTo>
                  <a:pt x="122" y="626"/>
                  <a:pt x="110" y="637"/>
                  <a:pt x="110" y="650"/>
                </a:cubicBezTo>
                <a:lnTo>
                  <a:pt x="110" y="736"/>
                </a:lnTo>
                <a:cubicBezTo>
                  <a:pt x="110" y="750"/>
                  <a:pt x="123" y="760"/>
                  <a:pt x="138" y="760"/>
                </a:cubicBezTo>
                <a:lnTo>
                  <a:pt x="214" y="760"/>
                </a:lnTo>
                <a:close/>
                <a:moveTo>
                  <a:pt x="132" y="341"/>
                </a:moveTo>
                <a:cubicBezTo>
                  <a:pt x="132" y="336"/>
                  <a:pt x="133" y="335"/>
                  <a:pt x="138" y="335"/>
                </a:cubicBezTo>
                <a:lnTo>
                  <a:pt x="214" y="335"/>
                </a:lnTo>
                <a:cubicBezTo>
                  <a:pt x="219" y="335"/>
                  <a:pt x="221" y="336"/>
                  <a:pt x="221" y="341"/>
                </a:cubicBezTo>
                <a:cubicBezTo>
                  <a:pt x="221" y="346"/>
                  <a:pt x="184" y="371"/>
                  <a:pt x="180" y="371"/>
                </a:cubicBezTo>
                <a:cubicBezTo>
                  <a:pt x="175" y="371"/>
                  <a:pt x="164" y="354"/>
                  <a:pt x="151" y="354"/>
                </a:cubicBezTo>
                <a:cubicBezTo>
                  <a:pt x="145" y="354"/>
                  <a:pt x="136" y="361"/>
                  <a:pt x="136" y="367"/>
                </a:cubicBezTo>
                <a:lnTo>
                  <a:pt x="136" y="369"/>
                </a:lnTo>
                <a:cubicBezTo>
                  <a:pt x="136" y="378"/>
                  <a:pt x="166" y="406"/>
                  <a:pt x="173" y="410"/>
                </a:cubicBezTo>
                <a:lnTo>
                  <a:pt x="221" y="376"/>
                </a:lnTo>
                <a:lnTo>
                  <a:pt x="221" y="425"/>
                </a:lnTo>
                <a:lnTo>
                  <a:pt x="132" y="425"/>
                </a:lnTo>
                <a:lnTo>
                  <a:pt x="132" y="341"/>
                </a:lnTo>
                <a:close/>
                <a:moveTo>
                  <a:pt x="240" y="330"/>
                </a:moveTo>
                <a:cubicBezTo>
                  <a:pt x="237" y="319"/>
                  <a:pt x="228" y="313"/>
                  <a:pt x="214" y="313"/>
                </a:cubicBezTo>
                <a:lnTo>
                  <a:pt x="138" y="313"/>
                </a:lnTo>
                <a:cubicBezTo>
                  <a:pt x="123" y="313"/>
                  <a:pt x="110" y="322"/>
                  <a:pt x="110" y="337"/>
                </a:cubicBezTo>
                <a:lnTo>
                  <a:pt x="110" y="423"/>
                </a:lnTo>
                <a:cubicBezTo>
                  <a:pt x="110" y="436"/>
                  <a:pt x="122" y="447"/>
                  <a:pt x="134" y="447"/>
                </a:cubicBezTo>
                <a:lnTo>
                  <a:pt x="218" y="447"/>
                </a:lnTo>
                <a:cubicBezTo>
                  <a:pt x="252" y="447"/>
                  <a:pt x="242" y="393"/>
                  <a:pt x="241" y="359"/>
                </a:cubicBezTo>
                <a:lnTo>
                  <a:pt x="296" y="313"/>
                </a:lnTo>
                <a:cubicBezTo>
                  <a:pt x="296" y="313"/>
                  <a:pt x="292" y="311"/>
                  <a:pt x="292" y="311"/>
                </a:cubicBezTo>
                <a:cubicBezTo>
                  <a:pt x="271" y="311"/>
                  <a:pt x="253" y="329"/>
                  <a:pt x="240" y="330"/>
                </a:cubicBezTo>
                <a:close/>
                <a:moveTo>
                  <a:pt x="132" y="492"/>
                </a:moveTo>
                <a:lnTo>
                  <a:pt x="221" y="492"/>
                </a:lnTo>
                <a:lnTo>
                  <a:pt x="221" y="503"/>
                </a:lnTo>
                <a:lnTo>
                  <a:pt x="180" y="529"/>
                </a:lnTo>
                <a:lnTo>
                  <a:pt x="152" y="508"/>
                </a:lnTo>
                <a:cubicBezTo>
                  <a:pt x="145" y="513"/>
                  <a:pt x="136" y="515"/>
                  <a:pt x="136" y="524"/>
                </a:cubicBezTo>
                <a:cubicBezTo>
                  <a:pt x="136" y="531"/>
                  <a:pt x="167" y="565"/>
                  <a:pt x="173" y="565"/>
                </a:cubicBezTo>
                <a:cubicBezTo>
                  <a:pt x="183" y="565"/>
                  <a:pt x="209" y="536"/>
                  <a:pt x="221" y="533"/>
                </a:cubicBezTo>
                <a:lnTo>
                  <a:pt x="221" y="581"/>
                </a:lnTo>
                <a:lnTo>
                  <a:pt x="132" y="581"/>
                </a:lnTo>
                <a:lnTo>
                  <a:pt x="132" y="492"/>
                </a:lnTo>
                <a:close/>
                <a:moveTo>
                  <a:pt x="242" y="487"/>
                </a:moveTo>
                <a:cubicBezTo>
                  <a:pt x="238" y="480"/>
                  <a:pt x="233" y="470"/>
                  <a:pt x="221" y="470"/>
                </a:cubicBezTo>
                <a:lnTo>
                  <a:pt x="132" y="470"/>
                </a:lnTo>
                <a:cubicBezTo>
                  <a:pt x="121" y="470"/>
                  <a:pt x="110" y="481"/>
                  <a:pt x="110" y="492"/>
                </a:cubicBezTo>
                <a:lnTo>
                  <a:pt x="110" y="581"/>
                </a:lnTo>
                <a:cubicBezTo>
                  <a:pt x="110" y="591"/>
                  <a:pt x="121" y="602"/>
                  <a:pt x="132" y="602"/>
                </a:cubicBezTo>
                <a:lnTo>
                  <a:pt x="221" y="602"/>
                </a:lnTo>
                <a:cubicBezTo>
                  <a:pt x="252" y="602"/>
                  <a:pt x="242" y="547"/>
                  <a:pt x="242" y="515"/>
                </a:cubicBezTo>
                <a:lnTo>
                  <a:pt x="296" y="469"/>
                </a:lnTo>
                <a:lnTo>
                  <a:pt x="289" y="465"/>
                </a:lnTo>
                <a:lnTo>
                  <a:pt x="242" y="487"/>
                </a:lnTo>
                <a:close/>
                <a:moveTo>
                  <a:pt x="320" y="716"/>
                </a:moveTo>
                <a:cubicBezTo>
                  <a:pt x="320" y="721"/>
                  <a:pt x="322" y="723"/>
                  <a:pt x="327" y="723"/>
                </a:cubicBezTo>
                <a:lnTo>
                  <a:pt x="495" y="723"/>
                </a:lnTo>
                <a:cubicBezTo>
                  <a:pt x="500" y="723"/>
                  <a:pt x="502" y="721"/>
                  <a:pt x="502" y="716"/>
                </a:cubicBezTo>
                <a:lnTo>
                  <a:pt x="502" y="669"/>
                </a:lnTo>
                <a:cubicBezTo>
                  <a:pt x="502" y="664"/>
                  <a:pt x="500" y="663"/>
                  <a:pt x="495" y="663"/>
                </a:cubicBezTo>
                <a:lnTo>
                  <a:pt x="320" y="663"/>
                </a:lnTo>
                <a:lnTo>
                  <a:pt x="320" y="716"/>
                </a:lnTo>
                <a:close/>
                <a:moveTo>
                  <a:pt x="320" y="565"/>
                </a:moveTo>
                <a:lnTo>
                  <a:pt x="502" y="565"/>
                </a:lnTo>
                <a:lnTo>
                  <a:pt x="502" y="507"/>
                </a:lnTo>
                <a:lnTo>
                  <a:pt x="320" y="507"/>
                </a:lnTo>
                <a:lnTo>
                  <a:pt x="320" y="565"/>
                </a:lnTo>
                <a:close/>
                <a:moveTo>
                  <a:pt x="320" y="410"/>
                </a:moveTo>
                <a:lnTo>
                  <a:pt x="452" y="410"/>
                </a:lnTo>
                <a:lnTo>
                  <a:pt x="452" y="352"/>
                </a:lnTo>
                <a:lnTo>
                  <a:pt x="320" y="352"/>
                </a:lnTo>
                <a:lnTo>
                  <a:pt x="320" y="4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Freeform 36"/>
          <p:cNvSpPr>
            <a:spLocks noEditPoints="1"/>
          </p:cNvSpPr>
          <p:nvPr/>
        </p:nvSpPr>
        <p:spPr bwMode="auto">
          <a:xfrm>
            <a:off x="6993593" y="3514207"/>
            <a:ext cx="385592" cy="379581"/>
          </a:xfrm>
          <a:custGeom>
            <a:avLst/>
            <a:gdLst>
              <a:gd name="T0" fmla="*/ 188097 w 792"/>
              <a:gd name="T1" fmla="*/ 307152 h 779"/>
              <a:gd name="T2" fmla="*/ 249296 w 792"/>
              <a:gd name="T3" fmla="*/ 200865 h 779"/>
              <a:gd name="T4" fmla="*/ 350994 w 792"/>
              <a:gd name="T5" fmla="*/ 290938 h 779"/>
              <a:gd name="T6" fmla="*/ 264596 w 792"/>
              <a:gd name="T7" fmla="*/ 182850 h 779"/>
              <a:gd name="T8" fmla="*/ 350994 w 792"/>
              <a:gd name="T9" fmla="*/ 290938 h 779"/>
              <a:gd name="T10" fmla="*/ 350994 w 792"/>
              <a:gd name="T11" fmla="*/ 290938 h 779"/>
              <a:gd name="T12" fmla="*/ 420293 w 792"/>
              <a:gd name="T13" fmla="*/ 174743 h 779"/>
              <a:gd name="T14" fmla="*/ 442793 w 792"/>
              <a:gd name="T15" fmla="*/ 163034 h 779"/>
              <a:gd name="T16" fmla="*/ 445493 w 792"/>
              <a:gd name="T17" fmla="*/ 182850 h 779"/>
              <a:gd name="T18" fmla="*/ 439193 w 792"/>
              <a:gd name="T19" fmla="*/ 215276 h 779"/>
              <a:gd name="T20" fmla="*/ 418493 w 792"/>
              <a:gd name="T21" fmla="*/ 207170 h 779"/>
              <a:gd name="T22" fmla="*/ 393293 w 792"/>
              <a:gd name="T23" fmla="*/ 185552 h 779"/>
              <a:gd name="T24" fmla="*/ 410393 w 792"/>
              <a:gd name="T25" fmla="*/ 172942 h 779"/>
              <a:gd name="T26" fmla="*/ 442793 w 792"/>
              <a:gd name="T27" fmla="*/ 163034 h 779"/>
              <a:gd name="T28" fmla="*/ 337494 w 792"/>
              <a:gd name="T29" fmla="*/ 308953 h 779"/>
              <a:gd name="T30" fmla="*/ 325795 w 792"/>
              <a:gd name="T31" fmla="*/ 440461 h 779"/>
              <a:gd name="T32" fmla="*/ 371694 w 792"/>
              <a:gd name="T33" fmla="*/ 320663 h 779"/>
              <a:gd name="T34" fmla="*/ 280795 w 792"/>
              <a:gd name="T35" fmla="*/ 268420 h 779"/>
              <a:gd name="T36" fmla="*/ 246596 w 792"/>
              <a:gd name="T37" fmla="*/ 280130 h 779"/>
              <a:gd name="T38" fmla="*/ 292495 w 792"/>
              <a:gd name="T39" fmla="*/ 440461 h 779"/>
              <a:gd name="T40" fmla="*/ 280795 w 792"/>
              <a:gd name="T41" fmla="*/ 268420 h 779"/>
              <a:gd name="T42" fmla="*/ 416693 w 792"/>
              <a:gd name="T43" fmla="*/ 240497 h 779"/>
              <a:gd name="T44" fmla="*/ 404993 w 792"/>
              <a:gd name="T45" fmla="*/ 440461 h 779"/>
              <a:gd name="T46" fmla="*/ 450892 w 792"/>
              <a:gd name="T47" fmla="*/ 253107 h 779"/>
              <a:gd name="T48" fmla="*/ 201597 w 792"/>
              <a:gd name="T49" fmla="*/ 351288 h 779"/>
              <a:gd name="T50" fmla="*/ 167397 w 792"/>
              <a:gd name="T51" fmla="*/ 362997 h 779"/>
              <a:gd name="T52" fmla="*/ 213296 w 792"/>
              <a:gd name="T53" fmla="*/ 440461 h 779"/>
              <a:gd name="T54" fmla="*/ 201597 w 792"/>
              <a:gd name="T55" fmla="*/ 351288 h 779"/>
              <a:gd name="T56" fmla="*/ 122398 w 792"/>
              <a:gd name="T57" fmla="*/ 440461 h 779"/>
              <a:gd name="T58" fmla="*/ 110698 w 792"/>
              <a:gd name="T59" fmla="*/ 170240 h 779"/>
              <a:gd name="T60" fmla="*/ 134098 w 792"/>
              <a:gd name="T61" fmla="*/ 170240 h 779"/>
              <a:gd name="T62" fmla="*/ 477892 w 792"/>
              <a:gd name="T63" fmla="*/ 417042 h 779"/>
              <a:gd name="T64" fmla="*/ 477892 w 792"/>
              <a:gd name="T65" fmla="*/ 440461 h 779"/>
              <a:gd name="T66" fmla="*/ 110698 w 792"/>
              <a:gd name="T67" fmla="*/ 428751 h 779"/>
              <a:gd name="T68" fmla="*/ 477892 w 792"/>
              <a:gd name="T69" fmla="*/ 417042 h 779"/>
              <a:gd name="T70" fmla="*/ 611990 w 792"/>
              <a:gd name="T71" fmla="*/ 701675 h 779"/>
              <a:gd name="T72" fmla="*/ 436493 w 792"/>
              <a:gd name="T73" fmla="*/ 566564 h 779"/>
              <a:gd name="T74" fmla="*/ 0 w 792"/>
              <a:gd name="T75" fmla="*/ 299045 h 779"/>
              <a:gd name="T76" fmla="*/ 599390 w 792"/>
              <a:gd name="T77" fmla="*/ 299045 h 779"/>
              <a:gd name="T78" fmla="*/ 677689 w 792"/>
              <a:gd name="T79" fmla="*/ 544947 h 779"/>
              <a:gd name="T80" fmla="*/ 300595 w 792"/>
              <a:gd name="T81" fmla="*/ 561160 h 779"/>
              <a:gd name="T82" fmla="*/ 561591 w 792"/>
              <a:gd name="T83" fmla="*/ 299045 h 779"/>
              <a:gd name="T84" fmla="*/ 38699 w 792"/>
              <a:gd name="T85" fmla="*/ 299045 h 77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792" h="779">
                <a:moveTo>
                  <a:pt x="297" y="240"/>
                </a:moveTo>
                <a:lnTo>
                  <a:pt x="209" y="341"/>
                </a:lnTo>
                <a:lnTo>
                  <a:pt x="188" y="323"/>
                </a:lnTo>
                <a:lnTo>
                  <a:pt x="277" y="223"/>
                </a:lnTo>
                <a:lnTo>
                  <a:pt x="297" y="240"/>
                </a:lnTo>
                <a:close/>
                <a:moveTo>
                  <a:pt x="390" y="323"/>
                </a:moveTo>
                <a:lnTo>
                  <a:pt x="276" y="224"/>
                </a:lnTo>
                <a:lnTo>
                  <a:pt x="294" y="203"/>
                </a:lnTo>
                <a:lnTo>
                  <a:pt x="408" y="303"/>
                </a:lnTo>
                <a:lnTo>
                  <a:pt x="390" y="323"/>
                </a:lnTo>
                <a:close/>
                <a:moveTo>
                  <a:pt x="487" y="212"/>
                </a:moveTo>
                <a:lnTo>
                  <a:pt x="390" y="323"/>
                </a:lnTo>
                <a:lnTo>
                  <a:pt x="369" y="305"/>
                </a:lnTo>
                <a:lnTo>
                  <a:pt x="467" y="194"/>
                </a:lnTo>
                <a:lnTo>
                  <a:pt x="487" y="212"/>
                </a:lnTo>
                <a:close/>
                <a:moveTo>
                  <a:pt x="492" y="181"/>
                </a:moveTo>
                <a:cubicBezTo>
                  <a:pt x="497" y="179"/>
                  <a:pt x="500" y="182"/>
                  <a:pt x="499" y="187"/>
                </a:cubicBezTo>
                <a:lnTo>
                  <a:pt x="495" y="203"/>
                </a:lnTo>
                <a:cubicBezTo>
                  <a:pt x="494" y="209"/>
                  <a:pt x="492" y="217"/>
                  <a:pt x="491" y="222"/>
                </a:cubicBezTo>
                <a:lnTo>
                  <a:pt x="488" y="239"/>
                </a:lnTo>
                <a:cubicBezTo>
                  <a:pt x="487" y="244"/>
                  <a:pt x="483" y="245"/>
                  <a:pt x="479" y="242"/>
                </a:cubicBezTo>
                <a:lnTo>
                  <a:pt x="465" y="230"/>
                </a:lnTo>
                <a:cubicBezTo>
                  <a:pt x="461" y="227"/>
                  <a:pt x="455" y="221"/>
                  <a:pt x="451" y="217"/>
                </a:cubicBezTo>
                <a:lnTo>
                  <a:pt x="437" y="206"/>
                </a:lnTo>
                <a:cubicBezTo>
                  <a:pt x="433" y="202"/>
                  <a:pt x="434" y="198"/>
                  <a:pt x="439" y="197"/>
                </a:cubicBezTo>
                <a:lnTo>
                  <a:pt x="456" y="192"/>
                </a:lnTo>
                <a:cubicBezTo>
                  <a:pt x="461" y="190"/>
                  <a:pt x="470" y="187"/>
                  <a:pt x="475" y="186"/>
                </a:cubicBezTo>
                <a:lnTo>
                  <a:pt x="492" y="181"/>
                </a:lnTo>
                <a:close/>
                <a:moveTo>
                  <a:pt x="400" y="343"/>
                </a:moveTo>
                <a:lnTo>
                  <a:pt x="375" y="343"/>
                </a:lnTo>
                <a:cubicBezTo>
                  <a:pt x="368" y="343"/>
                  <a:pt x="362" y="349"/>
                  <a:pt x="362" y="356"/>
                </a:cubicBezTo>
                <a:lnTo>
                  <a:pt x="362" y="489"/>
                </a:lnTo>
                <a:lnTo>
                  <a:pt x="413" y="489"/>
                </a:lnTo>
                <a:lnTo>
                  <a:pt x="413" y="356"/>
                </a:lnTo>
                <a:cubicBezTo>
                  <a:pt x="413" y="349"/>
                  <a:pt x="407" y="343"/>
                  <a:pt x="400" y="343"/>
                </a:cubicBezTo>
                <a:close/>
                <a:moveTo>
                  <a:pt x="312" y="298"/>
                </a:moveTo>
                <a:lnTo>
                  <a:pt x="287" y="298"/>
                </a:lnTo>
                <a:cubicBezTo>
                  <a:pt x="280" y="298"/>
                  <a:pt x="274" y="304"/>
                  <a:pt x="274" y="311"/>
                </a:cubicBezTo>
                <a:lnTo>
                  <a:pt x="274" y="489"/>
                </a:lnTo>
                <a:lnTo>
                  <a:pt x="325" y="489"/>
                </a:lnTo>
                <a:lnTo>
                  <a:pt x="325" y="311"/>
                </a:lnTo>
                <a:cubicBezTo>
                  <a:pt x="325" y="304"/>
                  <a:pt x="319" y="298"/>
                  <a:pt x="312" y="298"/>
                </a:cubicBezTo>
                <a:close/>
                <a:moveTo>
                  <a:pt x="488" y="267"/>
                </a:moveTo>
                <a:lnTo>
                  <a:pt x="463" y="267"/>
                </a:lnTo>
                <a:cubicBezTo>
                  <a:pt x="456" y="267"/>
                  <a:pt x="450" y="273"/>
                  <a:pt x="450" y="281"/>
                </a:cubicBezTo>
                <a:lnTo>
                  <a:pt x="450" y="489"/>
                </a:lnTo>
                <a:lnTo>
                  <a:pt x="501" y="489"/>
                </a:lnTo>
                <a:lnTo>
                  <a:pt x="501" y="281"/>
                </a:lnTo>
                <a:cubicBezTo>
                  <a:pt x="501" y="273"/>
                  <a:pt x="495" y="267"/>
                  <a:pt x="488" y="267"/>
                </a:cubicBezTo>
                <a:close/>
                <a:moveTo>
                  <a:pt x="224" y="390"/>
                </a:moveTo>
                <a:lnTo>
                  <a:pt x="200" y="390"/>
                </a:lnTo>
                <a:cubicBezTo>
                  <a:pt x="192" y="390"/>
                  <a:pt x="186" y="396"/>
                  <a:pt x="186" y="403"/>
                </a:cubicBezTo>
                <a:lnTo>
                  <a:pt x="186" y="489"/>
                </a:lnTo>
                <a:lnTo>
                  <a:pt x="237" y="489"/>
                </a:lnTo>
                <a:lnTo>
                  <a:pt x="237" y="403"/>
                </a:lnTo>
                <a:cubicBezTo>
                  <a:pt x="237" y="396"/>
                  <a:pt x="231" y="390"/>
                  <a:pt x="224" y="390"/>
                </a:cubicBezTo>
                <a:close/>
                <a:moveTo>
                  <a:pt x="149" y="476"/>
                </a:moveTo>
                <a:cubicBezTo>
                  <a:pt x="149" y="483"/>
                  <a:pt x="144" y="489"/>
                  <a:pt x="136" y="489"/>
                </a:cubicBezTo>
                <a:cubicBezTo>
                  <a:pt x="129" y="489"/>
                  <a:pt x="123" y="483"/>
                  <a:pt x="123" y="476"/>
                </a:cubicBezTo>
                <a:lnTo>
                  <a:pt x="123" y="189"/>
                </a:lnTo>
                <a:cubicBezTo>
                  <a:pt x="123" y="182"/>
                  <a:pt x="129" y="176"/>
                  <a:pt x="136" y="176"/>
                </a:cubicBezTo>
                <a:cubicBezTo>
                  <a:pt x="143" y="176"/>
                  <a:pt x="149" y="182"/>
                  <a:pt x="149" y="189"/>
                </a:cubicBezTo>
                <a:lnTo>
                  <a:pt x="149" y="476"/>
                </a:lnTo>
                <a:close/>
                <a:moveTo>
                  <a:pt x="531" y="463"/>
                </a:moveTo>
                <a:cubicBezTo>
                  <a:pt x="538" y="463"/>
                  <a:pt x="544" y="469"/>
                  <a:pt x="544" y="476"/>
                </a:cubicBezTo>
                <a:cubicBezTo>
                  <a:pt x="544" y="483"/>
                  <a:pt x="538" y="489"/>
                  <a:pt x="531" y="489"/>
                </a:cubicBezTo>
                <a:lnTo>
                  <a:pt x="136" y="489"/>
                </a:lnTo>
                <a:cubicBezTo>
                  <a:pt x="129" y="489"/>
                  <a:pt x="123" y="483"/>
                  <a:pt x="123" y="476"/>
                </a:cubicBezTo>
                <a:cubicBezTo>
                  <a:pt x="123" y="469"/>
                  <a:pt x="129" y="463"/>
                  <a:pt x="136" y="463"/>
                </a:cubicBezTo>
                <a:lnTo>
                  <a:pt x="531" y="463"/>
                </a:lnTo>
                <a:close/>
                <a:moveTo>
                  <a:pt x="753" y="750"/>
                </a:moveTo>
                <a:cubicBezTo>
                  <a:pt x="732" y="770"/>
                  <a:pt x="706" y="779"/>
                  <a:pt x="680" y="779"/>
                </a:cubicBezTo>
                <a:cubicBezTo>
                  <a:pt x="654" y="779"/>
                  <a:pt x="628" y="770"/>
                  <a:pt x="608" y="750"/>
                </a:cubicBezTo>
                <a:lnTo>
                  <a:pt x="485" y="629"/>
                </a:lnTo>
                <a:cubicBezTo>
                  <a:pt x="440" y="653"/>
                  <a:pt x="388" y="666"/>
                  <a:pt x="334" y="666"/>
                </a:cubicBezTo>
                <a:cubicBezTo>
                  <a:pt x="149" y="666"/>
                  <a:pt x="0" y="517"/>
                  <a:pt x="0" y="332"/>
                </a:cubicBezTo>
                <a:cubicBezTo>
                  <a:pt x="0" y="149"/>
                  <a:pt x="149" y="0"/>
                  <a:pt x="334" y="0"/>
                </a:cubicBezTo>
                <a:cubicBezTo>
                  <a:pt x="517" y="0"/>
                  <a:pt x="666" y="149"/>
                  <a:pt x="666" y="332"/>
                </a:cubicBezTo>
                <a:cubicBezTo>
                  <a:pt x="666" y="387"/>
                  <a:pt x="653" y="439"/>
                  <a:pt x="630" y="484"/>
                </a:cubicBezTo>
                <a:lnTo>
                  <a:pt x="753" y="605"/>
                </a:lnTo>
                <a:cubicBezTo>
                  <a:pt x="792" y="645"/>
                  <a:pt x="792" y="709"/>
                  <a:pt x="753" y="750"/>
                </a:cubicBezTo>
                <a:close/>
                <a:moveTo>
                  <a:pt x="334" y="623"/>
                </a:moveTo>
                <a:lnTo>
                  <a:pt x="334" y="623"/>
                </a:lnTo>
                <a:cubicBezTo>
                  <a:pt x="494" y="623"/>
                  <a:pt x="624" y="493"/>
                  <a:pt x="624" y="332"/>
                </a:cubicBezTo>
                <a:cubicBezTo>
                  <a:pt x="624" y="172"/>
                  <a:pt x="494" y="42"/>
                  <a:pt x="334" y="42"/>
                </a:cubicBezTo>
                <a:cubicBezTo>
                  <a:pt x="173" y="42"/>
                  <a:pt x="43" y="172"/>
                  <a:pt x="43" y="332"/>
                </a:cubicBezTo>
                <a:cubicBezTo>
                  <a:pt x="43" y="493"/>
                  <a:pt x="173" y="623"/>
                  <a:pt x="334" y="6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Freeform 37"/>
          <p:cNvSpPr>
            <a:spLocks noEditPoints="1"/>
          </p:cNvSpPr>
          <p:nvPr/>
        </p:nvSpPr>
        <p:spPr bwMode="auto">
          <a:xfrm>
            <a:off x="9315829" y="3478939"/>
            <a:ext cx="356394" cy="352959"/>
          </a:xfrm>
          <a:custGeom>
            <a:avLst/>
            <a:gdLst>
              <a:gd name="T0" fmla="*/ 594912 w 732"/>
              <a:gd name="T1" fmla="*/ 562343 h 724"/>
              <a:gd name="T2" fmla="*/ 526510 w 732"/>
              <a:gd name="T3" fmla="*/ 562343 h 724"/>
              <a:gd name="T4" fmla="*/ 431109 w 732"/>
              <a:gd name="T5" fmla="*/ 379401 h 724"/>
              <a:gd name="T6" fmla="*/ 421208 w 732"/>
              <a:gd name="T7" fmla="*/ 415449 h 724"/>
              <a:gd name="T8" fmla="*/ 369007 w 732"/>
              <a:gd name="T9" fmla="*/ 455101 h 724"/>
              <a:gd name="T10" fmla="*/ 540011 w 732"/>
              <a:gd name="T11" fmla="*/ 644351 h 724"/>
              <a:gd name="T12" fmla="*/ 649813 w 732"/>
              <a:gd name="T13" fmla="*/ 570454 h 724"/>
              <a:gd name="T14" fmla="*/ 568811 w 732"/>
              <a:gd name="T15" fmla="*/ 486643 h 724"/>
              <a:gd name="T16" fmla="*/ 449109 w 732"/>
              <a:gd name="T17" fmla="*/ 388413 h 724"/>
              <a:gd name="T18" fmla="*/ 237605 w 732"/>
              <a:gd name="T19" fmla="*/ 231606 h 724"/>
              <a:gd name="T20" fmla="*/ 273605 w 732"/>
              <a:gd name="T21" fmla="*/ 221693 h 724"/>
              <a:gd name="T22" fmla="*/ 283506 w 732"/>
              <a:gd name="T23" fmla="*/ 186546 h 724"/>
              <a:gd name="T24" fmla="*/ 292506 w 732"/>
              <a:gd name="T25" fmla="*/ 153202 h 724"/>
              <a:gd name="T26" fmla="*/ 126903 w 732"/>
              <a:gd name="T27" fmla="*/ 14419 h 724"/>
              <a:gd name="T28" fmla="*/ 104402 w 732"/>
              <a:gd name="T29" fmla="*/ 184744 h 724"/>
              <a:gd name="T30" fmla="*/ 900 w 732"/>
              <a:gd name="T31" fmla="*/ 141487 h 724"/>
              <a:gd name="T32" fmla="*/ 196204 w 732"/>
              <a:gd name="T33" fmla="*/ 281171 h 724"/>
              <a:gd name="T34" fmla="*/ 221404 w 732"/>
              <a:gd name="T35" fmla="*/ 248729 h 724"/>
              <a:gd name="T36" fmla="*/ 634513 w 732"/>
              <a:gd name="T37" fmla="*/ 63985 h 724"/>
              <a:gd name="T38" fmla="*/ 546311 w 732"/>
              <a:gd name="T39" fmla="*/ 0 h 724"/>
              <a:gd name="T40" fmla="*/ 309606 w 732"/>
              <a:gd name="T41" fmla="*/ 211780 h 724"/>
              <a:gd name="T42" fmla="*/ 275405 w 732"/>
              <a:gd name="T43" fmla="*/ 260444 h 724"/>
              <a:gd name="T44" fmla="*/ 246605 w 732"/>
              <a:gd name="T45" fmla="*/ 274863 h 724"/>
              <a:gd name="T46" fmla="*/ 250205 w 732"/>
              <a:gd name="T47" fmla="*/ 364982 h 724"/>
              <a:gd name="T48" fmla="*/ 58501 w 732"/>
              <a:gd name="T49" fmla="*/ 530801 h 724"/>
              <a:gd name="T50" fmla="*/ 37801 w 732"/>
              <a:gd name="T51" fmla="*/ 652462 h 724"/>
              <a:gd name="T52" fmla="*/ 136803 w 732"/>
              <a:gd name="T53" fmla="*/ 553331 h 724"/>
              <a:gd name="T54" fmla="*/ 291606 w 732"/>
              <a:gd name="T55" fmla="*/ 406437 h 724"/>
              <a:gd name="T56" fmla="*/ 378907 w 732"/>
              <a:gd name="T57" fmla="*/ 406437 h 724"/>
              <a:gd name="T58" fmla="*/ 404108 w 732"/>
              <a:gd name="T59" fmla="*/ 352366 h 724"/>
              <a:gd name="T60" fmla="*/ 441009 w 732"/>
              <a:gd name="T61" fmla="*/ 344255 h 724"/>
              <a:gd name="T62" fmla="*/ 634513 w 732"/>
              <a:gd name="T63" fmla="*/ 63985 h 724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732" h="724">
                <a:moveTo>
                  <a:pt x="623" y="586"/>
                </a:moveTo>
                <a:cubicBezTo>
                  <a:pt x="644" y="586"/>
                  <a:pt x="661" y="603"/>
                  <a:pt x="661" y="624"/>
                </a:cubicBezTo>
                <a:cubicBezTo>
                  <a:pt x="661" y="645"/>
                  <a:pt x="644" y="662"/>
                  <a:pt x="623" y="662"/>
                </a:cubicBezTo>
                <a:cubicBezTo>
                  <a:pt x="602" y="662"/>
                  <a:pt x="585" y="645"/>
                  <a:pt x="585" y="624"/>
                </a:cubicBezTo>
                <a:cubicBezTo>
                  <a:pt x="585" y="603"/>
                  <a:pt x="602" y="586"/>
                  <a:pt x="623" y="586"/>
                </a:cubicBezTo>
                <a:close/>
                <a:moveTo>
                  <a:pt x="479" y="421"/>
                </a:moveTo>
                <a:lnTo>
                  <a:pt x="489" y="441"/>
                </a:lnTo>
                <a:lnTo>
                  <a:pt x="468" y="461"/>
                </a:lnTo>
                <a:lnTo>
                  <a:pt x="449" y="480"/>
                </a:lnTo>
                <a:cubicBezTo>
                  <a:pt x="438" y="491"/>
                  <a:pt x="425" y="500"/>
                  <a:pt x="410" y="505"/>
                </a:cubicBezTo>
                <a:lnTo>
                  <a:pt x="539" y="633"/>
                </a:lnTo>
                <a:lnTo>
                  <a:pt x="600" y="715"/>
                </a:lnTo>
                <a:lnTo>
                  <a:pt x="632" y="724"/>
                </a:lnTo>
                <a:lnTo>
                  <a:pt x="722" y="633"/>
                </a:lnTo>
                <a:lnTo>
                  <a:pt x="713" y="600"/>
                </a:lnTo>
                <a:lnTo>
                  <a:pt x="632" y="540"/>
                </a:lnTo>
                <a:lnTo>
                  <a:pt x="511" y="419"/>
                </a:lnTo>
                <a:lnTo>
                  <a:pt x="499" y="431"/>
                </a:lnTo>
                <a:lnTo>
                  <a:pt x="479" y="421"/>
                </a:lnTo>
                <a:close/>
                <a:moveTo>
                  <a:pt x="264" y="257"/>
                </a:moveTo>
                <a:lnTo>
                  <a:pt x="285" y="237"/>
                </a:lnTo>
                <a:lnTo>
                  <a:pt x="304" y="246"/>
                </a:lnTo>
                <a:lnTo>
                  <a:pt x="294" y="227"/>
                </a:lnTo>
                <a:lnTo>
                  <a:pt x="315" y="207"/>
                </a:lnTo>
                <a:lnTo>
                  <a:pt x="317" y="205"/>
                </a:lnTo>
                <a:cubicBezTo>
                  <a:pt x="322" y="193"/>
                  <a:pt x="325" y="181"/>
                  <a:pt x="325" y="170"/>
                </a:cubicBezTo>
                <a:cubicBezTo>
                  <a:pt x="325" y="84"/>
                  <a:pt x="242" y="0"/>
                  <a:pt x="156" y="1"/>
                </a:cubicBezTo>
                <a:cubicBezTo>
                  <a:pt x="156" y="1"/>
                  <a:pt x="146" y="11"/>
                  <a:pt x="141" y="16"/>
                </a:cubicBezTo>
                <a:cubicBezTo>
                  <a:pt x="210" y="85"/>
                  <a:pt x="204" y="74"/>
                  <a:pt x="204" y="116"/>
                </a:cubicBezTo>
                <a:cubicBezTo>
                  <a:pt x="204" y="151"/>
                  <a:pt x="149" y="205"/>
                  <a:pt x="116" y="205"/>
                </a:cubicBezTo>
                <a:cubicBezTo>
                  <a:pt x="72" y="205"/>
                  <a:pt x="86" y="212"/>
                  <a:pt x="16" y="142"/>
                </a:cubicBezTo>
                <a:cubicBezTo>
                  <a:pt x="10" y="147"/>
                  <a:pt x="1" y="157"/>
                  <a:pt x="1" y="157"/>
                </a:cubicBezTo>
                <a:cubicBezTo>
                  <a:pt x="2" y="243"/>
                  <a:pt x="83" y="325"/>
                  <a:pt x="169" y="325"/>
                </a:cubicBezTo>
                <a:cubicBezTo>
                  <a:pt x="185" y="325"/>
                  <a:pt x="201" y="320"/>
                  <a:pt x="218" y="312"/>
                </a:cubicBezTo>
                <a:lnTo>
                  <a:pt x="221" y="315"/>
                </a:lnTo>
                <a:cubicBezTo>
                  <a:pt x="226" y="301"/>
                  <a:pt x="234" y="288"/>
                  <a:pt x="246" y="276"/>
                </a:cubicBezTo>
                <a:lnTo>
                  <a:pt x="264" y="257"/>
                </a:lnTo>
                <a:close/>
                <a:moveTo>
                  <a:pt x="705" y="71"/>
                </a:moveTo>
                <a:lnTo>
                  <a:pt x="655" y="20"/>
                </a:lnTo>
                <a:cubicBezTo>
                  <a:pt x="642" y="7"/>
                  <a:pt x="624" y="0"/>
                  <a:pt x="607" y="0"/>
                </a:cubicBezTo>
                <a:cubicBezTo>
                  <a:pt x="589" y="0"/>
                  <a:pt x="572" y="7"/>
                  <a:pt x="558" y="20"/>
                </a:cubicBezTo>
                <a:lnTo>
                  <a:pt x="344" y="235"/>
                </a:lnTo>
                <a:cubicBezTo>
                  <a:pt x="350" y="248"/>
                  <a:pt x="345" y="267"/>
                  <a:pt x="335" y="277"/>
                </a:cubicBezTo>
                <a:cubicBezTo>
                  <a:pt x="328" y="284"/>
                  <a:pt x="317" y="289"/>
                  <a:pt x="306" y="289"/>
                </a:cubicBezTo>
                <a:cubicBezTo>
                  <a:pt x="302" y="289"/>
                  <a:pt x="297" y="288"/>
                  <a:pt x="293" y="286"/>
                </a:cubicBezTo>
                <a:lnTo>
                  <a:pt x="274" y="305"/>
                </a:lnTo>
                <a:cubicBezTo>
                  <a:pt x="247" y="331"/>
                  <a:pt x="247" y="375"/>
                  <a:pt x="274" y="401"/>
                </a:cubicBezTo>
                <a:lnTo>
                  <a:pt x="278" y="405"/>
                </a:lnTo>
                <a:lnTo>
                  <a:pt x="110" y="572"/>
                </a:lnTo>
                <a:lnTo>
                  <a:pt x="65" y="589"/>
                </a:lnTo>
                <a:lnTo>
                  <a:pt x="0" y="682"/>
                </a:lnTo>
                <a:lnTo>
                  <a:pt x="42" y="724"/>
                </a:lnTo>
                <a:lnTo>
                  <a:pt x="135" y="659"/>
                </a:lnTo>
                <a:lnTo>
                  <a:pt x="152" y="614"/>
                </a:lnTo>
                <a:lnTo>
                  <a:pt x="319" y="447"/>
                </a:lnTo>
                <a:lnTo>
                  <a:pt x="324" y="451"/>
                </a:lnTo>
                <a:cubicBezTo>
                  <a:pt x="338" y="465"/>
                  <a:pt x="355" y="471"/>
                  <a:pt x="373" y="471"/>
                </a:cubicBezTo>
                <a:cubicBezTo>
                  <a:pt x="390" y="471"/>
                  <a:pt x="408" y="465"/>
                  <a:pt x="421" y="451"/>
                </a:cubicBezTo>
                <a:lnTo>
                  <a:pt x="440" y="433"/>
                </a:lnTo>
                <a:cubicBezTo>
                  <a:pt x="434" y="420"/>
                  <a:pt x="438" y="401"/>
                  <a:pt x="449" y="391"/>
                </a:cubicBezTo>
                <a:cubicBezTo>
                  <a:pt x="456" y="384"/>
                  <a:pt x="467" y="379"/>
                  <a:pt x="477" y="379"/>
                </a:cubicBezTo>
                <a:cubicBezTo>
                  <a:pt x="482" y="379"/>
                  <a:pt x="487" y="380"/>
                  <a:pt x="490" y="382"/>
                </a:cubicBezTo>
                <a:lnTo>
                  <a:pt x="705" y="167"/>
                </a:lnTo>
                <a:cubicBezTo>
                  <a:pt x="732" y="140"/>
                  <a:pt x="732" y="97"/>
                  <a:pt x="705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08-16 当天节点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TIMESTAMPS, NO MULTIPLIERS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评分与边界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WE CLAIM, WHAT WE DO NOT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476241" y="4186512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对得上的数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不写倍数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125" y="4190958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未批不写码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S0 人验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04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íṣľïdê"/>
          <p:cNvSpPr/>
          <p:nvPr/>
        </p:nvSpPr>
        <p:spPr bwMode="auto">
          <a:xfrm>
            <a:off x="-1587" y="3709283"/>
            <a:ext cx="12193588" cy="2434342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</a:endParaRPr>
          </a:p>
        </p:txBody>
      </p:sp>
      <p:grpSp>
        <p:nvGrpSpPr>
          <p:cNvPr id="7" name="iSḷiḓê"/>
          <p:cNvGrpSpPr/>
          <p:nvPr/>
        </p:nvGrpSpPr>
        <p:grpSpPr>
          <a:xfrm>
            <a:off x="4697175" y="2698891"/>
            <a:ext cx="2772617" cy="2137740"/>
            <a:chOff x="3016250" y="2076450"/>
            <a:chExt cx="4578350" cy="3022598"/>
          </a:xfrm>
        </p:grpSpPr>
        <p:sp>
          <p:nvSpPr>
            <p:cNvPr id="26" name="iṩḷïḑê"/>
            <p:cNvSpPr/>
            <p:nvPr/>
          </p:nvSpPr>
          <p:spPr>
            <a:xfrm flipV="1">
              <a:off x="3016250" y="4803773"/>
              <a:ext cx="4578350" cy="2952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7" name="íṣlîḓé"/>
            <p:cNvSpPr/>
            <p:nvPr/>
          </p:nvSpPr>
          <p:spPr>
            <a:xfrm>
              <a:off x="3152775" y="2076450"/>
              <a:ext cx="4305300" cy="2505075"/>
            </a:xfrm>
            <a:prstGeom prst="roundRect">
              <a:avLst>
                <a:gd name="adj" fmla="val 11344"/>
              </a:avLst>
            </a:pr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8" name="ïŝ1íḍê"/>
            <p:cNvSpPr/>
            <p:nvPr/>
          </p:nvSpPr>
          <p:spPr>
            <a:xfrm>
              <a:off x="3282950" y="2182812"/>
              <a:ext cx="4044950" cy="2292350"/>
            </a:xfrm>
            <a:prstGeom prst="roundRect">
              <a:avLst>
                <a:gd name="adj" fmla="val 11344"/>
              </a:avLst>
            </a:prstGeom>
            <a:solidFill>
              <a:schemeClr val="bg1">
                <a:lumMod val="9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</p:grpSp>
      <p:sp>
        <p:nvSpPr>
          <p:cNvPr id="8" name="íšľîḍé"/>
          <p:cNvSpPr/>
          <p:nvPr/>
        </p:nvSpPr>
        <p:spPr>
          <a:xfrm>
            <a:off x="3626216" y="3339000"/>
            <a:ext cx="862861" cy="862861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9" name="ïšlíḓé"/>
          <p:cNvSpPr/>
          <p:nvPr/>
        </p:nvSpPr>
        <p:spPr>
          <a:xfrm>
            <a:off x="7702923" y="3339000"/>
            <a:ext cx="862861" cy="862861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0" name="ïṥḷiḑé"/>
          <p:cNvSpPr/>
          <p:nvPr/>
        </p:nvSpPr>
        <p:spPr>
          <a:xfrm>
            <a:off x="4512633" y="2154688"/>
            <a:ext cx="863402" cy="863402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1" name="îsliďê"/>
          <p:cNvSpPr/>
          <p:nvPr/>
        </p:nvSpPr>
        <p:spPr>
          <a:xfrm>
            <a:off x="6790932" y="2154688"/>
            <a:ext cx="863402" cy="863402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2" name="îşļide"/>
          <p:cNvSpPr/>
          <p:nvPr/>
        </p:nvSpPr>
        <p:spPr bwMode="auto">
          <a:xfrm>
            <a:off x="7114582" y="2406738"/>
            <a:ext cx="199613" cy="359303"/>
          </a:xfrm>
          <a:custGeom>
            <a:avLst/>
            <a:gdLst>
              <a:gd name="T0" fmla="*/ 159 w 159"/>
              <a:gd name="T1" fmla="*/ 50 h 286"/>
              <a:gd name="T2" fmla="*/ 114 w 159"/>
              <a:gd name="T3" fmla="*/ 50 h 286"/>
              <a:gd name="T4" fmla="*/ 114 w 159"/>
              <a:gd name="T5" fmla="*/ 50 h 286"/>
              <a:gd name="T6" fmla="*/ 111 w 159"/>
              <a:gd name="T7" fmla="*/ 51 h 286"/>
              <a:gd name="T8" fmla="*/ 107 w 159"/>
              <a:gd name="T9" fmla="*/ 54 h 286"/>
              <a:gd name="T10" fmla="*/ 103 w 159"/>
              <a:gd name="T11" fmla="*/ 60 h 286"/>
              <a:gd name="T12" fmla="*/ 102 w 159"/>
              <a:gd name="T13" fmla="*/ 66 h 286"/>
              <a:gd name="T14" fmla="*/ 102 w 159"/>
              <a:gd name="T15" fmla="*/ 99 h 286"/>
              <a:gd name="T16" fmla="*/ 159 w 159"/>
              <a:gd name="T17" fmla="*/ 99 h 286"/>
              <a:gd name="T18" fmla="*/ 159 w 159"/>
              <a:gd name="T19" fmla="*/ 146 h 286"/>
              <a:gd name="T20" fmla="*/ 102 w 159"/>
              <a:gd name="T21" fmla="*/ 146 h 286"/>
              <a:gd name="T22" fmla="*/ 102 w 159"/>
              <a:gd name="T23" fmla="*/ 286 h 286"/>
              <a:gd name="T24" fmla="*/ 50 w 159"/>
              <a:gd name="T25" fmla="*/ 286 h 286"/>
              <a:gd name="T26" fmla="*/ 50 w 159"/>
              <a:gd name="T27" fmla="*/ 146 h 286"/>
              <a:gd name="T28" fmla="*/ 0 w 159"/>
              <a:gd name="T29" fmla="*/ 146 h 286"/>
              <a:gd name="T30" fmla="*/ 0 w 159"/>
              <a:gd name="T31" fmla="*/ 99 h 286"/>
              <a:gd name="T32" fmla="*/ 50 w 159"/>
              <a:gd name="T33" fmla="*/ 99 h 286"/>
              <a:gd name="T34" fmla="*/ 50 w 159"/>
              <a:gd name="T35" fmla="*/ 71 h 286"/>
              <a:gd name="T36" fmla="*/ 50 w 159"/>
              <a:gd name="T37" fmla="*/ 71 h 286"/>
              <a:gd name="T38" fmla="*/ 50 w 159"/>
              <a:gd name="T39" fmla="*/ 64 h 286"/>
              <a:gd name="T40" fmla="*/ 51 w 159"/>
              <a:gd name="T41" fmla="*/ 57 h 286"/>
              <a:gd name="T42" fmla="*/ 52 w 159"/>
              <a:gd name="T43" fmla="*/ 50 h 286"/>
              <a:gd name="T44" fmla="*/ 54 w 159"/>
              <a:gd name="T45" fmla="*/ 43 h 286"/>
              <a:gd name="T46" fmla="*/ 57 w 159"/>
              <a:gd name="T47" fmla="*/ 37 h 286"/>
              <a:gd name="T48" fmla="*/ 60 w 159"/>
              <a:gd name="T49" fmla="*/ 31 h 286"/>
              <a:gd name="T50" fmla="*/ 63 w 159"/>
              <a:gd name="T51" fmla="*/ 26 h 286"/>
              <a:gd name="T52" fmla="*/ 67 w 159"/>
              <a:gd name="T53" fmla="*/ 21 h 286"/>
              <a:gd name="T54" fmla="*/ 72 w 159"/>
              <a:gd name="T55" fmla="*/ 16 h 286"/>
              <a:gd name="T56" fmla="*/ 78 w 159"/>
              <a:gd name="T57" fmla="*/ 12 h 286"/>
              <a:gd name="T58" fmla="*/ 83 w 159"/>
              <a:gd name="T59" fmla="*/ 8 h 286"/>
              <a:gd name="T60" fmla="*/ 88 w 159"/>
              <a:gd name="T61" fmla="*/ 5 h 286"/>
              <a:gd name="T62" fmla="*/ 94 w 159"/>
              <a:gd name="T63" fmla="*/ 3 h 286"/>
              <a:gd name="T64" fmla="*/ 100 w 159"/>
              <a:gd name="T65" fmla="*/ 1 h 286"/>
              <a:gd name="T66" fmla="*/ 108 w 159"/>
              <a:gd name="T67" fmla="*/ 0 h 286"/>
              <a:gd name="T68" fmla="*/ 114 w 159"/>
              <a:gd name="T69" fmla="*/ 0 h 286"/>
              <a:gd name="T70" fmla="*/ 159 w 159"/>
              <a:gd name="T71" fmla="*/ 0 h 286"/>
              <a:gd name="T72" fmla="*/ 159 w 159"/>
              <a:gd name="T73" fmla="*/ 5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9" h="286">
                <a:moveTo>
                  <a:pt x="159" y="50"/>
                </a:moveTo>
                <a:lnTo>
                  <a:pt x="114" y="50"/>
                </a:lnTo>
                <a:lnTo>
                  <a:pt x="114" y="50"/>
                </a:lnTo>
                <a:lnTo>
                  <a:pt x="111" y="51"/>
                </a:lnTo>
                <a:lnTo>
                  <a:pt x="107" y="54"/>
                </a:lnTo>
                <a:lnTo>
                  <a:pt x="103" y="60"/>
                </a:lnTo>
                <a:lnTo>
                  <a:pt x="102" y="66"/>
                </a:lnTo>
                <a:lnTo>
                  <a:pt x="102" y="99"/>
                </a:lnTo>
                <a:lnTo>
                  <a:pt x="159" y="99"/>
                </a:lnTo>
                <a:lnTo>
                  <a:pt x="159" y="146"/>
                </a:lnTo>
                <a:lnTo>
                  <a:pt x="102" y="146"/>
                </a:lnTo>
                <a:lnTo>
                  <a:pt x="102" y="286"/>
                </a:lnTo>
                <a:lnTo>
                  <a:pt x="50" y="286"/>
                </a:lnTo>
                <a:lnTo>
                  <a:pt x="50" y="146"/>
                </a:lnTo>
                <a:lnTo>
                  <a:pt x="0" y="146"/>
                </a:lnTo>
                <a:lnTo>
                  <a:pt x="0" y="99"/>
                </a:lnTo>
                <a:lnTo>
                  <a:pt x="50" y="99"/>
                </a:lnTo>
                <a:lnTo>
                  <a:pt x="50" y="71"/>
                </a:lnTo>
                <a:lnTo>
                  <a:pt x="50" y="71"/>
                </a:lnTo>
                <a:lnTo>
                  <a:pt x="50" y="64"/>
                </a:lnTo>
                <a:lnTo>
                  <a:pt x="51" y="57"/>
                </a:lnTo>
                <a:lnTo>
                  <a:pt x="52" y="50"/>
                </a:lnTo>
                <a:lnTo>
                  <a:pt x="54" y="43"/>
                </a:lnTo>
                <a:lnTo>
                  <a:pt x="57" y="37"/>
                </a:lnTo>
                <a:lnTo>
                  <a:pt x="60" y="31"/>
                </a:lnTo>
                <a:lnTo>
                  <a:pt x="63" y="26"/>
                </a:lnTo>
                <a:lnTo>
                  <a:pt x="67" y="21"/>
                </a:lnTo>
                <a:lnTo>
                  <a:pt x="72" y="16"/>
                </a:lnTo>
                <a:lnTo>
                  <a:pt x="78" y="12"/>
                </a:lnTo>
                <a:lnTo>
                  <a:pt x="83" y="8"/>
                </a:lnTo>
                <a:lnTo>
                  <a:pt x="88" y="5"/>
                </a:lnTo>
                <a:lnTo>
                  <a:pt x="94" y="3"/>
                </a:lnTo>
                <a:lnTo>
                  <a:pt x="100" y="1"/>
                </a:lnTo>
                <a:lnTo>
                  <a:pt x="108" y="0"/>
                </a:lnTo>
                <a:lnTo>
                  <a:pt x="114" y="0"/>
                </a:lnTo>
                <a:lnTo>
                  <a:pt x="159" y="0"/>
                </a:lnTo>
                <a:lnTo>
                  <a:pt x="159" y="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3" name="íSlîḑe"/>
          <p:cNvSpPr/>
          <p:nvPr/>
        </p:nvSpPr>
        <p:spPr bwMode="auto">
          <a:xfrm>
            <a:off x="3881412" y="3620721"/>
            <a:ext cx="364295" cy="299419"/>
          </a:xfrm>
          <a:custGeom>
            <a:avLst/>
            <a:gdLst>
              <a:gd name="T0" fmla="*/ 285 w 293"/>
              <a:gd name="T1" fmla="*/ 32 h 238"/>
              <a:gd name="T2" fmla="*/ 259 w 293"/>
              <a:gd name="T3" fmla="*/ 38 h 238"/>
              <a:gd name="T4" fmla="*/ 275 w 293"/>
              <a:gd name="T5" fmla="*/ 24 h 238"/>
              <a:gd name="T6" fmla="*/ 285 w 293"/>
              <a:gd name="T7" fmla="*/ 4 h 238"/>
              <a:gd name="T8" fmla="*/ 257 w 293"/>
              <a:gd name="T9" fmla="*/ 16 h 238"/>
              <a:gd name="T10" fmla="*/ 237 w 293"/>
              <a:gd name="T11" fmla="*/ 11 h 238"/>
              <a:gd name="T12" fmla="*/ 216 w 293"/>
              <a:gd name="T13" fmla="*/ 1 h 238"/>
              <a:gd name="T14" fmla="*/ 203 w 293"/>
              <a:gd name="T15" fmla="*/ 0 h 238"/>
              <a:gd name="T16" fmla="*/ 179 w 293"/>
              <a:gd name="T17" fmla="*/ 5 h 238"/>
              <a:gd name="T18" fmla="*/ 154 w 293"/>
              <a:gd name="T19" fmla="*/ 27 h 238"/>
              <a:gd name="T20" fmla="*/ 143 w 293"/>
              <a:gd name="T21" fmla="*/ 54 h 238"/>
              <a:gd name="T22" fmla="*/ 143 w 293"/>
              <a:gd name="T23" fmla="*/ 67 h 238"/>
              <a:gd name="T24" fmla="*/ 126 w 293"/>
              <a:gd name="T25" fmla="*/ 72 h 238"/>
              <a:gd name="T26" fmla="*/ 75 w 293"/>
              <a:gd name="T27" fmla="*/ 55 h 238"/>
              <a:gd name="T28" fmla="*/ 33 w 293"/>
              <a:gd name="T29" fmla="*/ 24 h 238"/>
              <a:gd name="T30" fmla="*/ 17 w 293"/>
              <a:gd name="T31" fmla="*/ 17 h 238"/>
              <a:gd name="T32" fmla="*/ 12 w 293"/>
              <a:gd name="T33" fmla="*/ 41 h 238"/>
              <a:gd name="T34" fmla="*/ 14 w 293"/>
              <a:gd name="T35" fmla="*/ 57 h 238"/>
              <a:gd name="T36" fmla="*/ 23 w 293"/>
              <a:gd name="T37" fmla="*/ 76 h 238"/>
              <a:gd name="T38" fmla="*/ 39 w 293"/>
              <a:gd name="T39" fmla="*/ 91 h 238"/>
              <a:gd name="T40" fmla="*/ 25 w 293"/>
              <a:gd name="T41" fmla="*/ 89 h 238"/>
              <a:gd name="T42" fmla="*/ 12 w 293"/>
              <a:gd name="T43" fmla="*/ 84 h 238"/>
              <a:gd name="T44" fmla="*/ 13 w 293"/>
              <a:gd name="T45" fmla="*/ 95 h 238"/>
              <a:gd name="T46" fmla="*/ 25 w 293"/>
              <a:gd name="T47" fmla="*/ 123 h 238"/>
              <a:gd name="T48" fmla="*/ 50 w 293"/>
              <a:gd name="T49" fmla="*/ 140 h 238"/>
              <a:gd name="T50" fmla="*/ 52 w 293"/>
              <a:gd name="T51" fmla="*/ 145 h 238"/>
              <a:gd name="T52" fmla="*/ 33 w 293"/>
              <a:gd name="T53" fmla="*/ 145 h 238"/>
              <a:gd name="T54" fmla="*/ 41 w 293"/>
              <a:gd name="T55" fmla="*/ 161 h 238"/>
              <a:gd name="T56" fmla="*/ 62 w 293"/>
              <a:gd name="T57" fmla="*/ 179 h 238"/>
              <a:gd name="T58" fmla="*/ 89 w 293"/>
              <a:gd name="T59" fmla="*/ 186 h 238"/>
              <a:gd name="T60" fmla="*/ 73 w 293"/>
              <a:gd name="T61" fmla="*/ 197 h 238"/>
              <a:gd name="T62" fmla="*/ 45 w 293"/>
              <a:gd name="T63" fmla="*/ 208 h 238"/>
              <a:gd name="T64" fmla="*/ 14 w 293"/>
              <a:gd name="T65" fmla="*/ 212 h 238"/>
              <a:gd name="T66" fmla="*/ 0 w 293"/>
              <a:gd name="T67" fmla="*/ 211 h 238"/>
              <a:gd name="T68" fmla="*/ 32 w 293"/>
              <a:gd name="T69" fmla="*/ 227 h 238"/>
              <a:gd name="T70" fmla="*/ 68 w 293"/>
              <a:gd name="T71" fmla="*/ 237 h 238"/>
              <a:gd name="T72" fmla="*/ 93 w 293"/>
              <a:gd name="T73" fmla="*/ 238 h 238"/>
              <a:gd name="T74" fmla="*/ 149 w 293"/>
              <a:gd name="T75" fmla="*/ 229 h 238"/>
              <a:gd name="T76" fmla="*/ 195 w 293"/>
              <a:gd name="T77" fmla="*/ 205 h 238"/>
              <a:gd name="T78" fmla="*/ 229 w 293"/>
              <a:gd name="T79" fmla="*/ 169 h 238"/>
              <a:gd name="T80" fmla="*/ 252 w 293"/>
              <a:gd name="T81" fmla="*/ 127 h 238"/>
              <a:gd name="T82" fmla="*/ 262 w 293"/>
              <a:gd name="T83" fmla="*/ 82 h 238"/>
              <a:gd name="T84" fmla="*/ 263 w 293"/>
              <a:gd name="T85" fmla="*/ 59 h 238"/>
              <a:gd name="T86" fmla="*/ 280 w 293"/>
              <a:gd name="T87" fmla="*/ 45 h 238"/>
              <a:gd name="T88" fmla="*/ 293 w 293"/>
              <a:gd name="T89" fmla="*/ 28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3" h="238">
                <a:moveTo>
                  <a:pt x="293" y="28"/>
                </a:moveTo>
                <a:lnTo>
                  <a:pt x="293" y="28"/>
                </a:lnTo>
                <a:lnTo>
                  <a:pt x="285" y="32"/>
                </a:lnTo>
                <a:lnTo>
                  <a:pt x="277" y="34"/>
                </a:lnTo>
                <a:lnTo>
                  <a:pt x="267" y="36"/>
                </a:lnTo>
                <a:lnTo>
                  <a:pt x="259" y="38"/>
                </a:lnTo>
                <a:lnTo>
                  <a:pt x="259" y="38"/>
                </a:lnTo>
                <a:lnTo>
                  <a:pt x="267" y="31"/>
                </a:lnTo>
                <a:lnTo>
                  <a:pt x="275" y="24"/>
                </a:lnTo>
                <a:lnTo>
                  <a:pt x="281" y="14"/>
                </a:lnTo>
                <a:lnTo>
                  <a:pt x="285" y="4"/>
                </a:lnTo>
                <a:lnTo>
                  <a:pt x="285" y="4"/>
                </a:lnTo>
                <a:lnTo>
                  <a:pt x="277" y="9"/>
                </a:lnTo>
                <a:lnTo>
                  <a:pt x="266" y="13"/>
                </a:lnTo>
                <a:lnTo>
                  <a:pt x="257" y="16"/>
                </a:lnTo>
                <a:lnTo>
                  <a:pt x="247" y="18"/>
                </a:lnTo>
                <a:lnTo>
                  <a:pt x="247" y="18"/>
                </a:lnTo>
                <a:lnTo>
                  <a:pt x="237" y="11"/>
                </a:lnTo>
                <a:lnTo>
                  <a:pt x="227" y="5"/>
                </a:lnTo>
                <a:lnTo>
                  <a:pt x="222" y="3"/>
                </a:lnTo>
                <a:lnTo>
                  <a:pt x="216" y="1"/>
                </a:lnTo>
                <a:lnTo>
                  <a:pt x="209" y="0"/>
                </a:lnTo>
                <a:lnTo>
                  <a:pt x="203" y="0"/>
                </a:lnTo>
                <a:lnTo>
                  <a:pt x="203" y="0"/>
                </a:lnTo>
                <a:lnTo>
                  <a:pt x="197" y="0"/>
                </a:lnTo>
                <a:lnTo>
                  <a:pt x="191" y="1"/>
                </a:lnTo>
                <a:lnTo>
                  <a:pt x="179" y="5"/>
                </a:lnTo>
                <a:lnTo>
                  <a:pt x="169" y="10"/>
                </a:lnTo>
                <a:lnTo>
                  <a:pt x="161" y="17"/>
                </a:lnTo>
                <a:lnTo>
                  <a:pt x="154" y="27"/>
                </a:lnTo>
                <a:lnTo>
                  <a:pt x="147" y="37"/>
                </a:lnTo>
                <a:lnTo>
                  <a:pt x="144" y="48"/>
                </a:lnTo>
                <a:lnTo>
                  <a:pt x="143" y="54"/>
                </a:lnTo>
                <a:lnTo>
                  <a:pt x="143" y="60"/>
                </a:lnTo>
                <a:lnTo>
                  <a:pt x="143" y="60"/>
                </a:lnTo>
                <a:lnTo>
                  <a:pt x="143" y="67"/>
                </a:lnTo>
                <a:lnTo>
                  <a:pt x="144" y="74"/>
                </a:lnTo>
                <a:lnTo>
                  <a:pt x="144" y="74"/>
                </a:lnTo>
                <a:lnTo>
                  <a:pt x="126" y="72"/>
                </a:lnTo>
                <a:lnTo>
                  <a:pt x="108" y="68"/>
                </a:lnTo>
                <a:lnTo>
                  <a:pt x="92" y="63"/>
                </a:lnTo>
                <a:lnTo>
                  <a:pt x="75" y="55"/>
                </a:lnTo>
                <a:lnTo>
                  <a:pt x="59" y="46"/>
                </a:lnTo>
                <a:lnTo>
                  <a:pt x="45" y="36"/>
                </a:lnTo>
                <a:lnTo>
                  <a:pt x="33" y="24"/>
                </a:lnTo>
                <a:lnTo>
                  <a:pt x="20" y="11"/>
                </a:lnTo>
                <a:lnTo>
                  <a:pt x="20" y="11"/>
                </a:lnTo>
                <a:lnTo>
                  <a:pt x="17" y="17"/>
                </a:lnTo>
                <a:lnTo>
                  <a:pt x="15" y="26"/>
                </a:lnTo>
                <a:lnTo>
                  <a:pt x="13" y="33"/>
                </a:lnTo>
                <a:lnTo>
                  <a:pt x="12" y="41"/>
                </a:lnTo>
                <a:lnTo>
                  <a:pt x="12" y="41"/>
                </a:lnTo>
                <a:lnTo>
                  <a:pt x="13" y="48"/>
                </a:lnTo>
                <a:lnTo>
                  <a:pt x="14" y="57"/>
                </a:lnTo>
                <a:lnTo>
                  <a:pt x="17" y="63"/>
                </a:lnTo>
                <a:lnTo>
                  <a:pt x="20" y="70"/>
                </a:lnTo>
                <a:lnTo>
                  <a:pt x="23" y="76"/>
                </a:lnTo>
                <a:lnTo>
                  <a:pt x="28" y="81"/>
                </a:lnTo>
                <a:lnTo>
                  <a:pt x="34" y="87"/>
                </a:lnTo>
                <a:lnTo>
                  <a:pt x="39" y="91"/>
                </a:lnTo>
                <a:lnTo>
                  <a:pt x="39" y="91"/>
                </a:lnTo>
                <a:lnTo>
                  <a:pt x="32" y="91"/>
                </a:lnTo>
                <a:lnTo>
                  <a:pt x="25" y="89"/>
                </a:lnTo>
                <a:lnTo>
                  <a:pt x="18" y="87"/>
                </a:lnTo>
                <a:lnTo>
                  <a:pt x="12" y="84"/>
                </a:lnTo>
                <a:lnTo>
                  <a:pt x="12" y="84"/>
                </a:lnTo>
                <a:lnTo>
                  <a:pt x="12" y="85"/>
                </a:lnTo>
                <a:lnTo>
                  <a:pt x="12" y="85"/>
                </a:lnTo>
                <a:lnTo>
                  <a:pt x="13" y="95"/>
                </a:lnTo>
                <a:lnTo>
                  <a:pt x="16" y="105"/>
                </a:lnTo>
                <a:lnTo>
                  <a:pt x="20" y="115"/>
                </a:lnTo>
                <a:lnTo>
                  <a:pt x="25" y="123"/>
                </a:lnTo>
                <a:lnTo>
                  <a:pt x="33" y="130"/>
                </a:lnTo>
                <a:lnTo>
                  <a:pt x="41" y="136"/>
                </a:lnTo>
                <a:lnTo>
                  <a:pt x="50" y="140"/>
                </a:lnTo>
                <a:lnTo>
                  <a:pt x="60" y="143"/>
                </a:lnTo>
                <a:lnTo>
                  <a:pt x="60" y="143"/>
                </a:lnTo>
                <a:lnTo>
                  <a:pt x="52" y="145"/>
                </a:lnTo>
                <a:lnTo>
                  <a:pt x="44" y="146"/>
                </a:lnTo>
                <a:lnTo>
                  <a:pt x="44" y="146"/>
                </a:lnTo>
                <a:lnTo>
                  <a:pt x="33" y="145"/>
                </a:lnTo>
                <a:lnTo>
                  <a:pt x="33" y="145"/>
                </a:lnTo>
                <a:lnTo>
                  <a:pt x="37" y="153"/>
                </a:lnTo>
                <a:lnTo>
                  <a:pt x="41" y="161"/>
                </a:lnTo>
                <a:lnTo>
                  <a:pt x="47" y="168"/>
                </a:lnTo>
                <a:lnTo>
                  <a:pt x="54" y="175"/>
                </a:lnTo>
                <a:lnTo>
                  <a:pt x="62" y="179"/>
                </a:lnTo>
                <a:lnTo>
                  <a:pt x="71" y="183"/>
                </a:lnTo>
                <a:lnTo>
                  <a:pt x="79" y="185"/>
                </a:lnTo>
                <a:lnTo>
                  <a:pt x="89" y="186"/>
                </a:lnTo>
                <a:lnTo>
                  <a:pt x="89" y="186"/>
                </a:lnTo>
                <a:lnTo>
                  <a:pt x="81" y="192"/>
                </a:lnTo>
                <a:lnTo>
                  <a:pt x="73" y="197"/>
                </a:lnTo>
                <a:lnTo>
                  <a:pt x="64" y="201"/>
                </a:lnTo>
                <a:lnTo>
                  <a:pt x="54" y="206"/>
                </a:lnTo>
                <a:lnTo>
                  <a:pt x="45" y="208"/>
                </a:lnTo>
                <a:lnTo>
                  <a:pt x="35" y="210"/>
                </a:lnTo>
                <a:lnTo>
                  <a:pt x="25" y="212"/>
                </a:lnTo>
                <a:lnTo>
                  <a:pt x="14" y="212"/>
                </a:lnTo>
                <a:lnTo>
                  <a:pt x="14" y="212"/>
                </a:lnTo>
                <a:lnTo>
                  <a:pt x="0" y="211"/>
                </a:lnTo>
                <a:lnTo>
                  <a:pt x="0" y="211"/>
                </a:lnTo>
                <a:lnTo>
                  <a:pt x="10" y="217"/>
                </a:lnTo>
                <a:lnTo>
                  <a:pt x="21" y="222"/>
                </a:lnTo>
                <a:lnTo>
                  <a:pt x="32" y="227"/>
                </a:lnTo>
                <a:lnTo>
                  <a:pt x="44" y="231"/>
                </a:lnTo>
                <a:lnTo>
                  <a:pt x="55" y="235"/>
                </a:lnTo>
                <a:lnTo>
                  <a:pt x="68" y="237"/>
                </a:lnTo>
                <a:lnTo>
                  <a:pt x="80" y="238"/>
                </a:lnTo>
                <a:lnTo>
                  <a:pt x="93" y="238"/>
                </a:lnTo>
                <a:lnTo>
                  <a:pt x="93" y="238"/>
                </a:lnTo>
                <a:lnTo>
                  <a:pt x="112" y="237"/>
                </a:lnTo>
                <a:lnTo>
                  <a:pt x="132" y="233"/>
                </a:lnTo>
                <a:lnTo>
                  <a:pt x="149" y="229"/>
                </a:lnTo>
                <a:lnTo>
                  <a:pt x="166" y="222"/>
                </a:lnTo>
                <a:lnTo>
                  <a:pt x="180" y="215"/>
                </a:lnTo>
                <a:lnTo>
                  <a:pt x="195" y="205"/>
                </a:lnTo>
                <a:lnTo>
                  <a:pt x="207" y="194"/>
                </a:lnTo>
                <a:lnTo>
                  <a:pt x="220" y="183"/>
                </a:lnTo>
                <a:lnTo>
                  <a:pt x="229" y="169"/>
                </a:lnTo>
                <a:lnTo>
                  <a:pt x="238" y="156"/>
                </a:lnTo>
                <a:lnTo>
                  <a:pt x="246" y="141"/>
                </a:lnTo>
                <a:lnTo>
                  <a:pt x="252" y="127"/>
                </a:lnTo>
                <a:lnTo>
                  <a:pt x="257" y="112"/>
                </a:lnTo>
                <a:lnTo>
                  <a:pt x="260" y="97"/>
                </a:lnTo>
                <a:lnTo>
                  <a:pt x="262" y="82"/>
                </a:lnTo>
                <a:lnTo>
                  <a:pt x="263" y="67"/>
                </a:lnTo>
                <a:lnTo>
                  <a:pt x="263" y="67"/>
                </a:lnTo>
                <a:lnTo>
                  <a:pt x="263" y="59"/>
                </a:lnTo>
                <a:lnTo>
                  <a:pt x="263" y="59"/>
                </a:lnTo>
                <a:lnTo>
                  <a:pt x="271" y="52"/>
                </a:lnTo>
                <a:lnTo>
                  <a:pt x="280" y="45"/>
                </a:lnTo>
                <a:lnTo>
                  <a:pt x="287" y="37"/>
                </a:lnTo>
                <a:lnTo>
                  <a:pt x="293" y="28"/>
                </a:lnTo>
                <a:lnTo>
                  <a:pt x="293" y="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4" name="íṣ1idé"/>
          <p:cNvSpPr/>
          <p:nvPr/>
        </p:nvSpPr>
        <p:spPr bwMode="auto">
          <a:xfrm>
            <a:off x="7979783" y="3606925"/>
            <a:ext cx="327619" cy="327010"/>
          </a:xfrm>
          <a:custGeom>
            <a:avLst/>
            <a:gdLst>
              <a:gd name="T0" fmla="*/ 164 w 204"/>
              <a:gd name="T1" fmla="*/ 0 h 204"/>
              <a:gd name="T2" fmla="*/ 39 w 204"/>
              <a:gd name="T3" fmla="*/ 0 h 204"/>
              <a:gd name="T4" fmla="*/ 0 w 204"/>
              <a:gd name="T5" fmla="*/ 39 h 204"/>
              <a:gd name="T6" fmla="*/ 0 w 204"/>
              <a:gd name="T7" fmla="*/ 81 h 204"/>
              <a:gd name="T8" fmla="*/ 0 w 204"/>
              <a:gd name="T9" fmla="*/ 164 h 204"/>
              <a:gd name="T10" fmla="*/ 39 w 204"/>
              <a:gd name="T11" fmla="*/ 204 h 204"/>
              <a:gd name="T12" fmla="*/ 164 w 204"/>
              <a:gd name="T13" fmla="*/ 204 h 204"/>
              <a:gd name="T14" fmla="*/ 204 w 204"/>
              <a:gd name="T15" fmla="*/ 164 h 204"/>
              <a:gd name="T16" fmla="*/ 204 w 204"/>
              <a:gd name="T17" fmla="*/ 81 h 204"/>
              <a:gd name="T18" fmla="*/ 204 w 204"/>
              <a:gd name="T19" fmla="*/ 39 h 204"/>
              <a:gd name="T20" fmla="*/ 164 w 204"/>
              <a:gd name="T21" fmla="*/ 0 h 204"/>
              <a:gd name="T22" fmla="*/ 176 w 204"/>
              <a:gd name="T23" fmla="*/ 23 h 204"/>
              <a:gd name="T24" fmla="*/ 180 w 204"/>
              <a:gd name="T25" fmla="*/ 23 h 204"/>
              <a:gd name="T26" fmla="*/ 180 w 204"/>
              <a:gd name="T27" fmla="*/ 28 h 204"/>
              <a:gd name="T28" fmla="*/ 180 w 204"/>
              <a:gd name="T29" fmla="*/ 58 h 204"/>
              <a:gd name="T30" fmla="*/ 146 w 204"/>
              <a:gd name="T31" fmla="*/ 58 h 204"/>
              <a:gd name="T32" fmla="*/ 146 w 204"/>
              <a:gd name="T33" fmla="*/ 24 h 204"/>
              <a:gd name="T34" fmla="*/ 176 w 204"/>
              <a:gd name="T35" fmla="*/ 23 h 204"/>
              <a:gd name="T36" fmla="*/ 73 w 204"/>
              <a:gd name="T37" fmla="*/ 81 h 204"/>
              <a:gd name="T38" fmla="*/ 102 w 204"/>
              <a:gd name="T39" fmla="*/ 66 h 204"/>
              <a:gd name="T40" fmla="*/ 131 w 204"/>
              <a:gd name="T41" fmla="*/ 81 h 204"/>
              <a:gd name="T42" fmla="*/ 138 w 204"/>
              <a:gd name="T43" fmla="*/ 102 h 204"/>
              <a:gd name="T44" fmla="*/ 102 w 204"/>
              <a:gd name="T45" fmla="*/ 138 h 204"/>
              <a:gd name="T46" fmla="*/ 66 w 204"/>
              <a:gd name="T47" fmla="*/ 102 h 204"/>
              <a:gd name="T48" fmla="*/ 73 w 204"/>
              <a:gd name="T49" fmla="*/ 81 h 204"/>
              <a:gd name="T50" fmla="*/ 184 w 204"/>
              <a:gd name="T51" fmla="*/ 164 h 204"/>
              <a:gd name="T52" fmla="*/ 164 w 204"/>
              <a:gd name="T53" fmla="*/ 184 h 204"/>
              <a:gd name="T54" fmla="*/ 39 w 204"/>
              <a:gd name="T55" fmla="*/ 184 h 204"/>
              <a:gd name="T56" fmla="*/ 20 w 204"/>
              <a:gd name="T57" fmla="*/ 164 h 204"/>
              <a:gd name="T58" fmla="*/ 20 w 204"/>
              <a:gd name="T59" fmla="*/ 81 h 204"/>
              <a:gd name="T60" fmla="*/ 50 w 204"/>
              <a:gd name="T61" fmla="*/ 81 h 204"/>
              <a:gd name="T62" fmla="*/ 46 w 204"/>
              <a:gd name="T63" fmla="*/ 102 h 204"/>
              <a:gd name="T64" fmla="*/ 102 w 204"/>
              <a:gd name="T65" fmla="*/ 158 h 204"/>
              <a:gd name="T66" fmla="*/ 157 w 204"/>
              <a:gd name="T67" fmla="*/ 102 h 204"/>
              <a:gd name="T68" fmla="*/ 153 w 204"/>
              <a:gd name="T69" fmla="*/ 81 h 204"/>
              <a:gd name="T70" fmla="*/ 184 w 204"/>
              <a:gd name="T71" fmla="*/ 81 h 204"/>
              <a:gd name="T72" fmla="*/ 184 w 204"/>
              <a:gd name="T73" fmla="*/ 164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04" h="204">
                <a:moveTo>
                  <a:pt x="164" y="0"/>
                </a:moveTo>
                <a:cubicBezTo>
                  <a:pt x="39" y="0"/>
                  <a:pt x="39" y="0"/>
                  <a:pt x="39" y="0"/>
                </a:cubicBezTo>
                <a:cubicBezTo>
                  <a:pt x="17" y="0"/>
                  <a:pt x="0" y="18"/>
                  <a:pt x="0" y="39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164"/>
                  <a:pt x="0" y="164"/>
                  <a:pt x="0" y="164"/>
                </a:cubicBezTo>
                <a:cubicBezTo>
                  <a:pt x="0" y="186"/>
                  <a:pt x="17" y="204"/>
                  <a:pt x="39" y="204"/>
                </a:cubicBezTo>
                <a:cubicBezTo>
                  <a:pt x="164" y="204"/>
                  <a:pt x="164" y="204"/>
                  <a:pt x="164" y="204"/>
                </a:cubicBezTo>
                <a:cubicBezTo>
                  <a:pt x="186" y="204"/>
                  <a:pt x="204" y="186"/>
                  <a:pt x="204" y="164"/>
                </a:cubicBezTo>
                <a:cubicBezTo>
                  <a:pt x="204" y="81"/>
                  <a:pt x="204" y="81"/>
                  <a:pt x="204" y="81"/>
                </a:cubicBezTo>
                <a:cubicBezTo>
                  <a:pt x="204" y="39"/>
                  <a:pt x="204" y="39"/>
                  <a:pt x="204" y="39"/>
                </a:cubicBezTo>
                <a:cubicBezTo>
                  <a:pt x="204" y="18"/>
                  <a:pt x="186" y="0"/>
                  <a:pt x="164" y="0"/>
                </a:cubicBezTo>
                <a:close/>
                <a:moveTo>
                  <a:pt x="176" y="23"/>
                </a:moveTo>
                <a:cubicBezTo>
                  <a:pt x="180" y="23"/>
                  <a:pt x="180" y="23"/>
                  <a:pt x="180" y="23"/>
                </a:cubicBezTo>
                <a:cubicBezTo>
                  <a:pt x="180" y="28"/>
                  <a:pt x="180" y="28"/>
                  <a:pt x="180" y="28"/>
                </a:cubicBezTo>
                <a:cubicBezTo>
                  <a:pt x="180" y="58"/>
                  <a:pt x="180" y="58"/>
                  <a:pt x="180" y="58"/>
                </a:cubicBezTo>
                <a:cubicBezTo>
                  <a:pt x="146" y="58"/>
                  <a:pt x="146" y="58"/>
                  <a:pt x="146" y="58"/>
                </a:cubicBezTo>
                <a:cubicBezTo>
                  <a:pt x="146" y="24"/>
                  <a:pt x="146" y="24"/>
                  <a:pt x="146" y="24"/>
                </a:cubicBezTo>
                <a:lnTo>
                  <a:pt x="176" y="23"/>
                </a:lnTo>
                <a:close/>
                <a:moveTo>
                  <a:pt x="73" y="81"/>
                </a:moveTo>
                <a:cubicBezTo>
                  <a:pt x="79" y="72"/>
                  <a:pt x="90" y="66"/>
                  <a:pt x="102" y="66"/>
                </a:cubicBezTo>
                <a:cubicBezTo>
                  <a:pt x="114" y="66"/>
                  <a:pt x="124" y="72"/>
                  <a:pt x="131" y="81"/>
                </a:cubicBezTo>
                <a:cubicBezTo>
                  <a:pt x="135" y="87"/>
                  <a:pt x="138" y="94"/>
                  <a:pt x="138" y="102"/>
                </a:cubicBezTo>
                <a:cubicBezTo>
                  <a:pt x="138" y="122"/>
                  <a:pt x="121" y="138"/>
                  <a:pt x="102" y="138"/>
                </a:cubicBezTo>
                <a:cubicBezTo>
                  <a:pt x="82" y="138"/>
                  <a:pt x="66" y="122"/>
                  <a:pt x="66" y="102"/>
                </a:cubicBezTo>
                <a:cubicBezTo>
                  <a:pt x="66" y="94"/>
                  <a:pt x="68" y="87"/>
                  <a:pt x="73" y="81"/>
                </a:cubicBezTo>
                <a:close/>
                <a:moveTo>
                  <a:pt x="184" y="164"/>
                </a:moveTo>
                <a:cubicBezTo>
                  <a:pt x="184" y="175"/>
                  <a:pt x="175" y="184"/>
                  <a:pt x="164" y="184"/>
                </a:cubicBezTo>
                <a:cubicBezTo>
                  <a:pt x="39" y="184"/>
                  <a:pt x="39" y="184"/>
                  <a:pt x="39" y="184"/>
                </a:cubicBezTo>
                <a:cubicBezTo>
                  <a:pt x="28" y="184"/>
                  <a:pt x="20" y="175"/>
                  <a:pt x="20" y="164"/>
                </a:cubicBezTo>
                <a:cubicBezTo>
                  <a:pt x="20" y="81"/>
                  <a:pt x="20" y="81"/>
                  <a:pt x="20" y="81"/>
                </a:cubicBezTo>
                <a:cubicBezTo>
                  <a:pt x="50" y="81"/>
                  <a:pt x="50" y="81"/>
                  <a:pt x="50" y="81"/>
                </a:cubicBezTo>
                <a:cubicBezTo>
                  <a:pt x="47" y="87"/>
                  <a:pt x="46" y="95"/>
                  <a:pt x="46" y="102"/>
                </a:cubicBezTo>
                <a:cubicBezTo>
                  <a:pt x="46" y="133"/>
                  <a:pt x="71" y="158"/>
                  <a:pt x="102" y="158"/>
                </a:cubicBezTo>
                <a:cubicBezTo>
                  <a:pt x="132" y="158"/>
                  <a:pt x="157" y="133"/>
                  <a:pt x="157" y="102"/>
                </a:cubicBezTo>
                <a:cubicBezTo>
                  <a:pt x="157" y="95"/>
                  <a:pt x="156" y="87"/>
                  <a:pt x="153" y="81"/>
                </a:cubicBezTo>
                <a:cubicBezTo>
                  <a:pt x="184" y="81"/>
                  <a:pt x="184" y="81"/>
                  <a:pt x="184" y="81"/>
                </a:cubicBezTo>
                <a:lnTo>
                  <a:pt x="184" y="1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5" name="îSḷíďe"/>
          <p:cNvSpPr/>
          <p:nvPr/>
        </p:nvSpPr>
        <p:spPr bwMode="auto">
          <a:xfrm>
            <a:off x="4753807" y="2396063"/>
            <a:ext cx="381053" cy="380653"/>
          </a:xfrm>
          <a:custGeom>
            <a:avLst/>
            <a:gdLst>
              <a:gd name="T0" fmla="*/ 374 w 400"/>
              <a:gd name="T1" fmla="*/ 100 h 400"/>
              <a:gd name="T2" fmla="*/ 301 w 400"/>
              <a:gd name="T3" fmla="*/ 27 h 400"/>
              <a:gd name="T4" fmla="*/ 200 w 400"/>
              <a:gd name="T5" fmla="*/ 0 h 400"/>
              <a:gd name="T6" fmla="*/ 100 w 400"/>
              <a:gd name="T7" fmla="*/ 27 h 400"/>
              <a:gd name="T8" fmla="*/ 27 w 400"/>
              <a:gd name="T9" fmla="*/ 100 h 400"/>
              <a:gd name="T10" fmla="*/ 0 w 400"/>
              <a:gd name="T11" fmla="*/ 200 h 400"/>
              <a:gd name="T12" fmla="*/ 27 w 400"/>
              <a:gd name="T13" fmla="*/ 301 h 400"/>
              <a:gd name="T14" fmla="*/ 100 w 400"/>
              <a:gd name="T15" fmla="*/ 374 h 400"/>
              <a:gd name="T16" fmla="*/ 200 w 400"/>
              <a:gd name="T17" fmla="*/ 400 h 400"/>
              <a:gd name="T18" fmla="*/ 301 w 400"/>
              <a:gd name="T19" fmla="*/ 374 h 400"/>
              <a:gd name="T20" fmla="*/ 374 w 400"/>
              <a:gd name="T21" fmla="*/ 301 h 400"/>
              <a:gd name="T22" fmla="*/ 400 w 400"/>
              <a:gd name="T23" fmla="*/ 200 h 400"/>
              <a:gd name="T24" fmla="*/ 374 w 400"/>
              <a:gd name="T25" fmla="*/ 100 h 400"/>
              <a:gd name="T26" fmla="*/ 330 w 400"/>
              <a:gd name="T27" fmla="*/ 170 h 400"/>
              <a:gd name="T28" fmla="*/ 188 w 400"/>
              <a:gd name="T29" fmla="*/ 311 h 400"/>
              <a:gd name="T30" fmla="*/ 176 w 400"/>
              <a:gd name="T31" fmla="*/ 316 h 400"/>
              <a:gd name="T32" fmla="*/ 165 w 400"/>
              <a:gd name="T33" fmla="*/ 311 h 400"/>
              <a:gd name="T34" fmla="*/ 70 w 400"/>
              <a:gd name="T35" fmla="*/ 217 h 400"/>
              <a:gd name="T36" fmla="*/ 66 w 400"/>
              <a:gd name="T37" fmla="*/ 205 h 400"/>
              <a:gd name="T38" fmla="*/ 70 w 400"/>
              <a:gd name="T39" fmla="*/ 193 h 400"/>
              <a:gd name="T40" fmla="*/ 94 w 400"/>
              <a:gd name="T41" fmla="*/ 170 h 400"/>
              <a:gd name="T42" fmla="*/ 106 w 400"/>
              <a:gd name="T43" fmla="*/ 165 h 400"/>
              <a:gd name="T44" fmla="*/ 118 w 400"/>
              <a:gd name="T45" fmla="*/ 170 h 400"/>
              <a:gd name="T46" fmla="*/ 176 w 400"/>
              <a:gd name="T47" fmla="*/ 229 h 400"/>
              <a:gd name="T48" fmla="*/ 283 w 400"/>
              <a:gd name="T49" fmla="*/ 123 h 400"/>
              <a:gd name="T50" fmla="*/ 295 w 400"/>
              <a:gd name="T51" fmla="*/ 118 h 400"/>
              <a:gd name="T52" fmla="*/ 306 w 400"/>
              <a:gd name="T53" fmla="*/ 123 h 400"/>
              <a:gd name="T54" fmla="*/ 330 w 400"/>
              <a:gd name="T55" fmla="*/ 146 h 400"/>
              <a:gd name="T56" fmla="*/ 335 w 400"/>
              <a:gd name="T57" fmla="*/ 158 h 400"/>
              <a:gd name="T58" fmla="*/ 330 w 400"/>
              <a:gd name="T59" fmla="*/ 170 h 400"/>
              <a:gd name="T60" fmla="*/ 330 w 400"/>
              <a:gd name="T61" fmla="*/ 170 h 400"/>
              <a:gd name="T62" fmla="*/ 330 w 400"/>
              <a:gd name="T63" fmla="*/ 170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400">
                <a:moveTo>
                  <a:pt x="374" y="100"/>
                </a:moveTo>
                <a:cubicBezTo>
                  <a:pt x="356" y="69"/>
                  <a:pt x="331" y="45"/>
                  <a:pt x="301" y="27"/>
                </a:cubicBezTo>
                <a:cubicBezTo>
                  <a:pt x="270" y="9"/>
                  <a:pt x="237" y="0"/>
                  <a:pt x="200" y="0"/>
                </a:cubicBezTo>
                <a:cubicBezTo>
                  <a:pt x="164" y="0"/>
                  <a:pt x="130" y="9"/>
                  <a:pt x="100" y="27"/>
                </a:cubicBezTo>
                <a:cubicBezTo>
                  <a:pt x="69" y="45"/>
                  <a:pt x="45" y="69"/>
                  <a:pt x="27" y="100"/>
                </a:cubicBezTo>
                <a:cubicBezTo>
                  <a:pt x="9" y="130"/>
                  <a:pt x="0" y="164"/>
                  <a:pt x="0" y="200"/>
                </a:cubicBezTo>
                <a:cubicBezTo>
                  <a:pt x="0" y="237"/>
                  <a:pt x="9" y="270"/>
                  <a:pt x="27" y="301"/>
                </a:cubicBezTo>
                <a:cubicBezTo>
                  <a:pt x="45" y="331"/>
                  <a:pt x="69" y="356"/>
                  <a:pt x="100" y="374"/>
                </a:cubicBezTo>
                <a:cubicBezTo>
                  <a:pt x="130" y="391"/>
                  <a:pt x="164" y="400"/>
                  <a:pt x="200" y="400"/>
                </a:cubicBezTo>
                <a:cubicBezTo>
                  <a:pt x="237" y="400"/>
                  <a:pt x="270" y="391"/>
                  <a:pt x="301" y="374"/>
                </a:cubicBezTo>
                <a:cubicBezTo>
                  <a:pt x="331" y="356"/>
                  <a:pt x="356" y="331"/>
                  <a:pt x="374" y="301"/>
                </a:cubicBezTo>
                <a:cubicBezTo>
                  <a:pt x="392" y="270"/>
                  <a:pt x="400" y="237"/>
                  <a:pt x="400" y="200"/>
                </a:cubicBezTo>
                <a:cubicBezTo>
                  <a:pt x="400" y="164"/>
                  <a:pt x="392" y="130"/>
                  <a:pt x="374" y="100"/>
                </a:cubicBezTo>
                <a:close/>
                <a:moveTo>
                  <a:pt x="330" y="170"/>
                </a:moveTo>
                <a:cubicBezTo>
                  <a:pt x="188" y="311"/>
                  <a:pt x="188" y="311"/>
                  <a:pt x="188" y="311"/>
                </a:cubicBezTo>
                <a:cubicBezTo>
                  <a:pt x="185" y="315"/>
                  <a:pt x="181" y="316"/>
                  <a:pt x="176" y="316"/>
                </a:cubicBezTo>
                <a:cubicBezTo>
                  <a:pt x="172" y="316"/>
                  <a:pt x="168" y="315"/>
                  <a:pt x="165" y="311"/>
                </a:cubicBezTo>
                <a:cubicBezTo>
                  <a:pt x="70" y="217"/>
                  <a:pt x="70" y="217"/>
                  <a:pt x="70" y="217"/>
                </a:cubicBezTo>
                <a:cubicBezTo>
                  <a:pt x="67" y="214"/>
                  <a:pt x="66" y="210"/>
                  <a:pt x="66" y="205"/>
                </a:cubicBezTo>
                <a:cubicBezTo>
                  <a:pt x="66" y="200"/>
                  <a:pt x="67" y="196"/>
                  <a:pt x="70" y="193"/>
                </a:cubicBezTo>
                <a:cubicBezTo>
                  <a:pt x="94" y="170"/>
                  <a:pt x="94" y="170"/>
                  <a:pt x="94" y="170"/>
                </a:cubicBezTo>
                <a:cubicBezTo>
                  <a:pt x="97" y="166"/>
                  <a:pt x="101" y="165"/>
                  <a:pt x="106" y="165"/>
                </a:cubicBezTo>
                <a:cubicBezTo>
                  <a:pt x="110" y="165"/>
                  <a:pt x="114" y="166"/>
                  <a:pt x="118" y="170"/>
                </a:cubicBezTo>
                <a:cubicBezTo>
                  <a:pt x="176" y="229"/>
                  <a:pt x="176" y="229"/>
                  <a:pt x="176" y="229"/>
                </a:cubicBezTo>
                <a:cubicBezTo>
                  <a:pt x="283" y="123"/>
                  <a:pt x="283" y="123"/>
                  <a:pt x="283" y="123"/>
                </a:cubicBezTo>
                <a:cubicBezTo>
                  <a:pt x="286" y="119"/>
                  <a:pt x="290" y="118"/>
                  <a:pt x="295" y="118"/>
                </a:cubicBezTo>
                <a:cubicBezTo>
                  <a:pt x="299" y="118"/>
                  <a:pt x="303" y="119"/>
                  <a:pt x="306" y="123"/>
                </a:cubicBezTo>
                <a:cubicBezTo>
                  <a:pt x="330" y="146"/>
                  <a:pt x="330" y="146"/>
                  <a:pt x="330" y="146"/>
                </a:cubicBezTo>
                <a:cubicBezTo>
                  <a:pt x="333" y="149"/>
                  <a:pt x="335" y="153"/>
                  <a:pt x="335" y="158"/>
                </a:cubicBezTo>
                <a:cubicBezTo>
                  <a:pt x="335" y="163"/>
                  <a:pt x="333" y="167"/>
                  <a:pt x="330" y="170"/>
                </a:cubicBezTo>
                <a:close/>
                <a:moveTo>
                  <a:pt x="330" y="170"/>
                </a:moveTo>
                <a:cubicBezTo>
                  <a:pt x="330" y="170"/>
                  <a:pt x="330" y="170"/>
                  <a:pt x="330" y="17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6" name="ïŝlîḓe"/>
          <p:cNvSpPr/>
          <p:nvPr/>
        </p:nvSpPr>
        <p:spPr bwMode="auto">
          <a:xfrm>
            <a:off x="5701691" y="3055702"/>
            <a:ext cx="714558" cy="714558"/>
          </a:xfrm>
          <a:custGeom>
            <a:avLst/>
            <a:gdLst>
              <a:gd name="connsiteX0" fmla="*/ 56258 w 331788"/>
              <a:gd name="connsiteY0" fmla="*/ 234950 h 331788"/>
              <a:gd name="connsiteX1" fmla="*/ 56258 w 331788"/>
              <a:gd name="connsiteY1" fmla="*/ 236252 h 331788"/>
              <a:gd name="connsiteX2" fmla="*/ 52388 w 331788"/>
              <a:gd name="connsiteY2" fmla="*/ 247968 h 331788"/>
              <a:gd name="connsiteX3" fmla="*/ 165895 w 331788"/>
              <a:gd name="connsiteY3" fmla="*/ 300038 h 331788"/>
              <a:gd name="connsiteX4" fmla="*/ 279401 w 331788"/>
              <a:gd name="connsiteY4" fmla="*/ 247968 h 331788"/>
              <a:gd name="connsiteX5" fmla="*/ 275531 w 331788"/>
              <a:gd name="connsiteY5" fmla="*/ 234950 h 331788"/>
              <a:gd name="connsiteX6" fmla="*/ 165895 w 331788"/>
              <a:gd name="connsiteY6" fmla="*/ 268796 h 331788"/>
              <a:gd name="connsiteX7" fmla="*/ 56258 w 331788"/>
              <a:gd name="connsiteY7" fmla="*/ 234950 h 331788"/>
              <a:gd name="connsiteX8" fmla="*/ 54964 w 331788"/>
              <a:gd name="connsiteY8" fmla="*/ 176212 h 331788"/>
              <a:gd name="connsiteX9" fmla="*/ 52388 w 331788"/>
              <a:gd name="connsiteY9" fmla="*/ 186531 h 331788"/>
              <a:gd name="connsiteX10" fmla="*/ 165711 w 331788"/>
              <a:gd name="connsiteY10" fmla="*/ 238125 h 331788"/>
              <a:gd name="connsiteX11" fmla="*/ 236538 w 331788"/>
              <a:gd name="connsiteY11" fmla="*/ 226516 h 331788"/>
              <a:gd name="connsiteX12" fmla="*/ 206919 w 331788"/>
              <a:gd name="connsiteY12" fmla="*/ 227806 h 331788"/>
              <a:gd name="connsiteX13" fmla="*/ 88445 w 331788"/>
              <a:gd name="connsiteY13" fmla="*/ 183951 h 331788"/>
              <a:gd name="connsiteX14" fmla="*/ 54964 w 331788"/>
              <a:gd name="connsiteY14" fmla="*/ 176212 h 331788"/>
              <a:gd name="connsiteX15" fmla="*/ 280538 w 331788"/>
              <a:gd name="connsiteY15" fmla="*/ 106362 h 331788"/>
              <a:gd name="connsiteX16" fmla="*/ 248169 w 331788"/>
              <a:gd name="connsiteY16" fmla="*/ 129630 h 331788"/>
              <a:gd name="connsiteX17" fmla="*/ 138113 w 331788"/>
              <a:gd name="connsiteY17" fmla="*/ 185216 h 331788"/>
              <a:gd name="connsiteX18" fmla="*/ 206736 w 331788"/>
              <a:gd name="connsiteY18" fmla="*/ 196850 h 331788"/>
              <a:gd name="connsiteX19" fmla="*/ 320676 w 331788"/>
              <a:gd name="connsiteY19" fmla="*/ 145143 h 331788"/>
              <a:gd name="connsiteX20" fmla="*/ 280538 w 331788"/>
              <a:gd name="connsiteY20" fmla="*/ 106362 h 331788"/>
              <a:gd name="connsiteX21" fmla="*/ 42019 w 331788"/>
              <a:gd name="connsiteY21" fmla="*/ 68262 h 331788"/>
              <a:gd name="connsiteX22" fmla="*/ 11113 w 331788"/>
              <a:gd name="connsiteY22" fmla="*/ 103448 h 331788"/>
              <a:gd name="connsiteX23" fmla="*/ 124436 w 331788"/>
              <a:gd name="connsiteY23" fmla="*/ 155575 h 331788"/>
              <a:gd name="connsiteX24" fmla="*/ 195263 w 331788"/>
              <a:gd name="connsiteY24" fmla="*/ 143847 h 331788"/>
              <a:gd name="connsiteX25" fmla="*/ 165644 w 331788"/>
              <a:gd name="connsiteY25" fmla="*/ 145150 h 331788"/>
              <a:gd name="connsiteX26" fmla="*/ 42019 w 331788"/>
              <a:gd name="connsiteY26" fmla="*/ 82597 h 331788"/>
              <a:gd name="connsiteX27" fmla="*/ 42019 w 331788"/>
              <a:gd name="connsiteY27" fmla="*/ 68262 h 331788"/>
              <a:gd name="connsiteX28" fmla="*/ 155468 w 331788"/>
              <a:gd name="connsiteY28" fmla="*/ 20637 h 331788"/>
              <a:gd name="connsiteX29" fmla="*/ 174732 w 331788"/>
              <a:gd name="connsiteY29" fmla="*/ 20637 h 331788"/>
              <a:gd name="connsiteX30" fmla="*/ 174732 w 331788"/>
              <a:gd name="connsiteY30" fmla="*/ 28404 h 331788"/>
              <a:gd name="connsiteX31" fmla="*/ 217113 w 331788"/>
              <a:gd name="connsiteY31" fmla="*/ 43937 h 331788"/>
              <a:gd name="connsiteX32" fmla="*/ 190143 w 331788"/>
              <a:gd name="connsiteY32" fmla="*/ 47820 h 331788"/>
              <a:gd name="connsiteX33" fmla="*/ 167026 w 331788"/>
              <a:gd name="connsiteY33" fmla="*/ 38759 h 331788"/>
              <a:gd name="connsiteX34" fmla="*/ 152899 w 331788"/>
              <a:gd name="connsiteY34" fmla="*/ 40054 h 331788"/>
              <a:gd name="connsiteX35" fmla="*/ 147762 w 331788"/>
              <a:gd name="connsiteY35" fmla="*/ 45231 h 331788"/>
              <a:gd name="connsiteX36" fmla="*/ 152899 w 331788"/>
              <a:gd name="connsiteY36" fmla="*/ 50409 h 331788"/>
              <a:gd name="connsiteX37" fmla="*/ 173448 w 331788"/>
              <a:gd name="connsiteY37" fmla="*/ 54292 h 331788"/>
              <a:gd name="connsiteX38" fmla="*/ 200417 w 331788"/>
              <a:gd name="connsiteY38" fmla="*/ 59470 h 331788"/>
              <a:gd name="connsiteX39" fmla="*/ 217113 w 331788"/>
              <a:gd name="connsiteY39" fmla="*/ 65942 h 331788"/>
              <a:gd name="connsiteX40" fmla="*/ 222250 w 331788"/>
              <a:gd name="connsiteY40" fmla="*/ 75003 h 331788"/>
              <a:gd name="connsiteX41" fmla="*/ 210692 w 331788"/>
              <a:gd name="connsiteY41" fmla="*/ 89242 h 331788"/>
              <a:gd name="connsiteX42" fmla="*/ 174732 w 331788"/>
              <a:gd name="connsiteY42" fmla="*/ 95714 h 331788"/>
              <a:gd name="connsiteX43" fmla="*/ 174732 w 331788"/>
              <a:gd name="connsiteY43" fmla="*/ 104775 h 331788"/>
              <a:gd name="connsiteX44" fmla="*/ 155468 w 331788"/>
              <a:gd name="connsiteY44" fmla="*/ 104775 h 331788"/>
              <a:gd name="connsiteX45" fmla="*/ 155468 w 331788"/>
              <a:gd name="connsiteY45" fmla="*/ 95714 h 331788"/>
              <a:gd name="connsiteX46" fmla="*/ 107950 w 331788"/>
              <a:gd name="connsiteY46" fmla="*/ 77592 h 331788"/>
              <a:gd name="connsiteX47" fmla="*/ 138772 w 331788"/>
              <a:gd name="connsiteY47" fmla="*/ 73709 h 331788"/>
              <a:gd name="connsiteX48" fmla="*/ 165742 w 331788"/>
              <a:gd name="connsiteY48" fmla="*/ 85359 h 331788"/>
              <a:gd name="connsiteX49" fmla="*/ 182438 w 331788"/>
              <a:gd name="connsiteY49" fmla="*/ 82770 h 331788"/>
              <a:gd name="connsiteX50" fmla="*/ 187575 w 331788"/>
              <a:gd name="connsiteY50" fmla="*/ 77592 h 331788"/>
              <a:gd name="connsiteX51" fmla="*/ 182438 w 331788"/>
              <a:gd name="connsiteY51" fmla="*/ 72414 h 331788"/>
              <a:gd name="connsiteX52" fmla="*/ 159321 w 331788"/>
              <a:gd name="connsiteY52" fmla="*/ 67237 h 331788"/>
              <a:gd name="connsiteX53" fmla="*/ 134920 w 331788"/>
              <a:gd name="connsiteY53" fmla="*/ 63353 h 331788"/>
              <a:gd name="connsiteX54" fmla="*/ 119508 w 331788"/>
              <a:gd name="connsiteY54" fmla="*/ 56881 h 331788"/>
              <a:gd name="connsiteX55" fmla="*/ 114371 w 331788"/>
              <a:gd name="connsiteY55" fmla="*/ 47820 h 331788"/>
              <a:gd name="connsiteX56" fmla="*/ 124646 w 331788"/>
              <a:gd name="connsiteY56" fmla="*/ 34876 h 331788"/>
              <a:gd name="connsiteX57" fmla="*/ 155468 w 331788"/>
              <a:gd name="connsiteY57" fmla="*/ 28404 h 331788"/>
              <a:gd name="connsiteX58" fmla="*/ 155468 w 331788"/>
              <a:gd name="connsiteY58" fmla="*/ 20637 h 331788"/>
              <a:gd name="connsiteX59" fmla="*/ 165895 w 331788"/>
              <a:gd name="connsiteY59" fmla="*/ 9525 h 331788"/>
              <a:gd name="connsiteX60" fmla="*/ 52388 w 331788"/>
              <a:gd name="connsiteY60" fmla="*/ 61913 h 331788"/>
              <a:gd name="connsiteX61" fmla="*/ 165895 w 331788"/>
              <a:gd name="connsiteY61" fmla="*/ 114301 h 331788"/>
              <a:gd name="connsiteX62" fmla="*/ 279402 w 331788"/>
              <a:gd name="connsiteY62" fmla="*/ 61913 h 331788"/>
              <a:gd name="connsiteX63" fmla="*/ 165895 w 331788"/>
              <a:gd name="connsiteY63" fmla="*/ 9525 h 331788"/>
              <a:gd name="connsiteX64" fmla="*/ 165894 w 331788"/>
              <a:gd name="connsiteY64" fmla="*/ 0 h 331788"/>
              <a:gd name="connsiteX65" fmla="*/ 290315 w 331788"/>
              <a:gd name="connsiteY65" fmla="*/ 62210 h 331788"/>
              <a:gd name="connsiteX66" fmla="*/ 290315 w 331788"/>
              <a:gd name="connsiteY66" fmla="*/ 82947 h 331788"/>
              <a:gd name="connsiteX67" fmla="*/ 286426 w 331788"/>
              <a:gd name="connsiteY67" fmla="*/ 97204 h 331788"/>
              <a:gd name="connsiteX68" fmla="*/ 331788 w 331788"/>
              <a:gd name="connsiteY68" fmla="*/ 145157 h 331788"/>
              <a:gd name="connsiteX69" fmla="*/ 331788 w 331788"/>
              <a:gd name="connsiteY69" fmla="*/ 165894 h 331788"/>
              <a:gd name="connsiteX70" fmla="*/ 290315 w 331788"/>
              <a:gd name="connsiteY70" fmla="*/ 212552 h 331788"/>
              <a:gd name="connsiteX71" fmla="*/ 282538 w 331788"/>
              <a:gd name="connsiteY71" fmla="*/ 228104 h 331788"/>
              <a:gd name="connsiteX72" fmla="*/ 290315 w 331788"/>
              <a:gd name="connsiteY72" fmla="*/ 248841 h 331788"/>
              <a:gd name="connsiteX73" fmla="*/ 290315 w 331788"/>
              <a:gd name="connsiteY73" fmla="*/ 269578 h 331788"/>
              <a:gd name="connsiteX74" fmla="*/ 165894 w 331788"/>
              <a:gd name="connsiteY74" fmla="*/ 331788 h 331788"/>
              <a:gd name="connsiteX75" fmla="*/ 41474 w 331788"/>
              <a:gd name="connsiteY75" fmla="*/ 269578 h 331788"/>
              <a:gd name="connsiteX76" fmla="*/ 41474 w 331788"/>
              <a:gd name="connsiteY76" fmla="*/ 248841 h 331788"/>
              <a:gd name="connsiteX77" fmla="*/ 49250 w 331788"/>
              <a:gd name="connsiteY77" fmla="*/ 228104 h 331788"/>
              <a:gd name="connsiteX78" fmla="*/ 41474 w 331788"/>
              <a:gd name="connsiteY78" fmla="*/ 207368 h 331788"/>
              <a:gd name="connsiteX79" fmla="*/ 41474 w 331788"/>
              <a:gd name="connsiteY79" fmla="*/ 186631 h 331788"/>
              <a:gd name="connsiteX80" fmla="*/ 45362 w 331788"/>
              <a:gd name="connsiteY80" fmla="*/ 172374 h 331788"/>
              <a:gd name="connsiteX81" fmla="*/ 0 w 331788"/>
              <a:gd name="connsiteY81" fmla="*/ 124421 h 331788"/>
              <a:gd name="connsiteX82" fmla="*/ 0 w 331788"/>
              <a:gd name="connsiteY82" fmla="*/ 103684 h 331788"/>
              <a:gd name="connsiteX83" fmla="*/ 41474 w 331788"/>
              <a:gd name="connsiteY83" fmla="*/ 57026 h 331788"/>
              <a:gd name="connsiteX84" fmla="*/ 41474 w 331788"/>
              <a:gd name="connsiteY84" fmla="*/ 62210 h 331788"/>
              <a:gd name="connsiteX85" fmla="*/ 165894 w 331788"/>
              <a:gd name="connsiteY85" fmla="*/ 0 h 33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331788" h="331788">
                <a:moveTo>
                  <a:pt x="56258" y="234950"/>
                </a:moveTo>
                <a:cubicBezTo>
                  <a:pt x="56258" y="234950"/>
                  <a:pt x="56258" y="234950"/>
                  <a:pt x="56258" y="236252"/>
                </a:cubicBezTo>
                <a:cubicBezTo>
                  <a:pt x="53678" y="240157"/>
                  <a:pt x="52388" y="244062"/>
                  <a:pt x="52388" y="247968"/>
                </a:cubicBezTo>
                <a:cubicBezTo>
                  <a:pt x="52388" y="272701"/>
                  <a:pt x="98823" y="300038"/>
                  <a:pt x="165895" y="300038"/>
                </a:cubicBezTo>
                <a:cubicBezTo>
                  <a:pt x="232967" y="300038"/>
                  <a:pt x="279401" y="272701"/>
                  <a:pt x="279401" y="247968"/>
                </a:cubicBezTo>
                <a:cubicBezTo>
                  <a:pt x="279401" y="244062"/>
                  <a:pt x="278111" y="240157"/>
                  <a:pt x="275531" y="234950"/>
                </a:cubicBezTo>
                <a:cubicBezTo>
                  <a:pt x="254894" y="255778"/>
                  <a:pt x="213619" y="268796"/>
                  <a:pt x="165895" y="268796"/>
                </a:cubicBezTo>
                <a:cubicBezTo>
                  <a:pt x="118170" y="268796"/>
                  <a:pt x="76895" y="255778"/>
                  <a:pt x="56258" y="234950"/>
                </a:cubicBezTo>
                <a:close/>
                <a:moveTo>
                  <a:pt x="54964" y="176212"/>
                </a:moveTo>
                <a:cubicBezTo>
                  <a:pt x="53676" y="180082"/>
                  <a:pt x="52388" y="182661"/>
                  <a:pt x="52388" y="186531"/>
                </a:cubicBezTo>
                <a:cubicBezTo>
                  <a:pt x="52388" y="211038"/>
                  <a:pt x="98747" y="238125"/>
                  <a:pt x="165711" y="238125"/>
                </a:cubicBezTo>
                <a:cubicBezTo>
                  <a:pt x="194042" y="238125"/>
                  <a:pt x="217222" y="232966"/>
                  <a:pt x="236538" y="226516"/>
                </a:cubicBezTo>
                <a:cubicBezTo>
                  <a:pt x="227524" y="226516"/>
                  <a:pt x="217222" y="227806"/>
                  <a:pt x="206919" y="227806"/>
                </a:cubicBezTo>
                <a:cubicBezTo>
                  <a:pt x="151546" y="227806"/>
                  <a:pt x="103899" y="209748"/>
                  <a:pt x="88445" y="183951"/>
                </a:cubicBezTo>
                <a:cubicBezTo>
                  <a:pt x="76855" y="182661"/>
                  <a:pt x="65266" y="178792"/>
                  <a:pt x="54964" y="176212"/>
                </a:cubicBezTo>
                <a:close/>
                <a:moveTo>
                  <a:pt x="280538" y="106362"/>
                </a:moveTo>
                <a:cubicBezTo>
                  <a:pt x="272769" y="115411"/>
                  <a:pt x="261116" y="123167"/>
                  <a:pt x="248169" y="129630"/>
                </a:cubicBezTo>
                <a:cubicBezTo>
                  <a:pt x="242990" y="159362"/>
                  <a:pt x="196378" y="182631"/>
                  <a:pt x="138113" y="185216"/>
                </a:cubicBezTo>
                <a:cubicBezTo>
                  <a:pt x="157535" y="192972"/>
                  <a:pt x="179546" y="196850"/>
                  <a:pt x="206736" y="196850"/>
                </a:cubicBezTo>
                <a:cubicBezTo>
                  <a:pt x="274064" y="196850"/>
                  <a:pt x="320676" y="169704"/>
                  <a:pt x="320676" y="145143"/>
                </a:cubicBezTo>
                <a:cubicBezTo>
                  <a:pt x="320676" y="130923"/>
                  <a:pt x="305139" y="116704"/>
                  <a:pt x="280538" y="106362"/>
                </a:cubicBezTo>
                <a:close/>
                <a:moveTo>
                  <a:pt x="42019" y="68262"/>
                </a:moveTo>
                <a:cubicBezTo>
                  <a:pt x="22703" y="78688"/>
                  <a:pt x="11113" y="91719"/>
                  <a:pt x="11113" y="103448"/>
                </a:cubicBezTo>
                <a:cubicBezTo>
                  <a:pt x="11113" y="128208"/>
                  <a:pt x="57472" y="155575"/>
                  <a:pt x="124436" y="155575"/>
                </a:cubicBezTo>
                <a:cubicBezTo>
                  <a:pt x="152767" y="155575"/>
                  <a:pt x="175947" y="150362"/>
                  <a:pt x="195263" y="143847"/>
                </a:cubicBezTo>
                <a:cubicBezTo>
                  <a:pt x="186249" y="143847"/>
                  <a:pt x="175947" y="145150"/>
                  <a:pt x="165644" y="145150"/>
                </a:cubicBezTo>
                <a:cubicBezTo>
                  <a:pt x="97393" y="145150"/>
                  <a:pt x="42019" y="117783"/>
                  <a:pt x="42019" y="82597"/>
                </a:cubicBezTo>
                <a:cubicBezTo>
                  <a:pt x="42019" y="82597"/>
                  <a:pt x="42019" y="82597"/>
                  <a:pt x="42019" y="68262"/>
                </a:cubicBezTo>
                <a:close/>
                <a:moveTo>
                  <a:pt x="155468" y="20637"/>
                </a:moveTo>
                <a:cubicBezTo>
                  <a:pt x="174732" y="20637"/>
                  <a:pt x="174732" y="20637"/>
                  <a:pt x="174732" y="20637"/>
                </a:cubicBezTo>
                <a:cubicBezTo>
                  <a:pt x="174732" y="28404"/>
                  <a:pt x="174732" y="28404"/>
                  <a:pt x="174732" y="28404"/>
                </a:cubicBezTo>
                <a:cubicBezTo>
                  <a:pt x="196565" y="29698"/>
                  <a:pt x="210692" y="33581"/>
                  <a:pt x="217113" y="43937"/>
                </a:cubicBezTo>
                <a:cubicBezTo>
                  <a:pt x="190143" y="47820"/>
                  <a:pt x="190143" y="47820"/>
                  <a:pt x="190143" y="47820"/>
                </a:cubicBezTo>
                <a:cubicBezTo>
                  <a:pt x="185006" y="41348"/>
                  <a:pt x="177301" y="38759"/>
                  <a:pt x="167026" y="38759"/>
                </a:cubicBezTo>
                <a:cubicBezTo>
                  <a:pt x="160605" y="38759"/>
                  <a:pt x="156752" y="38759"/>
                  <a:pt x="152899" y="40054"/>
                </a:cubicBezTo>
                <a:cubicBezTo>
                  <a:pt x="150331" y="41348"/>
                  <a:pt x="147762" y="43937"/>
                  <a:pt x="147762" y="45231"/>
                </a:cubicBezTo>
                <a:cubicBezTo>
                  <a:pt x="147762" y="47820"/>
                  <a:pt x="150331" y="49115"/>
                  <a:pt x="152899" y="50409"/>
                </a:cubicBezTo>
                <a:cubicBezTo>
                  <a:pt x="156752" y="51703"/>
                  <a:pt x="163174" y="52998"/>
                  <a:pt x="173448" y="54292"/>
                </a:cubicBezTo>
                <a:cubicBezTo>
                  <a:pt x="185006" y="55587"/>
                  <a:pt x="193996" y="58176"/>
                  <a:pt x="200417" y="59470"/>
                </a:cubicBezTo>
                <a:cubicBezTo>
                  <a:pt x="206839" y="60764"/>
                  <a:pt x="213260" y="63353"/>
                  <a:pt x="217113" y="65942"/>
                </a:cubicBezTo>
                <a:cubicBezTo>
                  <a:pt x="220966" y="68531"/>
                  <a:pt x="222250" y="71120"/>
                  <a:pt x="222250" y="75003"/>
                </a:cubicBezTo>
                <a:cubicBezTo>
                  <a:pt x="222250" y="80181"/>
                  <a:pt x="218397" y="85359"/>
                  <a:pt x="210692" y="89242"/>
                </a:cubicBezTo>
                <a:cubicBezTo>
                  <a:pt x="201702" y="93125"/>
                  <a:pt x="190143" y="95714"/>
                  <a:pt x="174732" y="95714"/>
                </a:cubicBezTo>
                <a:cubicBezTo>
                  <a:pt x="174732" y="104775"/>
                  <a:pt x="174732" y="104775"/>
                  <a:pt x="174732" y="104775"/>
                </a:cubicBezTo>
                <a:cubicBezTo>
                  <a:pt x="155468" y="104775"/>
                  <a:pt x="155468" y="104775"/>
                  <a:pt x="155468" y="104775"/>
                </a:cubicBezTo>
                <a:cubicBezTo>
                  <a:pt x="155468" y="95714"/>
                  <a:pt x="155468" y="95714"/>
                  <a:pt x="155468" y="95714"/>
                </a:cubicBezTo>
                <a:cubicBezTo>
                  <a:pt x="129783" y="94420"/>
                  <a:pt x="114371" y="89242"/>
                  <a:pt x="107950" y="77592"/>
                </a:cubicBezTo>
                <a:cubicBezTo>
                  <a:pt x="138772" y="73709"/>
                  <a:pt x="138772" y="73709"/>
                  <a:pt x="138772" y="73709"/>
                </a:cubicBezTo>
                <a:cubicBezTo>
                  <a:pt x="141341" y="81475"/>
                  <a:pt x="150331" y="85359"/>
                  <a:pt x="165742" y="85359"/>
                </a:cubicBezTo>
                <a:cubicBezTo>
                  <a:pt x="173448" y="85359"/>
                  <a:pt x="178585" y="84064"/>
                  <a:pt x="182438" y="82770"/>
                </a:cubicBezTo>
                <a:cubicBezTo>
                  <a:pt x="186290" y="81475"/>
                  <a:pt x="187575" y="78887"/>
                  <a:pt x="187575" y="77592"/>
                </a:cubicBezTo>
                <a:cubicBezTo>
                  <a:pt x="187575" y="75003"/>
                  <a:pt x="186290" y="73709"/>
                  <a:pt x="182438" y="72414"/>
                </a:cubicBezTo>
                <a:cubicBezTo>
                  <a:pt x="178585" y="71120"/>
                  <a:pt x="170879" y="69825"/>
                  <a:pt x="159321" y="67237"/>
                </a:cubicBezTo>
                <a:cubicBezTo>
                  <a:pt x="149047" y="65942"/>
                  <a:pt x="140057" y="64648"/>
                  <a:pt x="134920" y="63353"/>
                </a:cubicBezTo>
                <a:cubicBezTo>
                  <a:pt x="128498" y="62059"/>
                  <a:pt x="123361" y="59470"/>
                  <a:pt x="119508" y="56881"/>
                </a:cubicBezTo>
                <a:cubicBezTo>
                  <a:pt x="115656" y="54292"/>
                  <a:pt x="114371" y="51703"/>
                  <a:pt x="114371" y="47820"/>
                </a:cubicBezTo>
                <a:cubicBezTo>
                  <a:pt x="114371" y="42642"/>
                  <a:pt x="116940" y="38759"/>
                  <a:pt x="124646" y="34876"/>
                </a:cubicBezTo>
                <a:cubicBezTo>
                  <a:pt x="131067" y="30993"/>
                  <a:pt x="141341" y="28404"/>
                  <a:pt x="155468" y="28404"/>
                </a:cubicBezTo>
                <a:cubicBezTo>
                  <a:pt x="155468" y="20637"/>
                  <a:pt x="155468" y="20637"/>
                  <a:pt x="155468" y="20637"/>
                </a:cubicBezTo>
                <a:close/>
                <a:moveTo>
                  <a:pt x="165895" y="9525"/>
                </a:moveTo>
                <a:cubicBezTo>
                  <a:pt x="103207" y="9525"/>
                  <a:pt x="52388" y="32980"/>
                  <a:pt x="52388" y="61913"/>
                </a:cubicBezTo>
                <a:cubicBezTo>
                  <a:pt x="52388" y="90846"/>
                  <a:pt x="103207" y="114301"/>
                  <a:pt x="165895" y="114301"/>
                </a:cubicBezTo>
                <a:cubicBezTo>
                  <a:pt x="228583" y="114301"/>
                  <a:pt x="279402" y="90846"/>
                  <a:pt x="279402" y="61913"/>
                </a:cubicBezTo>
                <a:cubicBezTo>
                  <a:pt x="279402" y="32980"/>
                  <a:pt x="228583" y="9525"/>
                  <a:pt x="165895" y="9525"/>
                </a:cubicBezTo>
                <a:close/>
                <a:moveTo>
                  <a:pt x="165894" y="0"/>
                </a:moveTo>
                <a:cubicBezTo>
                  <a:pt x="234584" y="0"/>
                  <a:pt x="290315" y="27217"/>
                  <a:pt x="290315" y="62210"/>
                </a:cubicBezTo>
                <a:cubicBezTo>
                  <a:pt x="290315" y="62210"/>
                  <a:pt x="290315" y="62210"/>
                  <a:pt x="290315" y="82947"/>
                </a:cubicBezTo>
                <a:cubicBezTo>
                  <a:pt x="290315" y="88131"/>
                  <a:pt x="289018" y="93316"/>
                  <a:pt x="286426" y="97204"/>
                </a:cubicBezTo>
                <a:cubicBezTo>
                  <a:pt x="313643" y="108868"/>
                  <a:pt x="331788" y="125717"/>
                  <a:pt x="331788" y="145157"/>
                </a:cubicBezTo>
                <a:cubicBezTo>
                  <a:pt x="331788" y="145157"/>
                  <a:pt x="331788" y="145157"/>
                  <a:pt x="331788" y="165894"/>
                </a:cubicBezTo>
                <a:cubicBezTo>
                  <a:pt x="331788" y="184039"/>
                  <a:pt x="314939" y="200887"/>
                  <a:pt x="290315" y="212552"/>
                </a:cubicBezTo>
                <a:cubicBezTo>
                  <a:pt x="289018" y="217736"/>
                  <a:pt x="286426" y="222920"/>
                  <a:pt x="282538" y="228104"/>
                </a:cubicBezTo>
                <a:cubicBezTo>
                  <a:pt x="287722" y="234585"/>
                  <a:pt x="290315" y="241065"/>
                  <a:pt x="290315" y="248841"/>
                </a:cubicBezTo>
                <a:cubicBezTo>
                  <a:pt x="290315" y="248841"/>
                  <a:pt x="290315" y="248841"/>
                  <a:pt x="290315" y="269578"/>
                </a:cubicBezTo>
                <a:cubicBezTo>
                  <a:pt x="290315" y="303275"/>
                  <a:pt x="234584" y="331788"/>
                  <a:pt x="165894" y="331788"/>
                </a:cubicBezTo>
                <a:cubicBezTo>
                  <a:pt x="97204" y="331788"/>
                  <a:pt x="41474" y="303275"/>
                  <a:pt x="41474" y="269578"/>
                </a:cubicBezTo>
                <a:cubicBezTo>
                  <a:pt x="41474" y="269578"/>
                  <a:pt x="41474" y="269578"/>
                  <a:pt x="41474" y="248841"/>
                </a:cubicBezTo>
                <a:cubicBezTo>
                  <a:pt x="41474" y="241065"/>
                  <a:pt x="44066" y="234585"/>
                  <a:pt x="49250" y="228104"/>
                </a:cubicBezTo>
                <a:cubicBezTo>
                  <a:pt x="44066" y="221624"/>
                  <a:pt x="41474" y="215144"/>
                  <a:pt x="41474" y="207368"/>
                </a:cubicBezTo>
                <a:cubicBezTo>
                  <a:pt x="41474" y="207368"/>
                  <a:pt x="41474" y="207368"/>
                  <a:pt x="41474" y="186631"/>
                </a:cubicBezTo>
                <a:cubicBezTo>
                  <a:pt x="41474" y="181447"/>
                  <a:pt x="42770" y="176263"/>
                  <a:pt x="45362" y="172374"/>
                </a:cubicBezTo>
                <a:cubicBezTo>
                  <a:pt x="18145" y="160710"/>
                  <a:pt x="0" y="143861"/>
                  <a:pt x="0" y="124421"/>
                </a:cubicBezTo>
                <a:cubicBezTo>
                  <a:pt x="0" y="124421"/>
                  <a:pt x="0" y="124421"/>
                  <a:pt x="0" y="103684"/>
                </a:cubicBezTo>
                <a:cubicBezTo>
                  <a:pt x="0" y="85539"/>
                  <a:pt x="16849" y="68691"/>
                  <a:pt x="41474" y="57026"/>
                </a:cubicBezTo>
                <a:cubicBezTo>
                  <a:pt x="41474" y="58322"/>
                  <a:pt x="41474" y="60914"/>
                  <a:pt x="41474" y="62210"/>
                </a:cubicBezTo>
                <a:cubicBezTo>
                  <a:pt x="41474" y="27217"/>
                  <a:pt x="97204" y="0"/>
                  <a:pt x="165894" y="0"/>
                </a:cubicBezTo>
                <a:close/>
              </a:path>
            </a:pathLst>
          </a:custGeom>
          <a:solidFill>
            <a:srgbClr val="C00000"/>
          </a:solidFill>
          <a:ln w="9525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17" name="îś1îdè"/>
          <p:cNvSpPr txBox="1"/>
          <p:nvPr/>
        </p:nvSpPr>
        <p:spPr>
          <a:xfrm>
            <a:off x="4856822" y="3811546"/>
            <a:ext cx="2423819" cy="480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algn="ctr">
              <a:buSzPct val="25000"/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一人交三层</a:t>
            </a:r>
            <a:endParaRPr lang="de-DE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409681" y="4475813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同一套再跑：反馈打穿三层；下载页把链接落到真包。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409681" y="4198587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 / 19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409681" y="1995960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同类小功能按周联调。有 spec 当天管理端 accept。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409681" y="1718734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59289" y="4475813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日轨道还软，回修 2 轮。16 日 11:14–13:21 打穿三层。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500817" y="4198587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/ 16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59289" y="1995960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以前后端 + 前端 + 桌面 + 测试。这次一个人交三层。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500817" y="1718734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编制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效率只报对得上的数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HEADCOUNT AND TIMESTAMPS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593490" y="2285742"/>
            <a:ext cx="2924896" cy="2915444"/>
            <a:chOff x="4264878" y="2285742"/>
            <a:chExt cx="2924896" cy="2915444"/>
          </a:xfrm>
          <a:solidFill>
            <a:srgbClr val="C00000"/>
          </a:solidFill>
        </p:grpSpPr>
        <p:sp>
          <p:nvSpPr>
            <p:cNvPr id="8" name="新月形 6"/>
            <p:cNvSpPr>
              <a:spLocks noChangeArrowheads="1"/>
            </p:cNvSpPr>
            <p:nvPr/>
          </p:nvSpPr>
          <p:spPr bwMode="auto">
            <a:xfrm rot="9951297">
              <a:off x="5838056" y="2303297"/>
              <a:ext cx="1351718" cy="2703436"/>
            </a:xfrm>
            <a:prstGeom prst="moon">
              <a:avLst>
                <a:gd name="adj" fmla="val 15190"/>
              </a:avLst>
            </a:prstGeom>
            <a:grpFill/>
            <a:ln w="3175" cmpd="sng">
              <a:solidFill>
                <a:schemeClr val="bg1"/>
              </a:solidFill>
              <a:miter lim="800000"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kern="0">
                <a:solidFill>
                  <a:srgbClr val="FFFFFF"/>
                </a:solidFill>
                <a:ea typeface="华文细黑" panose="02010600040101010101" pitchFamily="2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264878" y="2285742"/>
              <a:ext cx="2919495" cy="2915444"/>
              <a:chOff x="4376738" y="2185194"/>
              <a:chExt cx="3432175" cy="3427413"/>
            </a:xfrm>
            <a:grpFill/>
          </p:grpSpPr>
          <p:sp>
            <p:nvSpPr>
              <p:cNvPr id="6" name="新月形 5"/>
              <p:cNvSpPr>
                <a:spLocks noChangeArrowheads="1"/>
              </p:cNvSpPr>
              <p:nvPr/>
            </p:nvSpPr>
            <p:spPr bwMode="auto">
              <a:xfrm rot="4551297">
                <a:off x="5189538" y="1391444"/>
                <a:ext cx="1589088" cy="3176587"/>
              </a:xfrm>
              <a:prstGeom prst="moon">
                <a:avLst>
                  <a:gd name="adj" fmla="val 15190"/>
                </a:avLst>
              </a:prstGeom>
              <a:grpFill/>
              <a:ln w="3175" cmpd="sng">
                <a:solidFill>
                  <a:schemeClr val="bg1"/>
                </a:solidFill>
                <a:miter lim="800000"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endParaRPr lang="zh-CN" altLang="en-US" kern="0">
                  <a:solidFill>
                    <a:srgbClr val="FFFFFF"/>
                  </a:solidFill>
                  <a:ea typeface="华文细黑" panose="02010600040101010101" pitchFamily="2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7" name="新月形 4"/>
              <p:cNvSpPr>
                <a:spLocks noChangeArrowheads="1"/>
              </p:cNvSpPr>
              <p:nvPr/>
            </p:nvSpPr>
            <p:spPr bwMode="auto">
              <a:xfrm rot="20751297">
                <a:off x="4376738" y="2426494"/>
                <a:ext cx="1589087" cy="3178175"/>
              </a:xfrm>
              <a:prstGeom prst="moon">
                <a:avLst>
                  <a:gd name="adj" fmla="val 15190"/>
                </a:avLst>
              </a:prstGeom>
              <a:grpFill/>
              <a:ln w="3175" cmpd="sng">
                <a:solidFill>
                  <a:schemeClr val="bg1"/>
                </a:solidFill>
                <a:miter lim="800000"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endParaRPr lang="zh-CN" altLang="en-US" kern="0">
                  <a:solidFill>
                    <a:srgbClr val="FFFFFF"/>
                  </a:solidFill>
                  <a:ea typeface="华文细黑" panose="02010600040101010101" pitchFamily="2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新月形 7"/>
              <p:cNvSpPr>
                <a:spLocks noChangeArrowheads="1"/>
              </p:cNvSpPr>
              <p:nvPr/>
            </p:nvSpPr>
            <p:spPr bwMode="auto">
              <a:xfrm rot="15351297">
                <a:off x="5426075" y="3229769"/>
                <a:ext cx="1589088" cy="3176588"/>
              </a:xfrm>
              <a:prstGeom prst="moon">
                <a:avLst>
                  <a:gd name="adj" fmla="val 15190"/>
                </a:avLst>
              </a:prstGeom>
              <a:grpFill/>
              <a:ln w="3175" cmpd="sng">
                <a:solidFill>
                  <a:schemeClr val="bg1"/>
                </a:solidFill>
                <a:miter lim="800000"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endParaRPr lang="zh-CN" altLang="en-US" kern="0">
                  <a:solidFill>
                    <a:srgbClr val="FFFFFF"/>
                  </a:solidFill>
                  <a:ea typeface="华文细黑" panose="02010600040101010101" pitchFamily="2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10" name="TextBox 11"/>
          <p:cNvSpPr>
            <a:spLocks noChangeArrowheads="1"/>
          </p:cNvSpPr>
          <p:nvPr/>
        </p:nvSpPr>
        <p:spPr bwMode="auto">
          <a:xfrm flipH="1">
            <a:off x="5000251" y="3985673"/>
            <a:ext cx="2111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可核验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48797" y="4518106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不用页面文案代替抓包。凭证只走本机 envs.yaml。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48796" y="4216506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S0 人验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828978" y="3334552"/>
            <a:ext cx="453919" cy="408912"/>
            <a:chOff x="5500366" y="3334552"/>
            <a:chExt cx="453919" cy="408912"/>
          </a:xfrm>
          <a:solidFill>
            <a:srgbClr val="C00000"/>
          </a:solidFill>
        </p:grpSpPr>
        <p:sp>
          <p:nvSpPr>
            <p:cNvPr id="14" name="Oval 86"/>
            <p:cNvSpPr>
              <a:spLocks noChangeArrowheads="1"/>
            </p:cNvSpPr>
            <p:nvPr/>
          </p:nvSpPr>
          <p:spPr bwMode="auto">
            <a:xfrm>
              <a:off x="5538943" y="3681742"/>
              <a:ext cx="25718" cy="2443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87"/>
            <p:cNvSpPr>
              <a:spLocks noEditPoints="1"/>
            </p:cNvSpPr>
            <p:nvPr/>
          </p:nvSpPr>
          <p:spPr bwMode="auto">
            <a:xfrm>
              <a:off x="5500366" y="3494002"/>
              <a:ext cx="122160" cy="249462"/>
            </a:xfrm>
            <a:custGeom>
              <a:avLst/>
              <a:gdLst>
                <a:gd name="T0" fmla="*/ 0 w 53"/>
                <a:gd name="T1" fmla="*/ 108 h 108"/>
                <a:gd name="T2" fmla="*/ 53 w 53"/>
                <a:gd name="T3" fmla="*/ 108 h 108"/>
                <a:gd name="T4" fmla="*/ 53 w 53"/>
                <a:gd name="T5" fmla="*/ 0 h 108"/>
                <a:gd name="T6" fmla="*/ 0 w 53"/>
                <a:gd name="T7" fmla="*/ 0 h 108"/>
                <a:gd name="T8" fmla="*/ 0 w 53"/>
                <a:gd name="T9" fmla="*/ 108 h 108"/>
                <a:gd name="T10" fmla="*/ 28 w 53"/>
                <a:gd name="T11" fmla="*/ 8 h 108"/>
                <a:gd name="T12" fmla="*/ 36 w 53"/>
                <a:gd name="T13" fmla="*/ 8 h 108"/>
                <a:gd name="T14" fmla="*/ 36 w 53"/>
                <a:gd name="T15" fmla="*/ 67 h 108"/>
                <a:gd name="T16" fmla="*/ 28 w 53"/>
                <a:gd name="T17" fmla="*/ 67 h 108"/>
                <a:gd name="T18" fmla="*/ 28 w 53"/>
                <a:gd name="T19" fmla="*/ 8 h 108"/>
                <a:gd name="T20" fmla="*/ 22 w 53"/>
                <a:gd name="T21" fmla="*/ 73 h 108"/>
                <a:gd name="T22" fmla="*/ 36 w 53"/>
                <a:gd name="T23" fmla="*/ 86 h 108"/>
                <a:gd name="T24" fmla="*/ 22 w 53"/>
                <a:gd name="T25" fmla="*/ 100 h 108"/>
                <a:gd name="T26" fmla="*/ 9 w 53"/>
                <a:gd name="T27" fmla="*/ 86 h 108"/>
                <a:gd name="T28" fmla="*/ 22 w 53"/>
                <a:gd name="T29" fmla="*/ 7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" h="108">
                  <a:moveTo>
                    <a:pt x="0" y="108"/>
                  </a:moveTo>
                  <a:cubicBezTo>
                    <a:pt x="53" y="108"/>
                    <a:pt x="53" y="108"/>
                    <a:pt x="53" y="108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8"/>
                  </a:lnTo>
                  <a:close/>
                  <a:moveTo>
                    <a:pt x="28" y="8"/>
                  </a:moveTo>
                  <a:cubicBezTo>
                    <a:pt x="36" y="8"/>
                    <a:pt x="36" y="8"/>
                    <a:pt x="36" y="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8" y="67"/>
                    <a:pt x="28" y="67"/>
                    <a:pt x="28" y="67"/>
                  </a:cubicBezTo>
                  <a:lnTo>
                    <a:pt x="28" y="8"/>
                  </a:lnTo>
                  <a:close/>
                  <a:moveTo>
                    <a:pt x="22" y="73"/>
                  </a:moveTo>
                  <a:cubicBezTo>
                    <a:pt x="30" y="73"/>
                    <a:pt x="36" y="79"/>
                    <a:pt x="36" y="86"/>
                  </a:cubicBezTo>
                  <a:cubicBezTo>
                    <a:pt x="36" y="94"/>
                    <a:pt x="30" y="100"/>
                    <a:pt x="22" y="100"/>
                  </a:cubicBezTo>
                  <a:cubicBezTo>
                    <a:pt x="15" y="100"/>
                    <a:pt x="9" y="94"/>
                    <a:pt x="9" y="86"/>
                  </a:cubicBezTo>
                  <a:cubicBezTo>
                    <a:pt x="9" y="79"/>
                    <a:pt x="15" y="73"/>
                    <a:pt x="22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88"/>
            <p:cNvSpPr>
              <a:spLocks noEditPoints="1"/>
            </p:cNvSpPr>
            <p:nvPr/>
          </p:nvSpPr>
          <p:spPr bwMode="auto">
            <a:xfrm>
              <a:off x="5639242" y="3334552"/>
              <a:ext cx="315043" cy="365192"/>
            </a:xfrm>
            <a:custGeom>
              <a:avLst/>
              <a:gdLst>
                <a:gd name="T0" fmla="*/ 128 w 137"/>
                <a:gd name="T1" fmla="*/ 86 h 158"/>
                <a:gd name="T2" fmla="*/ 137 w 137"/>
                <a:gd name="T3" fmla="*/ 74 h 158"/>
                <a:gd name="T4" fmla="*/ 123 w 137"/>
                <a:gd name="T5" fmla="*/ 62 h 158"/>
                <a:gd name="T6" fmla="*/ 94 w 137"/>
                <a:gd name="T7" fmla="*/ 62 h 158"/>
                <a:gd name="T8" fmla="*/ 116 w 137"/>
                <a:gd name="T9" fmla="*/ 27 h 158"/>
                <a:gd name="T10" fmla="*/ 113 w 137"/>
                <a:gd name="T11" fmla="*/ 7 h 158"/>
                <a:gd name="T12" fmla="*/ 98 w 137"/>
                <a:gd name="T13" fmla="*/ 0 h 158"/>
                <a:gd name="T14" fmla="*/ 97 w 137"/>
                <a:gd name="T15" fmla="*/ 0 h 158"/>
                <a:gd name="T16" fmla="*/ 97 w 137"/>
                <a:gd name="T17" fmla="*/ 1 h 158"/>
                <a:gd name="T18" fmla="*/ 66 w 137"/>
                <a:gd name="T19" fmla="*/ 38 h 158"/>
                <a:gd name="T20" fmla="*/ 15 w 137"/>
                <a:gd name="T21" fmla="*/ 80 h 158"/>
                <a:gd name="T22" fmla="*/ 0 w 137"/>
                <a:gd name="T23" fmla="*/ 80 h 158"/>
                <a:gd name="T24" fmla="*/ 0 w 137"/>
                <a:gd name="T25" fmla="*/ 153 h 158"/>
                <a:gd name="T26" fmla="*/ 1 w 137"/>
                <a:gd name="T27" fmla="*/ 153 h 158"/>
                <a:gd name="T28" fmla="*/ 4 w 137"/>
                <a:gd name="T29" fmla="*/ 153 h 158"/>
                <a:gd name="T30" fmla="*/ 24 w 137"/>
                <a:gd name="T31" fmla="*/ 156 h 158"/>
                <a:gd name="T32" fmla="*/ 41 w 137"/>
                <a:gd name="T33" fmla="*/ 158 h 158"/>
                <a:gd name="T34" fmla="*/ 68 w 137"/>
                <a:gd name="T35" fmla="*/ 156 h 158"/>
                <a:gd name="T36" fmla="*/ 109 w 137"/>
                <a:gd name="T37" fmla="*/ 156 h 158"/>
                <a:gd name="T38" fmla="*/ 123 w 137"/>
                <a:gd name="T39" fmla="*/ 144 h 158"/>
                <a:gd name="T40" fmla="*/ 117 w 137"/>
                <a:gd name="T41" fmla="*/ 133 h 158"/>
                <a:gd name="T42" fmla="*/ 119 w 137"/>
                <a:gd name="T43" fmla="*/ 133 h 158"/>
                <a:gd name="T44" fmla="*/ 132 w 137"/>
                <a:gd name="T45" fmla="*/ 121 h 158"/>
                <a:gd name="T46" fmla="*/ 125 w 137"/>
                <a:gd name="T47" fmla="*/ 110 h 158"/>
                <a:gd name="T48" fmla="*/ 137 w 137"/>
                <a:gd name="T49" fmla="*/ 97 h 158"/>
                <a:gd name="T50" fmla="*/ 128 w 137"/>
                <a:gd name="T51" fmla="*/ 86 h 158"/>
                <a:gd name="T52" fmla="*/ 63 w 137"/>
                <a:gd name="T53" fmla="*/ 61 h 158"/>
                <a:gd name="T54" fmla="*/ 38 w 137"/>
                <a:gd name="T55" fmla="*/ 89 h 158"/>
                <a:gd name="T56" fmla="*/ 34 w 137"/>
                <a:gd name="T57" fmla="*/ 91 h 158"/>
                <a:gd name="T58" fmla="*/ 32 w 137"/>
                <a:gd name="T59" fmla="*/ 90 h 158"/>
                <a:gd name="T60" fmla="*/ 31 w 137"/>
                <a:gd name="T61" fmla="*/ 85 h 158"/>
                <a:gd name="T62" fmla="*/ 59 w 137"/>
                <a:gd name="T63" fmla="*/ 54 h 158"/>
                <a:gd name="T64" fmla="*/ 65 w 137"/>
                <a:gd name="T65" fmla="*/ 56 h 158"/>
                <a:gd name="T66" fmla="*/ 63 w 137"/>
                <a:gd name="T67" fmla="*/ 6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7" h="158">
                  <a:moveTo>
                    <a:pt x="128" y="86"/>
                  </a:moveTo>
                  <a:cubicBezTo>
                    <a:pt x="133" y="84"/>
                    <a:pt x="137" y="79"/>
                    <a:pt x="137" y="74"/>
                  </a:cubicBezTo>
                  <a:cubicBezTo>
                    <a:pt x="137" y="67"/>
                    <a:pt x="131" y="62"/>
                    <a:pt x="123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103" y="54"/>
                    <a:pt x="113" y="42"/>
                    <a:pt x="116" y="27"/>
                  </a:cubicBezTo>
                  <a:cubicBezTo>
                    <a:pt x="118" y="18"/>
                    <a:pt x="117" y="12"/>
                    <a:pt x="113" y="7"/>
                  </a:cubicBezTo>
                  <a:cubicBezTo>
                    <a:pt x="108" y="1"/>
                    <a:pt x="100" y="0"/>
                    <a:pt x="98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96" y="8"/>
                    <a:pt x="95" y="20"/>
                    <a:pt x="66" y="38"/>
                  </a:cubicBezTo>
                  <a:cubicBezTo>
                    <a:pt x="38" y="54"/>
                    <a:pt x="17" y="77"/>
                    <a:pt x="15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1" y="153"/>
                    <a:pt x="1" y="153"/>
                    <a:pt x="1" y="153"/>
                  </a:cubicBezTo>
                  <a:cubicBezTo>
                    <a:pt x="1" y="153"/>
                    <a:pt x="2" y="153"/>
                    <a:pt x="4" y="153"/>
                  </a:cubicBezTo>
                  <a:cubicBezTo>
                    <a:pt x="8" y="153"/>
                    <a:pt x="16" y="154"/>
                    <a:pt x="24" y="156"/>
                  </a:cubicBezTo>
                  <a:cubicBezTo>
                    <a:pt x="28" y="158"/>
                    <a:pt x="34" y="158"/>
                    <a:pt x="41" y="158"/>
                  </a:cubicBezTo>
                  <a:cubicBezTo>
                    <a:pt x="54" y="158"/>
                    <a:pt x="68" y="156"/>
                    <a:pt x="68" y="156"/>
                  </a:cubicBezTo>
                  <a:cubicBezTo>
                    <a:pt x="109" y="156"/>
                    <a:pt x="109" y="156"/>
                    <a:pt x="109" y="156"/>
                  </a:cubicBezTo>
                  <a:cubicBezTo>
                    <a:pt x="117" y="156"/>
                    <a:pt x="123" y="151"/>
                    <a:pt x="123" y="144"/>
                  </a:cubicBezTo>
                  <a:cubicBezTo>
                    <a:pt x="123" y="139"/>
                    <a:pt x="120" y="135"/>
                    <a:pt x="117" y="133"/>
                  </a:cubicBezTo>
                  <a:cubicBezTo>
                    <a:pt x="119" y="133"/>
                    <a:pt x="119" y="133"/>
                    <a:pt x="119" y="133"/>
                  </a:cubicBezTo>
                  <a:cubicBezTo>
                    <a:pt x="126" y="133"/>
                    <a:pt x="132" y="128"/>
                    <a:pt x="132" y="121"/>
                  </a:cubicBezTo>
                  <a:cubicBezTo>
                    <a:pt x="132" y="116"/>
                    <a:pt x="129" y="112"/>
                    <a:pt x="125" y="110"/>
                  </a:cubicBezTo>
                  <a:cubicBezTo>
                    <a:pt x="132" y="109"/>
                    <a:pt x="137" y="104"/>
                    <a:pt x="137" y="97"/>
                  </a:cubicBezTo>
                  <a:cubicBezTo>
                    <a:pt x="137" y="92"/>
                    <a:pt x="133" y="88"/>
                    <a:pt x="128" y="86"/>
                  </a:cubicBezTo>
                  <a:close/>
                  <a:moveTo>
                    <a:pt x="63" y="61"/>
                  </a:moveTo>
                  <a:cubicBezTo>
                    <a:pt x="48" y="71"/>
                    <a:pt x="38" y="89"/>
                    <a:pt x="38" y="89"/>
                  </a:cubicBezTo>
                  <a:cubicBezTo>
                    <a:pt x="37" y="90"/>
                    <a:pt x="36" y="91"/>
                    <a:pt x="34" y="91"/>
                  </a:cubicBezTo>
                  <a:cubicBezTo>
                    <a:pt x="34" y="91"/>
                    <a:pt x="33" y="91"/>
                    <a:pt x="32" y="90"/>
                  </a:cubicBezTo>
                  <a:cubicBezTo>
                    <a:pt x="30" y="89"/>
                    <a:pt x="30" y="87"/>
                    <a:pt x="31" y="85"/>
                  </a:cubicBezTo>
                  <a:cubicBezTo>
                    <a:pt x="31" y="84"/>
                    <a:pt x="42" y="65"/>
                    <a:pt x="59" y="54"/>
                  </a:cubicBezTo>
                  <a:cubicBezTo>
                    <a:pt x="61" y="53"/>
                    <a:pt x="64" y="54"/>
                    <a:pt x="65" y="56"/>
                  </a:cubicBezTo>
                  <a:cubicBezTo>
                    <a:pt x="66" y="58"/>
                    <a:pt x="65" y="60"/>
                    <a:pt x="63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7948797" y="2371439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ADR-001 到 006。清单、spec、门禁、截图都在当次目录。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948796" y="2069839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ADR + 当次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12336" y="4516257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硬门槛。没有人批准的 spec，不写业务码。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12335" y="4214657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未批不写码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12336" y="2369590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SOP 已在本部门推广。换仓要有 --run，不写全公司。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12335" y="2067990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SOP / 手册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留下的，和不能破的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STAYS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今天不说的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Freeform 5"/>
          <p:cNvSpPr/>
          <p:nvPr/>
        </p:nvSpPr>
        <p:spPr bwMode="auto">
          <a:xfrm>
            <a:off x="5683947" y="4186520"/>
            <a:ext cx="1534913" cy="966662"/>
          </a:xfrm>
          <a:custGeom>
            <a:avLst/>
            <a:gdLst>
              <a:gd name="T0" fmla="*/ 588 w 2687"/>
              <a:gd name="T1" fmla="*/ 0 h 1694"/>
              <a:gd name="T2" fmla="*/ 4 w 2687"/>
              <a:gd name="T3" fmla="*/ 1380 h 1694"/>
              <a:gd name="T4" fmla="*/ 7 w 2687"/>
              <a:gd name="T5" fmla="*/ 1694 h 1694"/>
              <a:gd name="T6" fmla="*/ 1352 w 2687"/>
              <a:gd name="T7" fmla="*/ 1694 h 1694"/>
              <a:gd name="T8" fmla="*/ 1370 w 2687"/>
              <a:gd name="T9" fmla="*/ 1386 h 1694"/>
              <a:gd name="T10" fmla="*/ 2687 w 2687"/>
              <a:gd name="T11" fmla="*/ 0 h 1694"/>
              <a:gd name="T12" fmla="*/ 588 w 2687"/>
              <a:gd name="T13" fmla="*/ 0 h 1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87" h="1694">
                <a:moveTo>
                  <a:pt x="588" y="0"/>
                </a:moveTo>
                <a:cubicBezTo>
                  <a:pt x="293" y="436"/>
                  <a:pt x="0" y="741"/>
                  <a:pt x="4" y="1380"/>
                </a:cubicBezTo>
                <a:cubicBezTo>
                  <a:pt x="5" y="1455"/>
                  <a:pt x="6" y="1685"/>
                  <a:pt x="7" y="1694"/>
                </a:cubicBezTo>
                <a:cubicBezTo>
                  <a:pt x="1352" y="1694"/>
                  <a:pt x="1352" y="1694"/>
                  <a:pt x="1352" y="1694"/>
                </a:cubicBezTo>
                <a:cubicBezTo>
                  <a:pt x="1354" y="1687"/>
                  <a:pt x="1340" y="1535"/>
                  <a:pt x="1370" y="1386"/>
                </a:cubicBezTo>
                <a:cubicBezTo>
                  <a:pt x="1475" y="854"/>
                  <a:pt x="2200" y="559"/>
                  <a:pt x="2687" y="0"/>
                </a:cubicBezTo>
                <a:lnTo>
                  <a:pt x="588" y="0"/>
                </a:ln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Freeform 6"/>
          <p:cNvSpPr/>
          <p:nvPr/>
        </p:nvSpPr>
        <p:spPr bwMode="auto">
          <a:xfrm>
            <a:off x="6020454" y="3057954"/>
            <a:ext cx="1471421" cy="1492056"/>
          </a:xfrm>
          <a:custGeom>
            <a:avLst/>
            <a:gdLst>
              <a:gd name="T0" fmla="*/ 2577 w 2577"/>
              <a:gd name="T1" fmla="*/ 820 h 2611"/>
              <a:gd name="T2" fmla="*/ 2410 w 2577"/>
              <a:gd name="T3" fmla="*/ 0 h 2611"/>
              <a:gd name="T4" fmla="*/ 381 w 2577"/>
              <a:gd name="T5" fmla="*/ 810 h 2611"/>
              <a:gd name="T6" fmla="*/ 396 w 2577"/>
              <a:gd name="T7" fmla="*/ 947 h 2611"/>
              <a:gd name="T8" fmla="*/ 0 w 2577"/>
              <a:gd name="T9" fmla="*/ 1974 h 2611"/>
              <a:gd name="T10" fmla="*/ 433 w 2577"/>
              <a:gd name="T11" fmla="*/ 1975 h 2611"/>
              <a:gd name="T12" fmla="*/ 626 w 2577"/>
              <a:gd name="T13" fmla="*/ 2254 h 2611"/>
              <a:gd name="T14" fmla="*/ 626 w 2577"/>
              <a:gd name="T15" fmla="*/ 2254 h 2611"/>
              <a:gd name="T16" fmla="*/ 565 w 2577"/>
              <a:gd name="T17" fmla="*/ 2401 h 2611"/>
              <a:gd name="T18" fmla="*/ 817 w 2577"/>
              <a:gd name="T19" fmla="*/ 2607 h 2611"/>
              <a:gd name="T20" fmla="*/ 1056 w 2577"/>
              <a:gd name="T21" fmla="*/ 2386 h 2611"/>
              <a:gd name="T22" fmla="*/ 983 w 2577"/>
              <a:gd name="T23" fmla="*/ 2241 h 2611"/>
              <a:gd name="T24" fmla="*/ 1118 w 2577"/>
              <a:gd name="T25" fmla="*/ 1977 h 2611"/>
              <a:gd name="T26" fmla="*/ 2099 w 2577"/>
              <a:gd name="T27" fmla="*/ 1974 h 2611"/>
              <a:gd name="T28" fmla="*/ 2577 w 2577"/>
              <a:gd name="T29" fmla="*/ 820 h 2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77" h="2611">
                <a:moveTo>
                  <a:pt x="2577" y="820"/>
                </a:moveTo>
                <a:cubicBezTo>
                  <a:pt x="2577" y="511"/>
                  <a:pt x="2519" y="238"/>
                  <a:pt x="2410" y="0"/>
                </a:cubicBezTo>
                <a:cubicBezTo>
                  <a:pt x="381" y="810"/>
                  <a:pt x="381" y="810"/>
                  <a:pt x="381" y="810"/>
                </a:cubicBezTo>
                <a:cubicBezTo>
                  <a:pt x="391" y="853"/>
                  <a:pt x="396" y="898"/>
                  <a:pt x="396" y="947"/>
                </a:cubicBezTo>
                <a:cubicBezTo>
                  <a:pt x="396" y="1339"/>
                  <a:pt x="210" y="1663"/>
                  <a:pt x="0" y="1974"/>
                </a:cubicBezTo>
                <a:cubicBezTo>
                  <a:pt x="433" y="1975"/>
                  <a:pt x="433" y="1975"/>
                  <a:pt x="433" y="1975"/>
                </a:cubicBezTo>
                <a:cubicBezTo>
                  <a:pt x="736" y="1975"/>
                  <a:pt x="687" y="2193"/>
                  <a:pt x="626" y="2254"/>
                </a:cubicBezTo>
                <a:cubicBezTo>
                  <a:pt x="626" y="2254"/>
                  <a:pt x="626" y="2254"/>
                  <a:pt x="626" y="2254"/>
                </a:cubicBezTo>
                <a:cubicBezTo>
                  <a:pt x="587" y="2294"/>
                  <a:pt x="563" y="2345"/>
                  <a:pt x="565" y="2401"/>
                </a:cubicBezTo>
                <a:cubicBezTo>
                  <a:pt x="568" y="2519"/>
                  <a:pt x="681" y="2611"/>
                  <a:pt x="817" y="2607"/>
                </a:cubicBezTo>
                <a:cubicBezTo>
                  <a:pt x="952" y="2603"/>
                  <a:pt x="1059" y="2504"/>
                  <a:pt x="1056" y="2386"/>
                </a:cubicBezTo>
                <a:cubicBezTo>
                  <a:pt x="1054" y="2329"/>
                  <a:pt x="1026" y="2278"/>
                  <a:pt x="983" y="2241"/>
                </a:cubicBezTo>
                <a:cubicBezTo>
                  <a:pt x="931" y="2176"/>
                  <a:pt x="890" y="2007"/>
                  <a:pt x="1118" y="1977"/>
                </a:cubicBezTo>
                <a:cubicBezTo>
                  <a:pt x="2099" y="1974"/>
                  <a:pt x="2099" y="1974"/>
                  <a:pt x="2099" y="1974"/>
                </a:cubicBezTo>
                <a:cubicBezTo>
                  <a:pt x="2372" y="1662"/>
                  <a:pt x="2577" y="1293"/>
                  <a:pt x="2577" y="820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Freeform 7"/>
          <p:cNvSpPr/>
          <p:nvPr/>
        </p:nvSpPr>
        <p:spPr bwMode="auto">
          <a:xfrm>
            <a:off x="5982358" y="2411927"/>
            <a:ext cx="1414279" cy="1228565"/>
          </a:xfrm>
          <a:custGeom>
            <a:avLst/>
            <a:gdLst>
              <a:gd name="T0" fmla="*/ 1772 w 2475"/>
              <a:gd name="T1" fmla="*/ 1697 h 2152"/>
              <a:gd name="T2" fmla="*/ 1793 w 2475"/>
              <a:gd name="T3" fmla="*/ 1406 h 2152"/>
              <a:gd name="T4" fmla="*/ 2475 w 2475"/>
              <a:gd name="T5" fmla="*/ 1134 h 2152"/>
              <a:gd name="T6" fmla="*/ 18 w 2475"/>
              <a:gd name="T7" fmla="*/ 0 h 2152"/>
              <a:gd name="T8" fmla="*/ 0 w 2475"/>
              <a:gd name="T9" fmla="*/ 0 h 2152"/>
              <a:gd name="T10" fmla="*/ 5 w 2475"/>
              <a:gd name="T11" fmla="*/ 1547 h 2152"/>
              <a:gd name="T12" fmla="*/ 446 w 2475"/>
              <a:gd name="T13" fmla="*/ 1944 h 2152"/>
              <a:gd name="T14" fmla="*/ 1229 w 2475"/>
              <a:gd name="T15" fmla="*/ 1632 h 2152"/>
              <a:gd name="T16" fmla="*/ 1444 w 2475"/>
              <a:gd name="T17" fmla="*/ 1840 h 2152"/>
              <a:gd name="T18" fmla="*/ 1444 w 2475"/>
              <a:gd name="T19" fmla="*/ 1839 h 2152"/>
              <a:gd name="T20" fmla="*/ 1441 w 2475"/>
              <a:gd name="T21" fmla="*/ 1998 h 2152"/>
              <a:gd name="T22" fmla="*/ 1750 w 2475"/>
              <a:gd name="T23" fmla="*/ 2098 h 2152"/>
              <a:gd name="T24" fmla="*/ 1893 w 2475"/>
              <a:gd name="T25" fmla="*/ 1806 h 2152"/>
              <a:gd name="T26" fmla="*/ 1772 w 2475"/>
              <a:gd name="T27" fmla="*/ 1697 h 2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75" h="2152">
                <a:moveTo>
                  <a:pt x="1772" y="1697"/>
                </a:moveTo>
                <a:cubicBezTo>
                  <a:pt x="1700" y="1657"/>
                  <a:pt x="1604" y="1517"/>
                  <a:pt x="1793" y="1406"/>
                </a:cubicBezTo>
                <a:cubicBezTo>
                  <a:pt x="2475" y="1134"/>
                  <a:pt x="2475" y="1134"/>
                  <a:pt x="2475" y="1134"/>
                </a:cubicBezTo>
                <a:cubicBezTo>
                  <a:pt x="2129" y="386"/>
                  <a:pt x="1261" y="0"/>
                  <a:pt x="18" y="0"/>
                </a:cubicBezTo>
                <a:cubicBezTo>
                  <a:pt x="12" y="0"/>
                  <a:pt x="6" y="0"/>
                  <a:pt x="0" y="0"/>
                </a:cubicBezTo>
                <a:cubicBezTo>
                  <a:pt x="5" y="1547"/>
                  <a:pt x="5" y="1547"/>
                  <a:pt x="5" y="1547"/>
                </a:cubicBezTo>
                <a:cubicBezTo>
                  <a:pt x="241" y="1610"/>
                  <a:pt x="398" y="1742"/>
                  <a:pt x="446" y="1944"/>
                </a:cubicBezTo>
                <a:cubicBezTo>
                  <a:pt x="1229" y="1632"/>
                  <a:pt x="1229" y="1632"/>
                  <a:pt x="1229" y="1632"/>
                </a:cubicBezTo>
                <a:cubicBezTo>
                  <a:pt x="1461" y="1568"/>
                  <a:pt x="1477" y="1766"/>
                  <a:pt x="1444" y="1840"/>
                </a:cubicBezTo>
                <a:cubicBezTo>
                  <a:pt x="1444" y="1839"/>
                  <a:pt x="1444" y="1839"/>
                  <a:pt x="1444" y="1839"/>
                </a:cubicBezTo>
                <a:cubicBezTo>
                  <a:pt x="1422" y="1890"/>
                  <a:pt x="1419" y="1947"/>
                  <a:pt x="1441" y="1998"/>
                </a:cubicBezTo>
                <a:cubicBezTo>
                  <a:pt x="1487" y="2107"/>
                  <a:pt x="1625" y="2152"/>
                  <a:pt x="1750" y="2098"/>
                </a:cubicBezTo>
                <a:cubicBezTo>
                  <a:pt x="1875" y="2045"/>
                  <a:pt x="1939" y="1914"/>
                  <a:pt x="1893" y="1806"/>
                </a:cubicBezTo>
                <a:cubicBezTo>
                  <a:pt x="1870" y="1753"/>
                  <a:pt x="1826" y="1715"/>
                  <a:pt x="1772" y="1697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Freeform 8"/>
          <p:cNvSpPr/>
          <p:nvPr/>
        </p:nvSpPr>
        <p:spPr bwMode="auto">
          <a:xfrm>
            <a:off x="4825222" y="2411926"/>
            <a:ext cx="1520627" cy="1109518"/>
          </a:xfrm>
          <a:custGeom>
            <a:avLst/>
            <a:gdLst>
              <a:gd name="T0" fmla="*/ 2438 w 2665"/>
              <a:gd name="T1" fmla="*/ 501 h 1945"/>
              <a:gd name="T2" fmla="*/ 2293 w 2665"/>
              <a:gd name="T3" fmla="*/ 575 h 1945"/>
              <a:gd name="T4" fmla="*/ 2028 w 2665"/>
              <a:gd name="T5" fmla="*/ 444 h 1945"/>
              <a:gd name="T6" fmla="*/ 2027 w 2665"/>
              <a:gd name="T7" fmla="*/ 0 h 1945"/>
              <a:gd name="T8" fmla="*/ 0 w 2665"/>
              <a:gd name="T9" fmla="*/ 552 h 1945"/>
              <a:gd name="T10" fmla="*/ 435 w 2665"/>
              <a:gd name="T11" fmla="*/ 1945 h 1945"/>
              <a:gd name="T12" fmla="*/ 1656 w 2665"/>
              <a:gd name="T13" fmla="*/ 1502 h 1945"/>
              <a:gd name="T14" fmla="*/ 2032 w 2665"/>
              <a:gd name="T15" fmla="*/ 1547 h 1945"/>
              <a:gd name="T16" fmla="*/ 2031 w 2665"/>
              <a:gd name="T17" fmla="*/ 1360 h 1945"/>
              <a:gd name="T18" fmla="*/ 2035 w 2665"/>
              <a:gd name="T19" fmla="*/ 1114 h 1945"/>
              <a:gd name="T20" fmla="*/ 2309 w 2665"/>
              <a:gd name="T21" fmla="*/ 932 h 1945"/>
              <a:gd name="T22" fmla="*/ 2309 w 2665"/>
              <a:gd name="T23" fmla="*/ 931 h 1945"/>
              <a:gd name="T24" fmla="*/ 2456 w 2665"/>
              <a:gd name="T25" fmla="*/ 991 h 1945"/>
              <a:gd name="T26" fmla="*/ 2660 w 2665"/>
              <a:gd name="T27" fmla="*/ 738 h 1945"/>
              <a:gd name="T28" fmla="*/ 2438 w 2665"/>
              <a:gd name="T29" fmla="*/ 501 h 19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65" h="1945">
                <a:moveTo>
                  <a:pt x="2438" y="501"/>
                </a:moveTo>
                <a:cubicBezTo>
                  <a:pt x="2381" y="503"/>
                  <a:pt x="2329" y="531"/>
                  <a:pt x="2293" y="575"/>
                </a:cubicBezTo>
                <a:cubicBezTo>
                  <a:pt x="2229" y="627"/>
                  <a:pt x="2062" y="668"/>
                  <a:pt x="2028" y="444"/>
                </a:cubicBezTo>
                <a:cubicBezTo>
                  <a:pt x="2027" y="0"/>
                  <a:pt x="2027" y="0"/>
                  <a:pt x="2027" y="0"/>
                </a:cubicBezTo>
                <a:cubicBezTo>
                  <a:pt x="833" y="6"/>
                  <a:pt x="0" y="552"/>
                  <a:pt x="0" y="552"/>
                </a:cubicBezTo>
                <a:cubicBezTo>
                  <a:pt x="435" y="1945"/>
                  <a:pt x="435" y="1945"/>
                  <a:pt x="435" y="1945"/>
                </a:cubicBezTo>
                <a:cubicBezTo>
                  <a:pt x="435" y="1945"/>
                  <a:pt x="1004" y="1502"/>
                  <a:pt x="1656" y="1502"/>
                </a:cubicBezTo>
                <a:cubicBezTo>
                  <a:pt x="1796" y="1502"/>
                  <a:pt x="1922" y="1517"/>
                  <a:pt x="2032" y="1547"/>
                </a:cubicBezTo>
                <a:cubicBezTo>
                  <a:pt x="2031" y="1360"/>
                  <a:pt x="2031" y="1360"/>
                  <a:pt x="2031" y="1360"/>
                </a:cubicBezTo>
                <a:cubicBezTo>
                  <a:pt x="2035" y="1114"/>
                  <a:pt x="2035" y="1114"/>
                  <a:pt x="2035" y="1114"/>
                </a:cubicBezTo>
                <a:cubicBezTo>
                  <a:pt x="2033" y="810"/>
                  <a:pt x="2247" y="871"/>
                  <a:pt x="2309" y="932"/>
                </a:cubicBezTo>
                <a:cubicBezTo>
                  <a:pt x="2309" y="931"/>
                  <a:pt x="2309" y="931"/>
                  <a:pt x="2309" y="931"/>
                </a:cubicBezTo>
                <a:cubicBezTo>
                  <a:pt x="2348" y="970"/>
                  <a:pt x="2400" y="993"/>
                  <a:pt x="2456" y="991"/>
                </a:cubicBezTo>
                <a:cubicBezTo>
                  <a:pt x="2573" y="987"/>
                  <a:pt x="2665" y="874"/>
                  <a:pt x="2660" y="738"/>
                </a:cubicBezTo>
                <a:cubicBezTo>
                  <a:pt x="2655" y="603"/>
                  <a:pt x="2556" y="496"/>
                  <a:pt x="2438" y="501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" name="任意多边形 14"/>
          <p:cNvSpPr/>
          <p:nvPr/>
        </p:nvSpPr>
        <p:spPr bwMode="auto">
          <a:xfrm>
            <a:off x="5501409" y="5343658"/>
            <a:ext cx="1139677" cy="1138089"/>
          </a:xfrm>
          <a:custGeom>
            <a:avLst/>
            <a:gdLst>
              <a:gd name="T0" fmla="*/ 693462 w 1289896"/>
              <a:gd name="T1" fmla="*/ 1869 h 1288803"/>
              <a:gd name="T2" fmla="*/ 1256263 w 1289896"/>
              <a:gd name="T3" fmla="*/ 439512 h 1288803"/>
              <a:gd name="T4" fmla="*/ 850098 w 1289896"/>
              <a:gd name="T5" fmla="*/ 1255192 h 1288803"/>
              <a:gd name="T6" fmla="*/ 33888 w 1289896"/>
              <a:gd name="T7" fmla="*/ 849291 h 1288803"/>
              <a:gd name="T8" fmla="*/ 439406 w 1289896"/>
              <a:gd name="T9" fmla="*/ 33611 h 1288803"/>
              <a:gd name="T10" fmla="*/ 693462 w 1289896"/>
              <a:gd name="T11" fmla="*/ 1869 h 1288803"/>
              <a:gd name="T12" fmla="*/ 645869 w 1289896"/>
              <a:gd name="T13" fmla="*/ 193551 h 1288803"/>
              <a:gd name="T14" fmla="*/ 502380 w 1289896"/>
              <a:gd name="T15" fmla="*/ 217450 h 1288803"/>
              <a:gd name="T16" fmla="*/ 217988 w 1289896"/>
              <a:gd name="T17" fmla="*/ 787795 h 1288803"/>
              <a:gd name="T18" fmla="*/ 645223 w 1289896"/>
              <a:gd name="T19" fmla="*/ 1095251 h 1288803"/>
              <a:gd name="T20" fmla="*/ 789358 w 1289896"/>
              <a:gd name="T21" fmla="*/ 1071352 h 1288803"/>
              <a:gd name="T22" fmla="*/ 1073104 w 1289896"/>
              <a:gd name="T23" fmla="*/ 501008 h 1288803"/>
              <a:gd name="T24" fmla="*/ 645869 w 1289896"/>
              <a:gd name="T25" fmla="*/ 193551 h 1288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89896" h="1288803">
                <a:moveTo>
                  <a:pt x="693462" y="1869"/>
                </a:moveTo>
                <a:cubicBezTo>
                  <a:pt x="944000" y="21047"/>
                  <a:pt x="1170891" y="186470"/>
                  <a:pt x="1256263" y="439512"/>
                </a:cubicBezTo>
                <a:cubicBezTo>
                  <a:pt x="1369446" y="776901"/>
                  <a:pt x="1187707" y="1142082"/>
                  <a:pt x="850098" y="1255192"/>
                </a:cubicBezTo>
                <a:cubicBezTo>
                  <a:pt x="512490" y="1368301"/>
                  <a:pt x="147071" y="1186680"/>
                  <a:pt x="33888" y="849291"/>
                </a:cubicBezTo>
                <a:cubicBezTo>
                  <a:pt x="-79942" y="511902"/>
                  <a:pt x="102444" y="146720"/>
                  <a:pt x="439406" y="33611"/>
                </a:cubicBezTo>
                <a:cubicBezTo>
                  <a:pt x="523808" y="5333"/>
                  <a:pt x="609949" y="-4523"/>
                  <a:pt x="693462" y="1869"/>
                </a:cubicBezTo>
                <a:close/>
                <a:moveTo>
                  <a:pt x="645869" y="193551"/>
                </a:moveTo>
                <a:cubicBezTo>
                  <a:pt x="597393" y="193551"/>
                  <a:pt x="548917" y="201302"/>
                  <a:pt x="502380" y="217450"/>
                </a:cubicBezTo>
                <a:cubicBezTo>
                  <a:pt x="266464" y="296252"/>
                  <a:pt x="139133" y="552035"/>
                  <a:pt x="217988" y="787795"/>
                </a:cubicBezTo>
                <a:cubicBezTo>
                  <a:pt x="280037" y="971881"/>
                  <a:pt x="451965" y="1095251"/>
                  <a:pt x="645223" y="1095251"/>
                </a:cubicBezTo>
                <a:cubicBezTo>
                  <a:pt x="694345" y="1095251"/>
                  <a:pt x="742175" y="1087500"/>
                  <a:pt x="789358" y="1071352"/>
                </a:cubicBezTo>
                <a:cubicBezTo>
                  <a:pt x="1024628" y="992550"/>
                  <a:pt x="1151958" y="736767"/>
                  <a:pt x="1073104" y="501008"/>
                </a:cubicBezTo>
                <a:cubicBezTo>
                  <a:pt x="1011055" y="316921"/>
                  <a:pt x="839773" y="193551"/>
                  <a:pt x="645869" y="193551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4" name="矩形 15"/>
          <p:cNvSpPr>
            <a:spLocks noChangeArrowheads="1"/>
          </p:cNvSpPr>
          <p:nvPr/>
        </p:nvSpPr>
        <p:spPr bwMode="auto">
          <a:xfrm>
            <a:off x="5293472" y="2673831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sp>
        <p:nvSpPr>
          <p:cNvPr id="35" name="矩形 16"/>
          <p:cNvSpPr>
            <a:spLocks noChangeArrowheads="1"/>
          </p:cNvSpPr>
          <p:nvPr/>
        </p:nvSpPr>
        <p:spPr bwMode="auto">
          <a:xfrm>
            <a:off x="6385530" y="2689704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sp>
        <p:nvSpPr>
          <p:cNvPr id="36" name="矩形 17"/>
          <p:cNvSpPr>
            <a:spLocks noChangeArrowheads="1"/>
          </p:cNvSpPr>
          <p:nvPr/>
        </p:nvSpPr>
        <p:spPr bwMode="auto">
          <a:xfrm>
            <a:off x="6487117" y="3610334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03</a:t>
            </a:r>
            <a:endParaRPr lang="zh-CN" altLang="en-US" sz="320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sp>
        <p:nvSpPr>
          <p:cNvPr id="37" name="矩形 18"/>
          <p:cNvSpPr>
            <a:spLocks noChangeArrowheads="1"/>
          </p:cNvSpPr>
          <p:nvPr/>
        </p:nvSpPr>
        <p:spPr bwMode="auto">
          <a:xfrm>
            <a:off x="5861723" y="4488107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04</a:t>
            </a:r>
            <a:endParaRPr lang="zh-CN" altLang="en-US" sz="320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7555367" y="1966809"/>
            <a:ext cx="3952361" cy="1053154"/>
            <a:chOff x="937750" y="5016378"/>
            <a:chExt cx="3952876" cy="1053291"/>
          </a:xfrm>
        </p:grpSpPr>
        <p:sp>
          <p:nvSpPr>
            <p:cNvPr id="39" name="矩形 38"/>
            <p:cNvSpPr/>
            <p:nvPr/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不说规模化投产，也不说 AI 识验证码回填。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不说已投产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7555367" y="4252511"/>
            <a:ext cx="3952361" cy="1053154"/>
            <a:chOff x="937750" y="5016378"/>
            <a:chExt cx="3952876" cy="1053291"/>
          </a:xfrm>
        </p:grpSpPr>
        <p:sp>
          <p:nvSpPr>
            <p:cNvPr id="42" name="矩形 41"/>
            <p:cNvSpPr/>
            <p:nvPr/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同一账号管总部/省/海外。网页入口因抓包下线。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请认任务本身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853021" y="2512382"/>
            <a:ext cx="3952361" cy="1053154"/>
            <a:chOff x="937750" y="5016378"/>
            <a:chExt cx="3952876" cy="1053291"/>
          </a:xfrm>
        </p:grpSpPr>
        <p:sp>
          <p:nvSpPr>
            <p:cNvPr id="45" name="矩形 44"/>
            <p:cNvSpPr/>
            <p:nvPr/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不说无人审合入，也不说客户端已经自动验收。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不说自动验收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853021" y="4798084"/>
            <a:ext cx="3952361" cy="1053154"/>
            <a:chOff x="937750" y="5016378"/>
            <a:chExt cx="3952876" cy="1053291"/>
          </a:xfrm>
        </p:grpSpPr>
        <p:sp>
          <p:nvSpPr>
            <p:cNvPr id="48" name="矩形 47"/>
            <p:cNvSpPr/>
            <p:nvPr/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编制就是一人。六阶段本部门已推广，不是只我在用。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请认一个人 + 部门在用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CONFIRM THREE THINGS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922965" y="2371761"/>
            <a:ext cx="1439833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内部汇报</a:t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半闭框 23"/>
          <p:cNvSpPr/>
          <p:nvPr/>
        </p:nvSpPr>
        <p:spPr>
          <a:xfrm>
            <a:off x="1481629" y="1411032"/>
            <a:ext cx="1005537" cy="4233612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半闭框 24"/>
          <p:cNvSpPr/>
          <p:nvPr/>
        </p:nvSpPr>
        <p:spPr>
          <a:xfrm flipH="1">
            <a:off x="4259158" y="1411032"/>
            <a:ext cx="831880" cy="1738244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073502" y="5952068"/>
            <a:ext cx="25987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774202" y="3542144"/>
            <a:ext cx="923330" cy="31957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套若依？壳子。</a:t>
            </a:r>
            <a:r>
              <a:rPr lang="zh-CN" altLang="en-US" sz="1600" spc="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600" spc="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spc="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密钥走本机 envs。</a:t>
            </a:r>
            <a:endParaRPr lang="zh-CN" altLang="en-US" sz="16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4087524" y="3136441"/>
            <a:ext cx="1205329" cy="9030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3911065" y="4035559"/>
            <a:ext cx="138842" cy="13884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903103" y="5274821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2073502" y="5064640"/>
            <a:ext cx="210180" cy="2101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1749883" y="5020176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508856" y="1591238"/>
            <a:ext cx="461665" cy="29986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spc="600" dirty="0" smtClean="0">
                <a:solidFill>
                  <a:schemeClr val="bg1"/>
                </a:solidFill>
              </a:rPr>
              <a:t>GENLOT VPN</a:t>
            </a:r>
            <a:endParaRPr lang="zh-CN" altLang="en-US" b="1" spc="600" dirty="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35293" y="270457"/>
            <a:ext cx="161684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b="1" dirty="0">
                <a:solidFill>
                  <a:schemeClr val="bg1"/>
                </a:solidFill>
              </a:rPr>
              <a:t>谢</a:t>
            </a:r>
            <a:endParaRPr lang="zh-CN" altLang="en-US" sz="13800" b="1" dirty="0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465551" y="2062249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>
                <a:solidFill>
                  <a:schemeClr val="bg1"/>
                </a:solidFill>
              </a:rPr>
              <a:t>谢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82290" y="3064709"/>
            <a:ext cx="161684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 smtClean="0">
                <a:solidFill>
                  <a:schemeClr val="bg1"/>
                </a:solidFill>
              </a:rPr>
              <a:t>观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162385" y="4300687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 smtClean="0">
                <a:solidFill>
                  <a:schemeClr val="bg1"/>
                </a:solidFill>
              </a:rPr>
              <a:t>看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02569" y="2797311"/>
            <a:ext cx="14221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可以提问</a:t>
            </a:r>
            <a:r>
              <a:rPr lang="zh-CN" altLang="en-US" b="1" spc="600" dirty="0">
                <a:solidFill>
                  <a:schemeClr val="bg1"/>
                </a:solidFill>
                <a:latin typeface="宋体" panose="02010600030101010101" pitchFamily="2" charset="-122"/>
              </a:rPr>
              <a:t/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4.0.0"/>
</p:tagLst>
</file>

<file path=ppt/tags/tag2.xml><?xml version="1.0" encoding="utf-8"?>
<p:tagLst xmlns:p="http://schemas.openxmlformats.org/presentationml/2006/main">
  <p:tag name="PA" val="v4.0.0"/>
</p:tagLst>
</file>

<file path=ppt/tags/tag3.xml><?xml version="1.0" encoding="utf-8"?>
<p:tagLst xmlns:p="http://schemas.openxmlformats.org/presentationml/2006/main">
  <p:tag name="PA" val="v4.0.0"/>
</p:tagLst>
</file>

<file path=ppt/tags/tag4.xml><?xml version="1.0" encoding="utf-8"?>
<p:tagLst xmlns:p="http://schemas.openxmlformats.org/presentationml/2006/main">
  <p:tag name="PA" val="v4.0.0"/>
</p:tagLst>
</file>

<file path=ppt/tags/tag5.xml><?xml version="1.0" encoding="utf-8"?>
<p:tagLst xmlns:p="http://schemas.openxmlformats.org/presentationml/2006/main">
  <p:tag name="PA" val="v4.0.0"/>
</p:tagLst>
</file>

<file path=ppt/tags/tag6.xml><?xml version="1.0" encoding="utf-8"?>
<p:tagLst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3519</Words>
  <Application>WPS 演示</Application>
  <PresentationFormat>宽屏</PresentationFormat>
  <Paragraphs>393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仿宋</vt:lpstr>
      <vt:lpstr>Clear Sans</vt:lpstr>
      <vt:lpstr>DejaVu Math TeX Gyre</vt:lpstr>
      <vt:lpstr>Calibri</vt:lpstr>
      <vt:lpstr>仿宋_GB2312</vt:lpstr>
      <vt:lpstr>Chelsea</vt:lpstr>
      <vt:lpstr>Impact</vt:lpstr>
      <vt:lpstr>华文细黑</vt:lpstr>
      <vt:lpstr>方正姚体</vt:lpstr>
      <vt:lpstr>Arial Unicode MS</vt:lpstr>
      <vt:lpstr>Calibri Light</vt:lpstr>
      <vt:lpstr>Segoe UI Symbol</vt:lpstr>
      <vt:lpstr>PMingLiU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品乐汇</dc:title>
  <dc:creator>Administrator</dc:creator>
  <cp:lastModifiedBy>WPS_1599992732</cp:lastModifiedBy>
  <cp:revision>133</cp:revision>
  <dcterms:created xsi:type="dcterms:W3CDTF">2019-01-20T01:26:00Z</dcterms:created>
  <dcterms:modified xsi:type="dcterms:W3CDTF">2026-08-16T09:07:50Z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KSOTemplateUUID">
    <vt:lpwstr>v1.0_mb_1ktBia5PakVvit2jJQS+zw==</vt:lpwstr>
  </property>
  <property fmtid="{D5CDD505-2E9C-101B-9397-08002B2CF9AE}" pid="4" name="ICV">
    <vt:lpwstr>557F2D4B00064A5E80F8BDA913C68E61_11</vt:lpwstr>
  </property>
</Properties>
</file>